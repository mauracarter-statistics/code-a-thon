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CCD4B-606A-D0E6-30D0-83452FF948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grantED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300D5-B581-49E0-E867-8320BA377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Maura; Jaime; Zoe; David</a:t>
            </a:r>
          </a:p>
          <a:p>
            <a:r>
              <a:rPr lang="en-US" dirty="0"/>
              <a:t>March 23,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454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C750-174B-3987-2FFB-D038D33AA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A7041-CDC7-6303-86B4-FE59A020B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35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C524B-94C1-872B-0E85-D3CDEFA63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F659F-5ECA-C1A3-E23C-A2131CE79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24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86177-F83E-BAE7-8CCD-B5D5273A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D8C61-E4D9-77C3-7FA4-70A989629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3235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{E1B46895-0046-4B1F-A3DC-B5A5A37C2EBC}TF5b254a55-10e1-4643-bbf8-937ce7de93d8c0d90256-2070aae5d615</Template>
  <TotalTime>28</TotalTime>
  <Words>15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Corbel</vt:lpstr>
      <vt:lpstr>Wingdings 2</vt:lpstr>
      <vt:lpstr>Frame</vt:lpstr>
      <vt:lpstr>grantED</vt:lpstr>
      <vt:lpstr>Problem</vt:lpstr>
      <vt:lpstr>Solution</vt:lpstr>
      <vt:lpstr>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Maura Carter</dc:creator>
  <cp:lastModifiedBy>Maura Carter</cp:lastModifiedBy>
  <cp:revision>1</cp:revision>
  <dcterms:created xsi:type="dcterms:W3CDTF">2026-03-11T00:44:13Z</dcterms:created>
  <dcterms:modified xsi:type="dcterms:W3CDTF">2026-03-11T01:12:24Z</dcterms:modified>
</cp:coreProperties>
</file>