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4.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5.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80" r:id="rId5"/>
    <p:sldMasterId id="2147483938" r:id="rId6"/>
    <p:sldMasterId id="2147484034" r:id="rId7"/>
    <p:sldMasterId id="2147483686" r:id="rId8"/>
    <p:sldMasterId id="2147483775" r:id="rId9"/>
  </p:sldMasterIdLst>
  <p:notesMasterIdLst>
    <p:notesMasterId r:id="rId150"/>
  </p:notesMasterIdLst>
  <p:sldIdLst>
    <p:sldId id="268" r:id="rId10"/>
    <p:sldId id="456" r:id="rId11"/>
    <p:sldId id="568" r:id="rId12"/>
    <p:sldId id="570" r:id="rId13"/>
    <p:sldId id="566" r:id="rId14"/>
    <p:sldId id="578" r:id="rId15"/>
    <p:sldId id="560" r:id="rId16"/>
    <p:sldId id="572" r:id="rId17"/>
    <p:sldId id="573" r:id="rId18"/>
    <p:sldId id="575" r:id="rId19"/>
    <p:sldId id="576" r:id="rId20"/>
    <p:sldId id="559" r:id="rId21"/>
    <p:sldId id="492" r:id="rId22"/>
    <p:sldId id="304" r:id="rId23"/>
    <p:sldId id="364" r:id="rId24"/>
    <p:sldId id="478" r:id="rId25"/>
    <p:sldId id="507" r:id="rId26"/>
    <p:sldId id="508" r:id="rId27"/>
    <p:sldId id="509" r:id="rId28"/>
    <p:sldId id="532" r:id="rId29"/>
    <p:sldId id="539" r:id="rId30"/>
    <p:sldId id="540" r:id="rId31"/>
    <p:sldId id="533" r:id="rId32"/>
    <p:sldId id="369" r:id="rId33"/>
    <p:sldId id="368" r:id="rId34"/>
    <p:sldId id="370" r:id="rId35"/>
    <p:sldId id="371" r:id="rId36"/>
    <p:sldId id="305" r:id="rId37"/>
    <p:sldId id="561" r:id="rId38"/>
    <p:sldId id="562" r:id="rId39"/>
    <p:sldId id="501" r:id="rId40"/>
    <p:sldId id="502" r:id="rId41"/>
    <p:sldId id="503" r:id="rId42"/>
    <p:sldId id="504" r:id="rId43"/>
    <p:sldId id="505" r:id="rId44"/>
    <p:sldId id="506" r:id="rId45"/>
    <p:sldId id="379" r:id="rId46"/>
    <p:sldId id="380" r:id="rId47"/>
    <p:sldId id="381" r:id="rId48"/>
    <p:sldId id="489" r:id="rId49"/>
    <p:sldId id="490" r:id="rId50"/>
    <p:sldId id="308" r:id="rId51"/>
    <p:sldId id="408" r:id="rId52"/>
    <p:sldId id="410" r:id="rId53"/>
    <p:sldId id="411" r:id="rId54"/>
    <p:sldId id="517" r:id="rId55"/>
    <p:sldId id="414" r:id="rId56"/>
    <p:sldId id="482" r:id="rId57"/>
    <p:sldId id="483" r:id="rId58"/>
    <p:sldId id="415" r:id="rId59"/>
    <p:sldId id="416" r:id="rId60"/>
    <p:sldId id="527" r:id="rId61"/>
    <p:sldId id="528" r:id="rId62"/>
    <p:sldId id="526" r:id="rId63"/>
    <p:sldId id="525" r:id="rId64"/>
    <p:sldId id="536" r:id="rId65"/>
    <p:sldId id="529" r:id="rId66"/>
    <p:sldId id="537" r:id="rId67"/>
    <p:sldId id="530" r:id="rId68"/>
    <p:sldId id="558" r:id="rId69"/>
    <p:sldId id="531" r:id="rId70"/>
    <p:sldId id="424" r:id="rId71"/>
    <p:sldId id="425" r:id="rId72"/>
    <p:sldId id="306" r:id="rId73"/>
    <p:sldId id="383" r:id="rId74"/>
    <p:sldId id="384" r:id="rId75"/>
    <p:sldId id="385" r:id="rId76"/>
    <p:sldId id="386" r:id="rId77"/>
    <p:sldId id="481" r:id="rId78"/>
    <p:sldId id="387" r:id="rId79"/>
    <p:sldId id="474" r:id="rId80"/>
    <p:sldId id="469" r:id="rId81"/>
    <p:sldId id="406" r:id="rId82"/>
    <p:sldId id="407" r:id="rId83"/>
    <p:sldId id="466" r:id="rId84"/>
    <p:sldId id="467" r:id="rId85"/>
    <p:sldId id="468" r:id="rId86"/>
    <p:sldId id="470" r:id="rId87"/>
    <p:sldId id="471" r:id="rId88"/>
    <p:sldId id="510" r:id="rId89"/>
    <p:sldId id="518" r:id="rId90"/>
    <p:sldId id="519" r:id="rId91"/>
    <p:sldId id="520" r:id="rId92"/>
    <p:sldId id="511" r:id="rId93"/>
    <p:sldId id="521" r:id="rId94"/>
    <p:sldId id="522" r:id="rId95"/>
    <p:sldId id="523" r:id="rId96"/>
    <p:sldId id="512" r:id="rId97"/>
    <p:sldId id="307" r:id="rId98"/>
    <p:sldId id="542" r:id="rId99"/>
    <p:sldId id="543" r:id="rId100"/>
    <p:sldId id="544" r:id="rId101"/>
    <p:sldId id="546" r:id="rId102"/>
    <p:sldId id="547" r:id="rId103"/>
    <p:sldId id="549" r:id="rId104"/>
    <p:sldId id="550" r:id="rId105"/>
    <p:sldId id="551" r:id="rId106"/>
    <p:sldId id="553" r:id="rId107"/>
    <p:sldId id="554" r:id="rId108"/>
    <p:sldId id="534" r:id="rId109"/>
    <p:sldId id="555" r:id="rId110"/>
    <p:sldId id="556" r:id="rId111"/>
    <p:sldId id="557" r:id="rId112"/>
    <p:sldId id="309" r:id="rId113"/>
    <p:sldId id="524" r:id="rId114"/>
    <p:sldId id="427" r:id="rId115"/>
    <p:sldId id="428" r:id="rId116"/>
    <p:sldId id="429" r:id="rId117"/>
    <p:sldId id="430" r:id="rId118"/>
    <p:sldId id="431" r:id="rId119"/>
    <p:sldId id="432" r:id="rId120"/>
    <p:sldId id="433" r:id="rId121"/>
    <p:sldId id="434" r:id="rId122"/>
    <p:sldId id="310" r:id="rId123"/>
    <p:sldId id="435" r:id="rId124"/>
    <p:sldId id="484" r:id="rId125"/>
    <p:sldId id="436" r:id="rId126"/>
    <p:sldId id="485" r:id="rId127"/>
    <p:sldId id="318" r:id="rId128"/>
    <p:sldId id="437" r:id="rId129"/>
    <p:sldId id="486" r:id="rId130"/>
    <p:sldId id="438" r:id="rId131"/>
    <p:sldId id="439" r:id="rId132"/>
    <p:sldId id="535" r:id="rId133"/>
    <p:sldId id="440" r:id="rId134"/>
    <p:sldId id="443" r:id="rId135"/>
    <p:sldId id="441" r:id="rId136"/>
    <p:sldId id="444" r:id="rId137"/>
    <p:sldId id="312" r:id="rId138"/>
    <p:sldId id="445" r:id="rId139"/>
    <p:sldId id="563" r:id="rId140"/>
    <p:sldId id="446" r:id="rId141"/>
    <p:sldId id="447" r:id="rId142"/>
    <p:sldId id="448" r:id="rId143"/>
    <p:sldId id="449" r:id="rId144"/>
    <p:sldId id="488" r:id="rId145"/>
    <p:sldId id="497" r:id="rId146"/>
    <p:sldId id="498" r:id="rId147"/>
    <p:sldId id="500" r:id="rId148"/>
    <p:sldId id="499" r:id="rId1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74B824-74A1-9D54-00A0-261FAB46A548}" name="Melissa Warlick" initials="" userId="S::WMM9337E@cpcc.edu::95bdbd08-0329-4926-9c20-cf5978d8724a" providerId="AD"/>
  <p188:author id="{CD6BD649-4F24-3875-2D9B-865B3116A080}" name="Casey Habich" initials="CH" userId="S::hce4824e@cpcc.edu::388d01d9-5082-43ef-be9c-a82165c01cb9" providerId="AD"/>
  <p188:author id="{97629754-FDD8-CE85-4A37-43FEA0D187AE}" name="anna.rissanen@tattooprojects.com" initials="" userId="S::va_TattooProjects1@cpcc.edu::24ac678e-47b2-4a2c-b077-50135e565046" providerId="AD"/>
  <p188:author id="{50F19356-6A7A-8883-996F-BE4F7A6FB3AE}" name="Leigh Hubbard" initials="LH" userId="S::hlc9518e@cpcc.edu::3aaba957-48e0-4bee-90be-ad6bdac43885" providerId="AD"/>
  <p188:author id="{C054A26A-F06A-D25E-9018-2AACCE72C405}" name="Josh Green" initials="JG" userId="S::gja7878e@cpcc.edu::3f009b13-69bc-4427-ae7d-a35bfac0ccd2" providerId="AD"/>
  <p188:author id="{24FB43B4-67D9-BFD4-6729-393B1FABE223}" name="Leigh Hubbard" initials="LH" userId="S::HLC9518E@cpcc.edu::3aaba957-48e0-4bee-90be-ad6bdac43885" providerId="AD"/>
  <p188:author id="{CF11DCBA-3C24-32AB-37B6-F6A92F993FAE}" name="Josh Green" initials="JG" userId="S::GJA7878E@cpcc.edu::3f009b13-69bc-4427-ae7d-a35bfac0ccd2" providerId="AD"/>
  <p188:author id="{AD14C4CD-8E4A-18D8-EA45-5B4D776F4CDE}" name="Catherine Butler" initials="CB" userId="S::BCH5723E@cpcc.edu::00d11aa8-94f9-4dd5-b1b5-1dfa036f4527" providerId="AD"/>
  <p188:author id="{9A959DEB-5BDA-0736-F456-115985F25B93}" name="Catherine Butler" initials="CB" userId="S::bch5723e@cpcc.edu::00d11aa8-94f9-4dd5-b1b5-1dfa036f4527" providerId="AD"/>
  <p188:author id="{091DE9EF-2E9D-0DCC-B956-EB05D58C86DC}" name="Rachel Arenas" initials="RA" userId="S::ara4334e@cpcc.edu::827fa875-ebb9-474e-8cd7-1b9a2ac6bf64" providerId="AD"/>
  <p188:author id="{4F4D0AF7-B205-4FCE-B567-F38EEA8DB52B}" name="Cindy Tribucher" initials="CT" userId="S::tcj4548e@cpcc.edu::85302933-8cb2-4de5-893a-7705a1f083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7AE"/>
    <a:srgbClr val="B500AA"/>
    <a:srgbClr val="847543"/>
    <a:srgbClr val="7F7343"/>
    <a:srgbClr val="8C7F4A"/>
    <a:srgbClr val="72126C"/>
    <a:srgbClr val="7F0177"/>
    <a:srgbClr val="A49356"/>
    <a:srgbClr val="EDE3B0"/>
    <a:srgbClr val="B6A5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3"/>
    <p:restoredTop sz="94626"/>
  </p:normalViewPr>
  <p:slideViewPr>
    <p:cSldViewPr snapToGrid="0">
      <p:cViewPr varScale="1">
        <p:scale>
          <a:sx n="78" d="100"/>
          <a:sy n="78" d="100"/>
        </p:scale>
        <p:origin x="1243" y="6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63" Type="http://schemas.openxmlformats.org/officeDocument/2006/relationships/slide" Target="slides/slide54.xml"/><Relationship Id="rId84" Type="http://schemas.openxmlformats.org/officeDocument/2006/relationships/slide" Target="slides/slide75.xml"/><Relationship Id="rId138" Type="http://schemas.openxmlformats.org/officeDocument/2006/relationships/slide" Target="slides/slide129.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53" Type="http://schemas.openxmlformats.org/officeDocument/2006/relationships/slide" Target="slides/slide44.xml"/><Relationship Id="rId74" Type="http://schemas.openxmlformats.org/officeDocument/2006/relationships/slide" Target="slides/slide65.xml"/><Relationship Id="rId128" Type="http://schemas.openxmlformats.org/officeDocument/2006/relationships/slide" Target="slides/slide119.xml"/><Relationship Id="rId149" Type="http://schemas.openxmlformats.org/officeDocument/2006/relationships/slide" Target="slides/slide140.xml"/><Relationship Id="rId5" Type="http://schemas.openxmlformats.org/officeDocument/2006/relationships/slideMaster" Target="slideMasters/slideMaster2.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slide" Target="slides/slide109.xml"/><Relationship Id="rId134" Type="http://schemas.openxmlformats.org/officeDocument/2006/relationships/slide" Target="slides/slide125.xml"/><Relationship Id="rId139" Type="http://schemas.openxmlformats.org/officeDocument/2006/relationships/slide" Target="slides/slide130.xml"/><Relationship Id="rId80" Type="http://schemas.openxmlformats.org/officeDocument/2006/relationships/slide" Target="slides/slide71.xml"/><Relationship Id="rId85" Type="http://schemas.openxmlformats.org/officeDocument/2006/relationships/slide" Target="slides/slide76.xml"/><Relationship Id="rId150" Type="http://schemas.openxmlformats.org/officeDocument/2006/relationships/notesMaster" Target="notesMasters/notesMaster1.xml"/><Relationship Id="rId155" Type="http://schemas.microsoft.com/office/2018/10/relationships/authors" Target="authors.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slide" Target="slides/slide115.xml"/><Relationship Id="rId129" Type="http://schemas.openxmlformats.org/officeDocument/2006/relationships/slide" Target="slides/slide120.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40" Type="http://schemas.openxmlformats.org/officeDocument/2006/relationships/slide" Target="slides/slide131.xml"/><Relationship Id="rId145" Type="http://schemas.openxmlformats.org/officeDocument/2006/relationships/slide" Target="slides/slide136.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0" Type="http://schemas.openxmlformats.org/officeDocument/2006/relationships/slide" Target="slides/slide121.xml"/><Relationship Id="rId135" Type="http://schemas.openxmlformats.org/officeDocument/2006/relationships/slide" Target="slides/slide126.xml"/><Relationship Id="rId151" Type="http://schemas.openxmlformats.org/officeDocument/2006/relationships/presProps" Target="presProps.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slide" Target="slides/slide116.xml"/><Relationship Id="rId141" Type="http://schemas.openxmlformats.org/officeDocument/2006/relationships/slide" Target="slides/slide132.xml"/><Relationship Id="rId146" Type="http://schemas.openxmlformats.org/officeDocument/2006/relationships/slide" Target="slides/slide137.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131" Type="http://schemas.openxmlformats.org/officeDocument/2006/relationships/slide" Target="slides/slide122.xml"/><Relationship Id="rId136" Type="http://schemas.openxmlformats.org/officeDocument/2006/relationships/slide" Target="slides/slide127.xml"/><Relationship Id="rId61" Type="http://schemas.openxmlformats.org/officeDocument/2006/relationships/slide" Target="slides/slide52.xml"/><Relationship Id="rId82" Type="http://schemas.openxmlformats.org/officeDocument/2006/relationships/slide" Target="slides/slide73.xml"/><Relationship Id="rId152" Type="http://schemas.openxmlformats.org/officeDocument/2006/relationships/viewProps" Target="viewProps.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slide" Target="slides/slide117.xml"/><Relationship Id="rId147" Type="http://schemas.openxmlformats.org/officeDocument/2006/relationships/slide" Target="slides/slide138.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142" Type="http://schemas.openxmlformats.org/officeDocument/2006/relationships/slide" Target="slides/slide133.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137" Type="http://schemas.openxmlformats.org/officeDocument/2006/relationships/slide" Target="slides/slide128.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32" Type="http://schemas.openxmlformats.org/officeDocument/2006/relationships/slide" Target="slides/slide123.xml"/><Relationship Id="rId153" Type="http://schemas.openxmlformats.org/officeDocument/2006/relationships/theme" Target="theme/theme1.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slide" Target="slides/slide118.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slide" Target="slides/slide113.xml"/><Relationship Id="rId143" Type="http://schemas.openxmlformats.org/officeDocument/2006/relationships/slide" Target="slides/slide134.xml"/><Relationship Id="rId148" Type="http://schemas.openxmlformats.org/officeDocument/2006/relationships/slide" Target="slides/slide139.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 Id="rId47" Type="http://schemas.openxmlformats.org/officeDocument/2006/relationships/slide" Target="slides/slide38.xml"/><Relationship Id="rId68" Type="http://schemas.openxmlformats.org/officeDocument/2006/relationships/slide" Target="slides/slide59.xml"/><Relationship Id="rId89" Type="http://schemas.openxmlformats.org/officeDocument/2006/relationships/slide" Target="slides/slide80.xml"/><Relationship Id="rId112" Type="http://schemas.openxmlformats.org/officeDocument/2006/relationships/slide" Target="slides/slide103.xml"/><Relationship Id="rId133" Type="http://schemas.openxmlformats.org/officeDocument/2006/relationships/slide" Target="slides/slide124.xml"/><Relationship Id="rId154" Type="http://schemas.openxmlformats.org/officeDocument/2006/relationships/tableStyles" Target="tableStyles.xml"/><Relationship Id="rId16" Type="http://schemas.openxmlformats.org/officeDocument/2006/relationships/slide" Target="slides/slide7.xml"/><Relationship Id="rId37" Type="http://schemas.openxmlformats.org/officeDocument/2006/relationships/slide" Target="slides/slide28.xml"/><Relationship Id="rId58" Type="http://schemas.openxmlformats.org/officeDocument/2006/relationships/slide" Target="slides/slide49.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slide" Target="slides/slide114.xml"/><Relationship Id="rId144" Type="http://schemas.openxmlformats.org/officeDocument/2006/relationships/slide" Target="slides/slide135.xml"/><Relationship Id="rId90" Type="http://schemas.openxmlformats.org/officeDocument/2006/relationships/slide" Target="slides/slide8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5F6-A448-AF6D-36B45ED6C70A}"/>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5F6-A448-AF6D-36B45ED6C70A}"/>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5F6-A448-AF6D-36B45ED6C70A}"/>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5F6-A448-AF6D-36B45ED6C70A}"/>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5F6-A448-AF6D-36B45ED6C70A}"/>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5F6-A448-AF6D-36B45ED6C70A}"/>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5F6-A448-AF6D-36B45ED6C70A}"/>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5F6-A448-AF6D-36B45ED6C70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5F6-A448-AF6D-36B45ED6C70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5F6-A448-AF6D-36B45ED6C70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5F6-A448-AF6D-36B45ED6C70A}"/>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5F6-A448-AF6D-36B45ED6C70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r>
              <a:rPr lang="en-US">
                <a:solidFill>
                  <a:schemeClr val="tx2"/>
                </a:solidFill>
                <a:latin typeface="Franklin Gothic Medium" panose="020B0603020102020204" pitchFamily="34"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2"/>
              </a:solidFill>
              <a:latin typeface="Franklin Gothic Medium" panose="020B0603020102020204" pitchFamily="34" charset="0"/>
              <a:ea typeface="+mn-ea"/>
              <a:cs typeface="+mn-cs"/>
            </a:defRPr>
          </a:pPr>
          <a:endParaRPr lang="en-US"/>
        </a:p>
      </c:txPr>
    </c:title>
    <c:autoTitleDeleted val="0"/>
    <c:plotArea>
      <c:layout/>
      <c:pieChart>
        <c:varyColors val="1"/>
        <c:ser>
          <c:idx val="0"/>
          <c:order val="0"/>
          <c:tx>
            <c:strRef>
              <c:f>Sheet1!$B$1</c:f>
              <c:strCache>
                <c:ptCount val="1"/>
                <c:pt idx="0">
                  <c:v>Series 1</c:v>
                </c:pt>
              </c:strCache>
            </c:strRef>
          </c:tx>
          <c:dPt>
            <c:idx val="0"/>
            <c:bubble3D val="0"/>
            <c:spPr>
              <a:solidFill>
                <a:srgbClr val="005D83"/>
              </a:solidFill>
              <a:ln w="19050">
                <a:solidFill>
                  <a:schemeClr val="lt1"/>
                </a:solidFill>
              </a:ln>
              <a:effectLst/>
            </c:spPr>
            <c:extLst>
              <c:ext xmlns:c16="http://schemas.microsoft.com/office/drawing/2014/chart" uri="{C3380CC4-5D6E-409C-BE32-E72D297353CC}">
                <c16:uniqueId val="{00000001-F6DC-1B4F-9531-F5B4BF076970}"/>
              </c:ext>
            </c:extLst>
          </c:dPt>
          <c:dPt>
            <c:idx val="1"/>
            <c:bubble3D val="0"/>
            <c:spPr>
              <a:solidFill>
                <a:srgbClr val="672666"/>
              </a:solidFill>
              <a:ln w="19050">
                <a:solidFill>
                  <a:schemeClr val="lt1"/>
                </a:solidFill>
              </a:ln>
              <a:effectLst/>
            </c:spPr>
            <c:extLst>
              <c:ext xmlns:c16="http://schemas.microsoft.com/office/drawing/2014/chart" uri="{C3380CC4-5D6E-409C-BE32-E72D297353CC}">
                <c16:uniqueId val="{00000003-F6DC-1B4F-9531-F5B4BF076970}"/>
              </c:ext>
            </c:extLst>
          </c:dPt>
          <c:dPt>
            <c:idx val="2"/>
            <c:bubble3D val="0"/>
            <c:spPr>
              <a:solidFill>
                <a:srgbClr val="545659"/>
              </a:solidFill>
              <a:ln w="19050">
                <a:solidFill>
                  <a:schemeClr val="lt1"/>
                </a:solidFill>
              </a:ln>
              <a:effectLst/>
            </c:spPr>
            <c:extLst>
              <c:ext xmlns:c16="http://schemas.microsoft.com/office/drawing/2014/chart" uri="{C3380CC4-5D6E-409C-BE32-E72D297353CC}">
                <c16:uniqueId val="{00000005-F6DC-1B4F-9531-F5B4BF076970}"/>
              </c:ext>
            </c:extLst>
          </c:dPt>
          <c:dPt>
            <c:idx val="3"/>
            <c:bubble3D val="0"/>
            <c:spPr>
              <a:solidFill>
                <a:srgbClr val="B3A269"/>
              </a:solidFill>
              <a:ln w="19050">
                <a:solidFill>
                  <a:schemeClr val="lt1"/>
                </a:solidFill>
              </a:ln>
              <a:effectLst/>
            </c:spPr>
            <c:extLst>
              <c:ext xmlns:c16="http://schemas.microsoft.com/office/drawing/2014/chart" uri="{C3380CC4-5D6E-409C-BE32-E72D297353CC}">
                <c16:uniqueId val="{00000007-F6DC-1B4F-9531-F5B4BF076970}"/>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F6DC-1B4F-9531-F5B4BF076970}"/>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A-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C-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E-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0-F6DC-1B4F-9531-F5B4BF076970}"/>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F6DC-1B4F-9531-F5B4BF076970}"/>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3-F6DC-1B4F-9531-F5B4BF0769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5-F6DC-1B4F-9531-F5B4BF0769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7-F6DC-1B4F-9531-F5B4BF07697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9-F6DC-1B4F-9531-F5B4BF076970}"/>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F6DC-1B4F-9531-F5B4BF07697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0" i="0" u="none" strike="noStrike" kern="1200" baseline="0">
              <a:solidFill>
                <a:schemeClr val="tx2"/>
              </a:solidFill>
              <a:latin typeface="Franklin Gothic Book" panose="020B0503020102020204" pitchFamily="34"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05D83"/>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9FE-4449-92B8-FFBDEC416635}"/>
            </c:ext>
          </c:extLst>
        </c:ser>
        <c:ser>
          <c:idx val="1"/>
          <c:order val="1"/>
          <c:tx>
            <c:strRef>
              <c:f>Sheet1!$C$1</c:f>
              <c:strCache>
                <c:ptCount val="1"/>
                <c:pt idx="0">
                  <c:v>Series 2</c:v>
                </c:pt>
              </c:strCache>
            </c:strRef>
          </c:tx>
          <c:spPr>
            <a:solidFill>
              <a:srgbClr val="672666"/>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9FE-4449-92B8-FFBDEC416635}"/>
            </c:ext>
          </c:extLst>
        </c:ser>
        <c:ser>
          <c:idx val="2"/>
          <c:order val="2"/>
          <c:tx>
            <c:strRef>
              <c:f>Sheet1!$D$1</c:f>
              <c:strCache>
                <c:ptCount val="1"/>
                <c:pt idx="0">
                  <c:v>Series 3</c:v>
                </c:pt>
              </c:strCache>
            </c:strRef>
          </c:tx>
          <c:spPr>
            <a:solidFill>
              <a:srgbClr val="B3A269"/>
            </a:solidFill>
            <a:ln w="9525" cap="flat" cmpd="sng" algn="ctr">
              <a:solidFill>
                <a:schemeClr val="lt1">
                  <a:alpha val="50000"/>
                </a:schemeClr>
              </a:solidFill>
              <a:round/>
            </a:ln>
            <a:effectLst/>
          </c:spPr>
          <c:invertIfNegative val="0"/>
          <c:dPt>
            <c:idx val="0"/>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3-19FE-4449-92B8-FFBDEC416635}"/>
              </c:ext>
            </c:extLst>
          </c:dPt>
          <c:dPt>
            <c:idx val="1"/>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5-19FE-4449-92B8-FFBDEC416635}"/>
              </c:ext>
            </c:extLst>
          </c:dPt>
          <c:dPt>
            <c:idx val="2"/>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7-19FE-4449-92B8-FFBDEC416635}"/>
              </c:ext>
            </c:extLst>
          </c:dPt>
          <c:dPt>
            <c:idx val="3"/>
            <c:invertIfNegative val="0"/>
            <c:bubble3D val="0"/>
            <c:spPr>
              <a:solidFill>
                <a:srgbClr val="B3A269"/>
              </a:solidFill>
              <a:ln w="9525" cap="flat" cmpd="sng" algn="ctr">
                <a:solidFill>
                  <a:schemeClr val="lt1">
                    <a:alpha val="50000"/>
                  </a:schemeClr>
                </a:solidFill>
                <a:round/>
              </a:ln>
              <a:effectLst/>
            </c:spPr>
            <c:extLst>
              <c:ext xmlns:c16="http://schemas.microsoft.com/office/drawing/2014/chart" uri="{C3380CC4-5D6E-409C-BE32-E72D297353CC}">
                <c16:uniqueId val="{00000009-19FE-4449-92B8-FFBDEC416635}"/>
              </c:ext>
            </c:extLst>
          </c:dPt>
          <c:dLbls>
            <c:dLbl>
              <c:idx val="0"/>
              <c:layout>
                <c:manualLayout>
                  <c:x val="2.2171576623365692E-17"/>
                  <c:y val="-8.890591664614613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9FE-4449-92B8-FFBDEC416635}"/>
                </c:ext>
              </c:extLst>
            </c:dLbl>
            <c:dLbl>
              <c:idx val="1"/>
              <c:layout>
                <c:manualLayout>
                  <c:x val="0"/>
                  <c:y val="-3.2097024220493651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FE-4449-92B8-FFBDEC416635}"/>
                </c:ext>
              </c:extLst>
            </c:dLbl>
            <c:dLbl>
              <c:idx val="2"/>
              <c:layout>
                <c:manualLayout>
                  <c:x val="0"/>
                  <c:y val="-1.4571480907179862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9FE-4449-92B8-FFBDEC416635}"/>
                </c:ext>
              </c:extLst>
            </c:dLbl>
            <c:dLbl>
              <c:idx val="3"/>
              <c:layout>
                <c:manualLayout>
                  <c:x val="0"/>
                  <c:y val="-6.0501470433319895E-3"/>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Franklin Gothic Medium" panose="020B0603020102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9FE-4449-92B8-FFBDEC416635}"/>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Franklin Gothic Medium" panose="020B06030201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no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A-19FE-4449-92B8-FFBDEC416635}"/>
            </c:ext>
          </c:extLst>
        </c:ser>
        <c:dLbls>
          <c:dLblPos val="inEnd"/>
          <c:showLegendKey val="0"/>
          <c:showVal val="1"/>
          <c:showCatName val="0"/>
          <c:showSerName val="0"/>
          <c:showPercent val="0"/>
          <c:showBubbleSize val="0"/>
        </c:dLbls>
        <c:gapWidth val="65"/>
        <c:axId val="628035104"/>
        <c:axId val="628033376"/>
      </c:bar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2"/>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1"/>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legendEntry>
        <c:idx val="2"/>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r>
              <a:rPr lang="en-US" b="0" i="0">
                <a:latin typeface="Franklin Gothic Book" panose="020B0503020102020204" pitchFamily="34" charset="0"/>
              </a:rPr>
              <a:t>Chart Title</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tx2"/>
              </a:solidFill>
              <a:latin typeface="+mn-lt"/>
              <a:ea typeface="+mn-ea"/>
              <a:cs typeface="+mn-cs"/>
            </a:defRPr>
          </a:pPr>
          <a:endParaRPr lang="en-US"/>
        </a:p>
      </c:txPr>
    </c:title>
    <c:autoTitleDeleted val="0"/>
    <c:plotArea>
      <c:layout/>
      <c:lineChart>
        <c:grouping val="stacked"/>
        <c:varyColors val="0"/>
        <c:ser>
          <c:idx val="0"/>
          <c:order val="0"/>
          <c:tx>
            <c:strRef>
              <c:f>Sheet1!$B$1</c:f>
              <c:strCache>
                <c:ptCount val="1"/>
                <c:pt idx="0">
                  <c:v>Series 1</c:v>
                </c:pt>
              </c:strCache>
            </c:strRef>
          </c:tx>
          <c:spPr>
            <a:ln w="31750" cap="rnd">
              <a:solidFill>
                <a:srgbClr val="005D83"/>
              </a:solidFill>
              <a:round/>
            </a:ln>
            <a:effectLst/>
          </c:spPr>
          <c:marker>
            <c:symbol val="none"/>
          </c:marker>
          <c:dLbls>
            <c:dLbl>
              <c:idx val="0"/>
              <c:layout>
                <c:manualLayout>
                  <c:x val="-2.4484970347310572E-17"/>
                  <c:y val="-3.757339015034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E6D-7E45-BFDA-D55866DD918A}"/>
                </c:ext>
              </c:extLst>
            </c:dLbl>
            <c:dLbl>
              <c:idx val="1"/>
              <c:layout>
                <c:manualLayout>
                  <c:x val="-4.8969940694621143E-17"/>
                  <c:y val="-4.69667376879347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6D-7E45-BFDA-D55866DD918A}"/>
                </c:ext>
              </c:extLst>
            </c:dLbl>
            <c:dLbl>
              <c:idx val="2"/>
              <c:layout>
                <c:manualLayout>
                  <c:x val="-9.7939881389242286E-17"/>
                  <c:y val="-5.63600852255217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6D-7E45-BFDA-D55866DD918A}"/>
                </c:ext>
              </c:extLst>
            </c:dLbl>
            <c:dLbl>
              <c:idx val="3"/>
              <c:layout>
                <c:manualLayout>
                  <c:x val="0"/>
                  <c:y val="-6.57534327631086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4-0E6D-7E45-BFDA-D55866DD918A}"/>
            </c:ext>
          </c:extLst>
        </c:ser>
        <c:ser>
          <c:idx val="2"/>
          <c:order val="2"/>
          <c:tx>
            <c:strRef>
              <c:f>Sheet1!$D$1</c:f>
              <c:strCache>
                <c:ptCount val="1"/>
                <c:pt idx="0">
                  <c:v>Series 3</c:v>
                </c:pt>
              </c:strCache>
            </c:strRef>
          </c:tx>
          <c:spPr>
            <a:ln w="31750" cap="rnd">
              <a:solidFill>
                <a:srgbClr val="847543">
                  <a:alpha val="85000"/>
                </a:srgbClr>
              </a:solidFill>
              <a:round/>
            </a:ln>
            <a:effectLst/>
          </c:spPr>
          <c:marker>
            <c:symbol val="none"/>
          </c:marker>
          <c:dLbls>
            <c:dLbl>
              <c:idx val="0"/>
              <c:layout>
                <c:manualLayout>
                  <c:x val="-2.671118530884808E-3"/>
                  <c:y val="-4.6966737687934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6D-7E45-BFDA-D55866DD918A}"/>
                </c:ext>
              </c:extLst>
            </c:dLbl>
            <c:dLbl>
              <c:idx val="1"/>
              <c:layout>
                <c:manualLayout>
                  <c:x val="-4.8969940694621143E-17"/>
                  <c:y val="-5.9491201071384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E6D-7E45-BFDA-D55866DD918A}"/>
                </c:ext>
              </c:extLst>
            </c:dLbl>
            <c:dLbl>
              <c:idx val="2"/>
              <c:layout>
                <c:manualLayout>
                  <c:x val="-9.7939881389242286E-17"/>
                  <c:y val="-5.63600852255217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8-0E6D-7E45-BFDA-D55866DD918A}"/>
            </c:ext>
          </c:extLst>
        </c:ser>
        <c:ser>
          <c:idx val="1"/>
          <c:order val="1"/>
          <c:tx>
            <c:strRef>
              <c:f>Sheet1!$C$1</c:f>
              <c:strCache>
                <c:ptCount val="1"/>
                <c:pt idx="0">
                  <c:v>Series 2</c:v>
                </c:pt>
              </c:strCache>
            </c:strRef>
          </c:tx>
          <c:spPr>
            <a:ln w="31750" cap="rnd">
              <a:solidFill>
                <a:srgbClr val="672666"/>
              </a:solidFill>
              <a:round/>
            </a:ln>
            <a:effectLst/>
          </c:spPr>
          <c:marker>
            <c:symbol val="none"/>
          </c:marker>
          <c:dLbls>
            <c:dLbl>
              <c:idx val="0"/>
              <c:layout>
                <c:manualLayout>
                  <c:x val="-2.4484970347310572E-17"/>
                  <c:y val="-5.32289693796593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E6D-7E45-BFDA-D55866DD918A}"/>
                </c:ext>
              </c:extLst>
            </c:dLbl>
            <c:dLbl>
              <c:idx val="1"/>
              <c:layout>
                <c:manualLayout>
                  <c:x val="-4.8969940694621143E-17"/>
                  <c:y val="-5.3228969379659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E6D-7E45-BFDA-D55866DD918A}"/>
                </c:ext>
              </c:extLst>
            </c:dLbl>
            <c:dLbl>
              <c:idx val="2"/>
              <c:layout>
                <c:manualLayout>
                  <c:x val="-9.7939881389242286E-17"/>
                  <c:y val="-7.20156644548332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E6D-7E45-BFDA-D55866DD918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Franklin Gothic Medium" panose="020B06030201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C-0E6D-7E45-BFDA-D55866DD918A}"/>
            </c:ext>
          </c:extLst>
        </c:ser>
        <c:dLbls>
          <c:showLegendKey val="0"/>
          <c:showVal val="1"/>
          <c:showCatName val="0"/>
          <c:showSerName val="0"/>
          <c:showPercent val="0"/>
          <c:showBubbleSize val="0"/>
        </c:dLbls>
        <c:smooth val="0"/>
        <c:axId val="628035104"/>
        <c:axId val="628033376"/>
      </c:lineChart>
      <c:valAx>
        <c:axId val="62803337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628035104"/>
        <c:crosses val="autoZero"/>
        <c:crossBetween val="between"/>
      </c:valAx>
      <c:catAx>
        <c:axId val="62803510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tx1"/>
                </a:solidFill>
                <a:latin typeface="Franklin Gothic Medium" panose="020B0603020102020204" pitchFamily="34" charset="0"/>
                <a:ea typeface="+mn-ea"/>
                <a:cs typeface="+mn-cs"/>
              </a:defRPr>
            </a:pPr>
            <a:endParaRPr lang="en-US"/>
          </a:p>
        </c:txPr>
        <c:crossAx val="62803337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Franklin Gothic Medium" panose="020B0603020102020204" pitchFamily="34" charset="0"/>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ranklin Gothic Book" panose="020B05030201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ranklin Gothic Book" panose="020B0503020102020204" pitchFamily="34" charset="0"/>
              </a:defRPr>
            </a:lvl1pPr>
          </a:lstStyle>
          <a:p>
            <a:fld id="{D519C29E-D764-F646-875C-57DA76062C1C}" type="datetimeFigureOut">
              <a:rPr lang="en-US" smtClean="0"/>
              <a:pPr/>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ranklin Gothic Book" panose="020B05030201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ranklin Gothic Book" panose="020B0503020102020204" pitchFamily="34" charset="0"/>
              </a:defRPr>
            </a:lvl1pPr>
          </a:lstStyle>
          <a:p>
            <a:fld id="{6915107C-BF4B-3041-B860-CA246E0A5CBA}" type="slidenum">
              <a:rPr lang="en-US" smtClean="0"/>
              <a:pPr/>
              <a:t>‹#›</a:t>
            </a:fld>
            <a:endParaRPr lang="en-US"/>
          </a:p>
        </p:txBody>
      </p:sp>
    </p:spTree>
    <p:extLst>
      <p:ext uri="{BB962C8B-B14F-4D97-AF65-F5344CB8AC3E}">
        <p14:creationId xmlns:p14="http://schemas.microsoft.com/office/powerpoint/2010/main" val="318032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ranklin Gothic Book" panose="020B0503020102020204" pitchFamily="34" charset="0"/>
        <a:ea typeface="+mn-ea"/>
        <a:cs typeface="+mn-cs"/>
      </a:defRPr>
    </a:lvl1pPr>
    <a:lvl2pPr marL="457200" algn="l" defTabSz="914400" rtl="0" eaLnBrk="1" latinLnBrk="0" hangingPunct="1">
      <a:defRPr sz="1200" b="0" i="0" kern="1200">
        <a:solidFill>
          <a:schemeClr val="tx1"/>
        </a:solidFill>
        <a:latin typeface="Franklin Gothic Book" panose="020B0503020102020204" pitchFamily="34" charset="0"/>
        <a:ea typeface="+mn-ea"/>
        <a:cs typeface="+mn-cs"/>
      </a:defRPr>
    </a:lvl2pPr>
    <a:lvl3pPr marL="914400" algn="l" defTabSz="914400" rtl="0" eaLnBrk="1" latinLnBrk="0" hangingPunct="1">
      <a:defRPr sz="1200" b="0" i="0" kern="1200">
        <a:solidFill>
          <a:schemeClr val="tx1"/>
        </a:solidFill>
        <a:latin typeface="Franklin Gothic Book" panose="020B0503020102020204" pitchFamily="34" charset="0"/>
        <a:ea typeface="+mn-ea"/>
        <a:cs typeface="+mn-cs"/>
      </a:defRPr>
    </a:lvl3pPr>
    <a:lvl4pPr marL="1371600" algn="l" defTabSz="914400" rtl="0" eaLnBrk="1" latinLnBrk="0" hangingPunct="1">
      <a:defRPr sz="1200" b="0" i="0" kern="1200">
        <a:solidFill>
          <a:schemeClr val="tx1"/>
        </a:solidFill>
        <a:latin typeface="Franklin Gothic Book" panose="020B0503020102020204" pitchFamily="34" charset="0"/>
        <a:ea typeface="+mn-ea"/>
        <a:cs typeface="+mn-cs"/>
      </a:defRPr>
    </a:lvl4pPr>
    <a:lvl5pPr marL="1828800" algn="l" defTabSz="914400" rtl="0" eaLnBrk="1" latinLnBrk="0" hangingPunct="1">
      <a:defRPr sz="1200" b="0" i="0" kern="1200">
        <a:solidFill>
          <a:schemeClr val="tx1"/>
        </a:solidFill>
        <a:latin typeface="Franklin Gothic Book" panose="020B05030201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1</a:t>
            </a:fld>
            <a:endParaRPr lang="en-US"/>
          </a:p>
        </p:txBody>
      </p:sp>
    </p:spTree>
    <p:extLst>
      <p:ext uri="{BB962C8B-B14F-4D97-AF65-F5344CB8AC3E}">
        <p14:creationId xmlns:p14="http://schemas.microsoft.com/office/powerpoint/2010/main" val="210388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noProof="1">
                <a:solidFill>
                  <a:srgbClr val="890047"/>
                </a:solidFill>
                <a:latin typeface="Franklin Gothic Book"/>
              </a:rPr>
              <a:t>In the upper right corner of this slide, add the street address of your meeting’s building and include the meeting’s room number. Also change the text color from magenta to black.</a:t>
            </a:r>
            <a:endParaRPr lang="en-US">
              <a:latin typeface="Franklin Gothic Book"/>
            </a:endParaRPr>
          </a:p>
        </p:txBody>
      </p:sp>
      <p:sp>
        <p:nvSpPr>
          <p:cNvPr id="4" name="Slide Number Placeholder 3"/>
          <p:cNvSpPr>
            <a:spLocks noGrp="1"/>
          </p:cNvSpPr>
          <p:nvPr>
            <p:ph type="sldNum" sz="quarter" idx="5"/>
          </p:nvPr>
        </p:nvSpPr>
        <p:spPr/>
        <p:txBody>
          <a:bodyPr/>
          <a:lstStyle/>
          <a:p>
            <a:fld id="{6915107C-BF4B-3041-B860-CA246E0A5CBA}" type="slidenum">
              <a:rPr lang="en-US" smtClean="0"/>
              <a:pPr/>
              <a:t>13</a:t>
            </a:fld>
            <a:endParaRPr lang="en-US"/>
          </a:p>
        </p:txBody>
      </p:sp>
    </p:spTree>
    <p:extLst>
      <p:ext uri="{BB962C8B-B14F-4D97-AF65-F5344CB8AC3E}">
        <p14:creationId xmlns:p14="http://schemas.microsoft.com/office/powerpoint/2010/main" val="266843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14</a:t>
            </a:fld>
            <a:endParaRPr lang="en-US"/>
          </a:p>
        </p:txBody>
      </p:sp>
    </p:spTree>
    <p:extLst>
      <p:ext uri="{BB962C8B-B14F-4D97-AF65-F5344CB8AC3E}">
        <p14:creationId xmlns:p14="http://schemas.microsoft.com/office/powerpoint/2010/main" val="2846109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15107C-BF4B-3041-B860-CA246E0A5CBA}" type="slidenum">
              <a:rPr lang="en-US" smtClean="0"/>
              <a:t>42</a:t>
            </a:fld>
            <a:endParaRPr lang="en-US"/>
          </a:p>
        </p:txBody>
      </p:sp>
    </p:spTree>
    <p:extLst>
      <p:ext uri="{BB962C8B-B14F-4D97-AF65-F5344CB8AC3E}">
        <p14:creationId xmlns:p14="http://schemas.microsoft.com/office/powerpoint/2010/main" val="309790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61</a:t>
            </a:fld>
            <a:endParaRPr lang="en-US"/>
          </a:p>
        </p:txBody>
      </p:sp>
    </p:spTree>
    <p:extLst>
      <p:ext uri="{BB962C8B-B14F-4D97-AF65-F5344CB8AC3E}">
        <p14:creationId xmlns:p14="http://schemas.microsoft.com/office/powerpoint/2010/main" val="3075048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46DD-698E-7A92-060E-D51EFBBF1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66C2C-814B-F627-3004-BD641AB87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922C9-2388-1863-CFA4-15AF5B4C2C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9801BD-6EC4-B229-D1D6-1D6F08E509EE}"/>
              </a:ext>
            </a:extLst>
          </p:cNvPr>
          <p:cNvSpPr>
            <a:spLocks noGrp="1"/>
          </p:cNvSpPr>
          <p:nvPr>
            <p:ph type="sldNum" sz="quarter" idx="5"/>
          </p:nvPr>
        </p:nvSpPr>
        <p:spPr/>
        <p:txBody>
          <a:bodyPr/>
          <a:lstStyle/>
          <a:p>
            <a:fld id="{6915107C-BF4B-3041-B860-CA246E0A5CBA}" type="slidenum">
              <a:rPr lang="en-US" smtClean="0"/>
              <a:t>71</a:t>
            </a:fld>
            <a:endParaRPr lang="en-US"/>
          </a:p>
        </p:txBody>
      </p:sp>
    </p:spTree>
    <p:extLst>
      <p:ext uri="{BB962C8B-B14F-4D97-AF65-F5344CB8AC3E}">
        <p14:creationId xmlns:p14="http://schemas.microsoft.com/office/powerpoint/2010/main" val="609748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6915107C-BF4B-3041-B860-CA246E0A5CBA}" type="slidenum">
              <a:rPr lang="en-US" smtClean="0"/>
              <a:pPr/>
              <a:t>127</a:t>
            </a:fld>
            <a:endParaRPr lang="en-US"/>
          </a:p>
        </p:txBody>
      </p:sp>
    </p:spTree>
    <p:extLst>
      <p:ext uri="{BB962C8B-B14F-4D97-AF65-F5344CB8AC3E}">
        <p14:creationId xmlns:p14="http://schemas.microsoft.com/office/powerpoint/2010/main" val="221922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15107C-BF4B-3041-B860-CA246E0A5CBA}" type="slidenum">
              <a:rPr lang="en-US" smtClean="0"/>
              <a:pPr/>
              <a:t>138</a:t>
            </a:fld>
            <a:endParaRPr lang="en-US"/>
          </a:p>
        </p:txBody>
      </p:sp>
    </p:spTree>
    <p:extLst>
      <p:ext uri="{BB962C8B-B14F-4D97-AF65-F5344CB8AC3E}">
        <p14:creationId xmlns:p14="http://schemas.microsoft.com/office/powerpoint/2010/main" val="3763226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5.xml"/><Relationship Id="rId6" Type="http://schemas.openxmlformats.org/officeDocument/2006/relationships/image" Target="../media/image4.emf"/><Relationship Id="rId5" Type="http://schemas.openxmlformats.org/officeDocument/2006/relationships/image" Target="../media/image29.svg"/><Relationship Id="rId4" Type="http://schemas.openxmlformats.org/officeDocument/2006/relationships/image" Target="../media/image28.png"/></Relationships>
</file>

<file path=ppt/slideLayouts/_rels/slideLayout142.xml.rels><?xml version="1.0" encoding="UTF-8" standalone="yes"?>
<Relationships xmlns="http://schemas.openxmlformats.org/package/2006/relationships"><Relationship Id="rId8" Type="http://schemas.openxmlformats.org/officeDocument/2006/relationships/hyperlink" Target="https://www.cpcc.edu/" TargetMode="External"/><Relationship Id="rId13" Type="http://schemas.openxmlformats.org/officeDocument/2006/relationships/hyperlink" Target="https://www.instagram.com/centralpiedmontcc/" TargetMode="Externa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7.svg"/><Relationship Id="rId2" Type="http://schemas.openxmlformats.org/officeDocument/2006/relationships/image" Target="../media/image28.png"/><Relationship Id="rId1" Type="http://schemas.openxmlformats.org/officeDocument/2006/relationships/slideMaster" Target="../slideMasters/slideMaster5.xml"/><Relationship Id="rId6" Type="http://schemas.openxmlformats.org/officeDocument/2006/relationships/image" Target="../media/image32.png"/><Relationship Id="rId11" Type="http://schemas.openxmlformats.org/officeDocument/2006/relationships/image" Target="../media/image36.png"/><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 Id="rId14" Type="http://schemas.openxmlformats.org/officeDocument/2006/relationships/image" Target="../media/image4.emf"/></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hyperlink" Target="https://www.cpcc.edu/" TargetMode="External"/><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9" Type="http://schemas.openxmlformats.org/officeDocument/2006/relationships/image" Target="../media/image43.svg"/></Relationships>
</file>

<file path=ppt/slideLayouts/_rels/slideLayout14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Master" Target="../slideMasters/slideMaster5.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 Id="rId9" Type="http://schemas.openxmlformats.org/officeDocument/2006/relationships/image" Target="../media/image49.sv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26" Type="http://schemas.openxmlformats.org/officeDocument/2006/relationships/image" Target="../media/image76.png"/><Relationship Id="rId21" Type="http://schemas.openxmlformats.org/officeDocument/2006/relationships/image" Target="../media/image71.svg"/><Relationship Id="rId34" Type="http://schemas.openxmlformats.org/officeDocument/2006/relationships/image" Target="../media/image84.png"/><Relationship Id="rId42" Type="http://schemas.openxmlformats.org/officeDocument/2006/relationships/image" Target="../media/image92.png"/><Relationship Id="rId47" Type="http://schemas.openxmlformats.org/officeDocument/2006/relationships/image" Target="../media/image97.svg"/><Relationship Id="rId50" Type="http://schemas.openxmlformats.org/officeDocument/2006/relationships/image" Target="../media/image100.png"/><Relationship Id="rId55" Type="http://schemas.openxmlformats.org/officeDocument/2006/relationships/image" Target="../media/image105.svg"/><Relationship Id="rId63" Type="http://schemas.openxmlformats.org/officeDocument/2006/relationships/image" Target="../media/image113.svg"/><Relationship Id="rId7" Type="http://schemas.openxmlformats.org/officeDocument/2006/relationships/image" Target="../media/image57.svg"/><Relationship Id="rId2" Type="http://schemas.openxmlformats.org/officeDocument/2006/relationships/image" Target="../media/image52.png"/><Relationship Id="rId16" Type="http://schemas.openxmlformats.org/officeDocument/2006/relationships/image" Target="../media/image66.png"/><Relationship Id="rId29" Type="http://schemas.openxmlformats.org/officeDocument/2006/relationships/image" Target="../media/image79.svg"/><Relationship Id="rId11" Type="http://schemas.openxmlformats.org/officeDocument/2006/relationships/image" Target="../media/image61.svg"/><Relationship Id="rId24" Type="http://schemas.openxmlformats.org/officeDocument/2006/relationships/image" Target="../media/image74.png"/><Relationship Id="rId32" Type="http://schemas.openxmlformats.org/officeDocument/2006/relationships/image" Target="../media/image82.png"/><Relationship Id="rId37" Type="http://schemas.openxmlformats.org/officeDocument/2006/relationships/image" Target="../media/image87.svg"/><Relationship Id="rId40" Type="http://schemas.openxmlformats.org/officeDocument/2006/relationships/image" Target="../media/image90.png"/><Relationship Id="rId45" Type="http://schemas.openxmlformats.org/officeDocument/2006/relationships/image" Target="../media/image95.svg"/><Relationship Id="rId53" Type="http://schemas.openxmlformats.org/officeDocument/2006/relationships/image" Target="../media/image103.svg"/><Relationship Id="rId58" Type="http://schemas.openxmlformats.org/officeDocument/2006/relationships/image" Target="../media/image108.png"/><Relationship Id="rId5" Type="http://schemas.openxmlformats.org/officeDocument/2006/relationships/image" Target="../media/image55.svg"/><Relationship Id="rId61" Type="http://schemas.openxmlformats.org/officeDocument/2006/relationships/image" Target="../media/image111.svg"/><Relationship Id="rId19" Type="http://schemas.openxmlformats.org/officeDocument/2006/relationships/image" Target="../media/image69.svg"/><Relationship Id="rId14" Type="http://schemas.openxmlformats.org/officeDocument/2006/relationships/image" Target="../media/image64.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80.png"/><Relationship Id="rId35" Type="http://schemas.openxmlformats.org/officeDocument/2006/relationships/image" Target="../media/image85.svg"/><Relationship Id="rId43" Type="http://schemas.openxmlformats.org/officeDocument/2006/relationships/image" Target="../media/image93.svg"/><Relationship Id="rId48" Type="http://schemas.openxmlformats.org/officeDocument/2006/relationships/image" Target="../media/image98.png"/><Relationship Id="rId56" Type="http://schemas.openxmlformats.org/officeDocument/2006/relationships/image" Target="../media/image106.png"/><Relationship Id="rId64" Type="http://schemas.openxmlformats.org/officeDocument/2006/relationships/image" Target="../media/image114.png"/><Relationship Id="rId8" Type="http://schemas.openxmlformats.org/officeDocument/2006/relationships/image" Target="../media/image58.png"/><Relationship Id="rId51" Type="http://schemas.openxmlformats.org/officeDocument/2006/relationships/image" Target="../media/image101.svg"/><Relationship Id="rId3" Type="http://schemas.openxmlformats.org/officeDocument/2006/relationships/image" Target="../media/image53.svg"/><Relationship Id="rId12" Type="http://schemas.openxmlformats.org/officeDocument/2006/relationships/image" Target="../media/image62.png"/><Relationship Id="rId17" Type="http://schemas.openxmlformats.org/officeDocument/2006/relationships/image" Target="../media/image67.svg"/><Relationship Id="rId25" Type="http://schemas.openxmlformats.org/officeDocument/2006/relationships/image" Target="../media/image75.svg"/><Relationship Id="rId33" Type="http://schemas.openxmlformats.org/officeDocument/2006/relationships/image" Target="../media/image83.svg"/><Relationship Id="rId38" Type="http://schemas.openxmlformats.org/officeDocument/2006/relationships/image" Target="../media/image88.png"/><Relationship Id="rId46" Type="http://schemas.openxmlformats.org/officeDocument/2006/relationships/image" Target="../media/image96.png"/><Relationship Id="rId59" Type="http://schemas.openxmlformats.org/officeDocument/2006/relationships/image" Target="../media/image109.svg"/><Relationship Id="rId20" Type="http://schemas.openxmlformats.org/officeDocument/2006/relationships/image" Target="../media/image70.png"/><Relationship Id="rId41" Type="http://schemas.openxmlformats.org/officeDocument/2006/relationships/image" Target="../media/image91.svg"/><Relationship Id="rId54" Type="http://schemas.openxmlformats.org/officeDocument/2006/relationships/image" Target="../media/image104.png"/><Relationship Id="rId62" Type="http://schemas.openxmlformats.org/officeDocument/2006/relationships/image" Target="../media/image112.png"/><Relationship Id="rId1" Type="http://schemas.openxmlformats.org/officeDocument/2006/relationships/slideMaster" Target="../slideMasters/slideMaster6.xml"/><Relationship Id="rId6" Type="http://schemas.openxmlformats.org/officeDocument/2006/relationships/image" Target="../media/image56.png"/><Relationship Id="rId15" Type="http://schemas.openxmlformats.org/officeDocument/2006/relationships/image" Target="../media/image65.svg"/><Relationship Id="rId23" Type="http://schemas.openxmlformats.org/officeDocument/2006/relationships/image" Target="../media/image73.svg"/><Relationship Id="rId28" Type="http://schemas.openxmlformats.org/officeDocument/2006/relationships/image" Target="../media/image78.png"/><Relationship Id="rId36" Type="http://schemas.openxmlformats.org/officeDocument/2006/relationships/image" Target="../media/image86.png"/><Relationship Id="rId49" Type="http://schemas.openxmlformats.org/officeDocument/2006/relationships/image" Target="../media/image99.svg"/><Relationship Id="rId57" Type="http://schemas.openxmlformats.org/officeDocument/2006/relationships/image" Target="../media/image107.svg"/><Relationship Id="rId10" Type="http://schemas.openxmlformats.org/officeDocument/2006/relationships/image" Target="../media/image60.png"/><Relationship Id="rId31" Type="http://schemas.openxmlformats.org/officeDocument/2006/relationships/image" Target="../media/image81.svg"/><Relationship Id="rId44" Type="http://schemas.openxmlformats.org/officeDocument/2006/relationships/image" Target="../media/image94.png"/><Relationship Id="rId52" Type="http://schemas.openxmlformats.org/officeDocument/2006/relationships/image" Target="../media/image102.png"/><Relationship Id="rId60" Type="http://schemas.openxmlformats.org/officeDocument/2006/relationships/image" Target="../media/image110.png"/><Relationship Id="rId65" Type="http://schemas.openxmlformats.org/officeDocument/2006/relationships/image" Target="../media/image115.svg"/><Relationship Id="rId4" Type="http://schemas.openxmlformats.org/officeDocument/2006/relationships/image" Target="../media/image54.png"/><Relationship Id="rId9" Type="http://schemas.openxmlformats.org/officeDocument/2006/relationships/image" Target="../media/image59.svg"/><Relationship Id="rId13" Type="http://schemas.openxmlformats.org/officeDocument/2006/relationships/image" Target="../media/image63.svg"/><Relationship Id="rId18" Type="http://schemas.openxmlformats.org/officeDocument/2006/relationships/image" Target="../media/image68.png"/><Relationship Id="rId39" Type="http://schemas.openxmlformats.org/officeDocument/2006/relationships/image" Target="../media/image89.svg"/></Relationships>
</file>

<file path=ppt/slideLayouts/_rels/slideLayout152.xml.rels><?xml version="1.0" encoding="UTF-8" standalone="yes"?>
<Relationships xmlns="http://schemas.openxmlformats.org/package/2006/relationships"><Relationship Id="rId26" Type="http://schemas.openxmlformats.org/officeDocument/2006/relationships/image" Target="../media/image140.png"/><Relationship Id="rId21" Type="http://schemas.openxmlformats.org/officeDocument/2006/relationships/image" Target="../media/image135.svg"/><Relationship Id="rId42" Type="http://schemas.openxmlformats.org/officeDocument/2006/relationships/image" Target="../media/image156.png"/><Relationship Id="rId47" Type="http://schemas.openxmlformats.org/officeDocument/2006/relationships/image" Target="../media/image161.svg"/><Relationship Id="rId63" Type="http://schemas.openxmlformats.org/officeDocument/2006/relationships/image" Target="../media/image177.svg"/><Relationship Id="rId68" Type="http://schemas.openxmlformats.org/officeDocument/2006/relationships/image" Target="../media/image182.png"/><Relationship Id="rId16" Type="http://schemas.openxmlformats.org/officeDocument/2006/relationships/image" Target="../media/image130.png"/><Relationship Id="rId11" Type="http://schemas.openxmlformats.org/officeDocument/2006/relationships/image" Target="../media/image125.svg"/><Relationship Id="rId32" Type="http://schemas.openxmlformats.org/officeDocument/2006/relationships/image" Target="../media/image146.png"/><Relationship Id="rId37" Type="http://schemas.openxmlformats.org/officeDocument/2006/relationships/image" Target="../media/image151.svg"/><Relationship Id="rId53" Type="http://schemas.openxmlformats.org/officeDocument/2006/relationships/image" Target="../media/image167.svg"/><Relationship Id="rId58" Type="http://schemas.openxmlformats.org/officeDocument/2006/relationships/image" Target="../media/image172.png"/><Relationship Id="rId74" Type="http://schemas.openxmlformats.org/officeDocument/2006/relationships/image" Target="../media/image188.png"/><Relationship Id="rId79" Type="http://schemas.openxmlformats.org/officeDocument/2006/relationships/image" Target="../media/image193.svg"/><Relationship Id="rId5" Type="http://schemas.openxmlformats.org/officeDocument/2006/relationships/image" Target="../media/image119.svg"/><Relationship Id="rId61" Type="http://schemas.openxmlformats.org/officeDocument/2006/relationships/image" Target="../media/image175.svg"/><Relationship Id="rId19" Type="http://schemas.openxmlformats.org/officeDocument/2006/relationships/image" Target="../media/image133.svg"/><Relationship Id="rId14" Type="http://schemas.openxmlformats.org/officeDocument/2006/relationships/image" Target="../media/image128.png"/><Relationship Id="rId22" Type="http://schemas.openxmlformats.org/officeDocument/2006/relationships/image" Target="../media/image136.png"/><Relationship Id="rId27" Type="http://schemas.openxmlformats.org/officeDocument/2006/relationships/image" Target="../media/image141.svg"/><Relationship Id="rId30" Type="http://schemas.openxmlformats.org/officeDocument/2006/relationships/image" Target="../media/image144.png"/><Relationship Id="rId35" Type="http://schemas.openxmlformats.org/officeDocument/2006/relationships/image" Target="../media/image149.svg"/><Relationship Id="rId43" Type="http://schemas.openxmlformats.org/officeDocument/2006/relationships/image" Target="../media/image157.svg"/><Relationship Id="rId48" Type="http://schemas.openxmlformats.org/officeDocument/2006/relationships/image" Target="../media/image162.png"/><Relationship Id="rId56" Type="http://schemas.openxmlformats.org/officeDocument/2006/relationships/image" Target="../media/image170.png"/><Relationship Id="rId64" Type="http://schemas.openxmlformats.org/officeDocument/2006/relationships/image" Target="../media/image178.png"/><Relationship Id="rId69" Type="http://schemas.openxmlformats.org/officeDocument/2006/relationships/image" Target="../media/image183.svg"/><Relationship Id="rId77" Type="http://schemas.openxmlformats.org/officeDocument/2006/relationships/image" Target="../media/image191.svg"/><Relationship Id="rId8" Type="http://schemas.openxmlformats.org/officeDocument/2006/relationships/image" Target="../media/image122.png"/><Relationship Id="rId51" Type="http://schemas.openxmlformats.org/officeDocument/2006/relationships/image" Target="../media/image165.svg"/><Relationship Id="rId72" Type="http://schemas.openxmlformats.org/officeDocument/2006/relationships/image" Target="../media/image186.png"/><Relationship Id="rId80" Type="http://schemas.openxmlformats.org/officeDocument/2006/relationships/image" Target="../media/image194.png"/><Relationship Id="rId3" Type="http://schemas.openxmlformats.org/officeDocument/2006/relationships/image" Target="../media/image117.svg"/><Relationship Id="rId12" Type="http://schemas.openxmlformats.org/officeDocument/2006/relationships/image" Target="../media/image126.png"/><Relationship Id="rId17" Type="http://schemas.openxmlformats.org/officeDocument/2006/relationships/image" Target="../media/image131.svg"/><Relationship Id="rId25" Type="http://schemas.openxmlformats.org/officeDocument/2006/relationships/image" Target="../media/image139.svg"/><Relationship Id="rId33" Type="http://schemas.openxmlformats.org/officeDocument/2006/relationships/image" Target="../media/image147.svg"/><Relationship Id="rId38" Type="http://schemas.openxmlformats.org/officeDocument/2006/relationships/image" Target="../media/image152.png"/><Relationship Id="rId46" Type="http://schemas.openxmlformats.org/officeDocument/2006/relationships/image" Target="../media/image160.png"/><Relationship Id="rId59" Type="http://schemas.openxmlformats.org/officeDocument/2006/relationships/image" Target="../media/image173.svg"/><Relationship Id="rId67" Type="http://schemas.openxmlformats.org/officeDocument/2006/relationships/image" Target="../media/image181.svg"/><Relationship Id="rId20" Type="http://schemas.openxmlformats.org/officeDocument/2006/relationships/image" Target="../media/image134.png"/><Relationship Id="rId41" Type="http://schemas.openxmlformats.org/officeDocument/2006/relationships/image" Target="../media/image155.svg"/><Relationship Id="rId54" Type="http://schemas.openxmlformats.org/officeDocument/2006/relationships/image" Target="../media/image168.png"/><Relationship Id="rId62" Type="http://schemas.openxmlformats.org/officeDocument/2006/relationships/image" Target="../media/image176.png"/><Relationship Id="rId70" Type="http://schemas.openxmlformats.org/officeDocument/2006/relationships/image" Target="../media/image184.png"/><Relationship Id="rId75" Type="http://schemas.openxmlformats.org/officeDocument/2006/relationships/image" Target="../media/image189.svg"/><Relationship Id="rId1" Type="http://schemas.openxmlformats.org/officeDocument/2006/relationships/slideMaster" Target="../slideMasters/slideMaster6.xml"/><Relationship Id="rId6" Type="http://schemas.openxmlformats.org/officeDocument/2006/relationships/image" Target="../media/image120.png"/><Relationship Id="rId15" Type="http://schemas.openxmlformats.org/officeDocument/2006/relationships/image" Target="../media/image129.svg"/><Relationship Id="rId23" Type="http://schemas.openxmlformats.org/officeDocument/2006/relationships/image" Target="../media/image137.svg"/><Relationship Id="rId28" Type="http://schemas.openxmlformats.org/officeDocument/2006/relationships/image" Target="../media/image142.png"/><Relationship Id="rId36" Type="http://schemas.openxmlformats.org/officeDocument/2006/relationships/image" Target="../media/image150.png"/><Relationship Id="rId49" Type="http://schemas.openxmlformats.org/officeDocument/2006/relationships/image" Target="../media/image163.svg"/><Relationship Id="rId57" Type="http://schemas.openxmlformats.org/officeDocument/2006/relationships/image" Target="../media/image171.svg"/><Relationship Id="rId10" Type="http://schemas.openxmlformats.org/officeDocument/2006/relationships/image" Target="../media/image124.png"/><Relationship Id="rId31" Type="http://schemas.openxmlformats.org/officeDocument/2006/relationships/image" Target="../media/image145.svg"/><Relationship Id="rId44" Type="http://schemas.openxmlformats.org/officeDocument/2006/relationships/image" Target="../media/image158.png"/><Relationship Id="rId52" Type="http://schemas.openxmlformats.org/officeDocument/2006/relationships/image" Target="../media/image166.png"/><Relationship Id="rId60" Type="http://schemas.openxmlformats.org/officeDocument/2006/relationships/image" Target="../media/image174.png"/><Relationship Id="rId65" Type="http://schemas.openxmlformats.org/officeDocument/2006/relationships/image" Target="../media/image179.svg"/><Relationship Id="rId73" Type="http://schemas.openxmlformats.org/officeDocument/2006/relationships/image" Target="../media/image187.svg"/><Relationship Id="rId78" Type="http://schemas.openxmlformats.org/officeDocument/2006/relationships/image" Target="../media/image192.png"/><Relationship Id="rId81" Type="http://schemas.openxmlformats.org/officeDocument/2006/relationships/image" Target="../media/image195.svg"/><Relationship Id="rId4" Type="http://schemas.openxmlformats.org/officeDocument/2006/relationships/image" Target="../media/image118.png"/><Relationship Id="rId9" Type="http://schemas.openxmlformats.org/officeDocument/2006/relationships/image" Target="../media/image123.svg"/><Relationship Id="rId13" Type="http://schemas.openxmlformats.org/officeDocument/2006/relationships/image" Target="../media/image127.svg"/><Relationship Id="rId18" Type="http://schemas.openxmlformats.org/officeDocument/2006/relationships/image" Target="../media/image132.png"/><Relationship Id="rId39" Type="http://schemas.openxmlformats.org/officeDocument/2006/relationships/image" Target="../media/image153.svg"/><Relationship Id="rId34" Type="http://schemas.openxmlformats.org/officeDocument/2006/relationships/image" Target="../media/image148.png"/><Relationship Id="rId50" Type="http://schemas.openxmlformats.org/officeDocument/2006/relationships/image" Target="../media/image164.png"/><Relationship Id="rId55" Type="http://schemas.openxmlformats.org/officeDocument/2006/relationships/image" Target="../media/image169.svg"/><Relationship Id="rId76" Type="http://schemas.openxmlformats.org/officeDocument/2006/relationships/image" Target="../media/image190.png"/><Relationship Id="rId7" Type="http://schemas.openxmlformats.org/officeDocument/2006/relationships/image" Target="../media/image121.svg"/><Relationship Id="rId71" Type="http://schemas.openxmlformats.org/officeDocument/2006/relationships/image" Target="../media/image185.svg"/><Relationship Id="rId2" Type="http://schemas.openxmlformats.org/officeDocument/2006/relationships/image" Target="../media/image116.png"/><Relationship Id="rId29" Type="http://schemas.openxmlformats.org/officeDocument/2006/relationships/image" Target="../media/image143.svg"/><Relationship Id="rId24" Type="http://schemas.openxmlformats.org/officeDocument/2006/relationships/image" Target="../media/image138.png"/><Relationship Id="rId40" Type="http://schemas.openxmlformats.org/officeDocument/2006/relationships/image" Target="../media/image154.png"/><Relationship Id="rId45" Type="http://schemas.openxmlformats.org/officeDocument/2006/relationships/image" Target="../media/image159.svg"/><Relationship Id="rId66" Type="http://schemas.openxmlformats.org/officeDocument/2006/relationships/image" Target="../media/image180.png"/></Relationships>
</file>

<file path=ppt/slideLayouts/_rels/slideLayout153.xml.rels><?xml version="1.0" encoding="UTF-8" standalone="yes"?>
<Relationships xmlns="http://schemas.openxmlformats.org/package/2006/relationships"><Relationship Id="rId13" Type="http://schemas.openxmlformats.org/officeDocument/2006/relationships/image" Target="../media/image207.svg"/><Relationship Id="rId18" Type="http://schemas.openxmlformats.org/officeDocument/2006/relationships/image" Target="../media/image212.png"/><Relationship Id="rId26" Type="http://schemas.openxmlformats.org/officeDocument/2006/relationships/image" Target="../media/image220.png"/><Relationship Id="rId39" Type="http://schemas.openxmlformats.org/officeDocument/2006/relationships/image" Target="../media/image233.svg"/><Relationship Id="rId21" Type="http://schemas.openxmlformats.org/officeDocument/2006/relationships/image" Target="../media/image215.svg"/><Relationship Id="rId34" Type="http://schemas.openxmlformats.org/officeDocument/2006/relationships/image" Target="../media/image228.png"/><Relationship Id="rId42" Type="http://schemas.openxmlformats.org/officeDocument/2006/relationships/image" Target="../media/image236.png"/><Relationship Id="rId47" Type="http://schemas.openxmlformats.org/officeDocument/2006/relationships/image" Target="../media/image241.svg"/><Relationship Id="rId50" Type="http://schemas.openxmlformats.org/officeDocument/2006/relationships/image" Target="../media/image244.png"/><Relationship Id="rId55" Type="http://schemas.openxmlformats.org/officeDocument/2006/relationships/image" Target="../media/image249.svg"/><Relationship Id="rId7" Type="http://schemas.openxmlformats.org/officeDocument/2006/relationships/image" Target="../media/image201.svg"/><Relationship Id="rId2" Type="http://schemas.openxmlformats.org/officeDocument/2006/relationships/image" Target="../media/image196.png"/><Relationship Id="rId16" Type="http://schemas.openxmlformats.org/officeDocument/2006/relationships/image" Target="../media/image210.png"/><Relationship Id="rId29" Type="http://schemas.openxmlformats.org/officeDocument/2006/relationships/image" Target="../media/image223.svg"/><Relationship Id="rId11" Type="http://schemas.openxmlformats.org/officeDocument/2006/relationships/image" Target="../media/image205.svg"/><Relationship Id="rId24" Type="http://schemas.openxmlformats.org/officeDocument/2006/relationships/image" Target="../media/image218.png"/><Relationship Id="rId32" Type="http://schemas.openxmlformats.org/officeDocument/2006/relationships/image" Target="../media/image226.png"/><Relationship Id="rId37" Type="http://schemas.openxmlformats.org/officeDocument/2006/relationships/image" Target="../media/image231.svg"/><Relationship Id="rId40" Type="http://schemas.openxmlformats.org/officeDocument/2006/relationships/image" Target="../media/image234.png"/><Relationship Id="rId45" Type="http://schemas.openxmlformats.org/officeDocument/2006/relationships/image" Target="../media/image239.svg"/><Relationship Id="rId53" Type="http://schemas.openxmlformats.org/officeDocument/2006/relationships/image" Target="../media/image247.svg"/><Relationship Id="rId5" Type="http://schemas.openxmlformats.org/officeDocument/2006/relationships/image" Target="../media/image199.svg"/><Relationship Id="rId10" Type="http://schemas.openxmlformats.org/officeDocument/2006/relationships/image" Target="../media/image204.png"/><Relationship Id="rId19" Type="http://schemas.openxmlformats.org/officeDocument/2006/relationships/image" Target="../media/image213.svg"/><Relationship Id="rId31" Type="http://schemas.openxmlformats.org/officeDocument/2006/relationships/image" Target="../media/image225.svg"/><Relationship Id="rId44" Type="http://schemas.openxmlformats.org/officeDocument/2006/relationships/image" Target="../media/image238.png"/><Relationship Id="rId52" Type="http://schemas.openxmlformats.org/officeDocument/2006/relationships/image" Target="../media/image246.png"/><Relationship Id="rId4" Type="http://schemas.openxmlformats.org/officeDocument/2006/relationships/image" Target="../media/image198.png"/><Relationship Id="rId9" Type="http://schemas.openxmlformats.org/officeDocument/2006/relationships/image" Target="../media/image203.svg"/><Relationship Id="rId14" Type="http://schemas.openxmlformats.org/officeDocument/2006/relationships/image" Target="../media/image208.png"/><Relationship Id="rId22" Type="http://schemas.openxmlformats.org/officeDocument/2006/relationships/image" Target="../media/image216.png"/><Relationship Id="rId27" Type="http://schemas.openxmlformats.org/officeDocument/2006/relationships/image" Target="../media/image221.svg"/><Relationship Id="rId30" Type="http://schemas.openxmlformats.org/officeDocument/2006/relationships/image" Target="../media/image224.png"/><Relationship Id="rId35" Type="http://schemas.openxmlformats.org/officeDocument/2006/relationships/image" Target="../media/image229.svg"/><Relationship Id="rId43" Type="http://schemas.openxmlformats.org/officeDocument/2006/relationships/image" Target="../media/image237.svg"/><Relationship Id="rId48" Type="http://schemas.openxmlformats.org/officeDocument/2006/relationships/image" Target="../media/image242.png"/><Relationship Id="rId8" Type="http://schemas.openxmlformats.org/officeDocument/2006/relationships/image" Target="../media/image202.png"/><Relationship Id="rId51" Type="http://schemas.openxmlformats.org/officeDocument/2006/relationships/image" Target="../media/image245.svg"/><Relationship Id="rId3" Type="http://schemas.openxmlformats.org/officeDocument/2006/relationships/image" Target="../media/image197.svg"/><Relationship Id="rId12" Type="http://schemas.openxmlformats.org/officeDocument/2006/relationships/image" Target="../media/image206.png"/><Relationship Id="rId17" Type="http://schemas.openxmlformats.org/officeDocument/2006/relationships/image" Target="../media/image211.svg"/><Relationship Id="rId25" Type="http://schemas.openxmlformats.org/officeDocument/2006/relationships/image" Target="../media/image219.svg"/><Relationship Id="rId33" Type="http://schemas.openxmlformats.org/officeDocument/2006/relationships/image" Target="../media/image227.svg"/><Relationship Id="rId38" Type="http://schemas.openxmlformats.org/officeDocument/2006/relationships/image" Target="../media/image232.png"/><Relationship Id="rId46" Type="http://schemas.openxmlformats.org/officeDocument/2006/relationships/image" Target="../media/image240.png"/><Relationship Id="rId20" Type="http://schemas.openxmlformats.org/officeDocument/2006/relationships/image" Target="../media/image214.png"/><Relationship Id="rId41" Type="http://schemas.openxmlformats.org/officeDocument/2006/relationships/image" Target="../media/image235.svg"/><Relationship Id="rId54" Type="http://schemas.openxmlformats.org/officeDocument/2006/relationships/image" Target="../media/image248.png"/><Relationship Id="rId1" Type="http://schemas.openxmlformats.org/officeDocument/2006/relationships/slideMaster" Target="../slideMasters/slideMaster6.xml"/><Relationship Id="rId6" Type="http://schemas.openxmlformats.org/officeDocument/2006/relationships/image" Target="../media/image200.png"/><Relationship Id="rId15" Type="http://schemas.openxmlformats.org/officeDocument/2006/relationships/image" Target="../media/image209.svg"/><Relationship Id="rId23" Type="http://schemas.openxmlformats.org/officeDocument/2006/relationships/image" Target="../media/image217.svg"/><Relationship Id="rId28" Type="http://schemas.openxmlformats.org/officeDocument/2006/relationships/image" Target="../media/image222.png"/><Relationship Id="rId36" Type="http://schemas.openxmlformats.org/officeDocument/2006/relationships/image" Target="../media/image230.png"/><Relationship Id="rId49" Type="http://schemas.openxmlformats.org/officeDocument/2006/relationships/image" Target="../media/image243.svg"/></Relationships>
</file>

<file path=ppt/slideLayouts/_rels/slideLayout154.xml.rels><?xml version="1.0" encoding="UTF-8" standalone="yes"?>
<Relationships xmlns="http://schemas.openxmlformats.org/package/2006/relationships"><Relationship Id="rId13" Type="http://schemas.openxmlformats.org/officeDocument/2006/relationships/image" Target="../media/image261.svg"/><Relationship Id="rId18" Type="http://schemas.openxmlformats.org/officeDocument/2006/relationships/image" Target="../media/image266.png"/><Relationship Id="rId26" Type="http://schemas.openxmlformats.org/officeDocument/2006/relationships/image" Target="../media/image274.png"/><Relationship Id="rId39" Type="http://schemas.openxmlformats.org/officeDocument/2006/relationships/image" Target="../media/image287.svg"/><Relationship Id="rId21" Type="http://schemas.openxmlformats.org/officeDocument/2006/relationships/image" Target="../media/image269.svg"/><Relationship Id="rId34" Type="http://schemas.openxmlformats.org/officeDocument/2006/relationships/image" Target="../media/image282.png"/><Relationship Id="rId42" Type="http://schemas.openxmlformats.org/officeDocument/2006/relationships/image" Target="../media/image290.png"/><Relationship Id="rId47" Type="http://schemas.openxmlformats.org/officeDocument/2006/relationships/image" Target="../media/image295.svg"/><Relationship Id="rId50" Type="http://schemas.openxmlformats.org/officeDocument/2006/relationships/image" Target="../media/image298.png"/><Relationship Id="rId55" Type="http://schemas.openxmlformats.org/officeDocument/2006/relationships/image" Target="../media/image303.svg"/><Relationship Id="rId63" Type="http://schemas.openxmlformats.org/officeDocument/2006/relationships/image" Target="../media/image311.svg"/><Relationship Id="rId7" Type="http://schemas.openxmlformats.org/officeDocument/2006/relationships/image" Target="../media/image255.svg"/><Relationship Id="rId2" Type="http://schemas.openxmlformats.org/officeDocument/2006/relationships/image" Target="../media/image250.png"/><Relationship Id="rId16" Type="http://schemas.openxmlformats.org/officeDocument/2006/relationships/image" Target="../media/image264.png"/><Relationship Id="rId29" Type="http://schemas.openxmlformats.org/officeDocument/2006/relationships/image" Target="../media/image277.svg"/><Relationship Id="rId11" Type="http://schemas.openxmlformats.org/officeDocument/2006/relationships/image" Target="../media/image259.svg"/><Relationship Id="rId24" Type="http://schemas.openxmlformats.org/officeDocument/2006/relationships/image" Target="../media/image272.png"/><Relationship Id="rId32" Type="http://schemas.openxmlformats.org/officeDocument/2006/relationships/image" Target="../media/image280.png"/><Relationship Id="rId37" Type="http://schemas.openxmlformats.org/officeDocument/2006/relationships/image" Target="../media/image285.svg"/><Relationship Id="rId40" Type="http://schemas.openxmlformats.org/officeDocument/2006/relationships/image" Target="../media/image288.png"/><Relationship Id="rId45" Type="http://schemas.openxmlformats.org/officeDocument/2006/relationships/image" Target="../media/image293.svg"/><Relationship Id="rId53" Type="http://schemas.openxmlformats.org/officeDocument/2006/relationships/image" Target="../media/image301.svg"/><Relationship Id="rId58" Type="http://schemas.openxmlformats.org/officeDocument/2006/relationships/image" Target="../media/image306.png"/><Relationship Id="rId5" Type="http://schemas.openxmlformats.org/officeDocument/2006/relationships/image" Target="../media/image253.svg"/><Relationship Id="rId61" Type="http://schemas.openxmlformats.org/officeDocument/2006/relationships/image" Target="../media/image309.svg"/><Relationship Id="rId19" Type="http://schemas.openxmlformats.org/officeDocument/2006/relationships/image" Target="../media/image267.svg"/><Relationship Id="rId14" Type="http://schemas.openxmlformats.org/officeDocument/2006/relationships/image" Target="../media/image262.png"/><Relationship Id="rId22" Type="http://schemas.openxmlformats.org/officeDocument/2006/relationships/image" Target="../media/image270.png"/><Relationship Id="rId27" Type="http://schemas.openxmlformats.org/officeDocument/2006/relationships/image" Target="../media/image275.svg"/><Relationship Id="rId30" Type="http://schemas.openxmlformats.org/officeDocument/2006/relationships/image" Target="../media/image278.png"/><Relationship Id="rId35" Type="http://schemas.openxmlformats.org/officeDocument/2006/relationships/image" Target="../media/image283.svg"/><Relationship Id="rId43" Type="http://schemas.openxmlformats.org/officeDocument/2006/relationships/image" Target="../media/image291.svg"/><Relationship Id="rId48" Type="http://schemas.openxmlformats.org/officeDocument/2006/relationships/image" Target="../media/image296.png"/><Relationship Id="rId56" Type="http://schemas.openxmlformats.org/officeDocument/2006/relationships/image" Target="../media/image304.png"/><Relationship Id="rId8" Type="http://schemas.openxmlformats.org/officeDocument/2006/relationships/image" Target="../media/image256.png"/><Relationship Id="rId51" Type="http://schemas.openxmlformats.org/officeDocument/2006/relationships/image" Target="../media/image299.svg"/><Relationship Id="rId3" Type="http://schemas.openxmlformats.org/officeDocument/2006/relationships/image" Target="../media/image251.svg"/><Relationship Id="rId12" Type="http://schemas.openxmlformats.org/officeDocument/2006/relationships/image" Target="../media/image260.png"/><Relationship Id="rId17" Type="http://schemas.openxmlformats.org/officeDocument/2006/relationships/image" Target="../media/image265.svg"/><Relationship Id="rId25" Type="http://schemas.openxmlformats.org/officeDocument/2006/relationships/image" Target="../media/image273.svg"/><Relationship Id="rId33" Type="http://schemas.openxmlformats.org/officeDocument/2006/relationships/image" Target="../media/image281.svg"/><Relationship Id="rId38" Type="http://schemas.openxmlformats.org/officeDocument/2006/relationships/image" Target="../media/image286.png"/><Relationship Id="rId46" Type="http://schemas.openxmlformats.org/officeDocument/2006/relationships/image" Target="../media/image294.png"/><Relationship Id="rId59" Type="http://schemas.openxmlformats.org/officeDocument/2006/relationships/image" Target="../media/image307.svg"/><Relationship Id="rId20" Type="http://schemas.openxmlformats.org/officeDocument/2006/relationships/image" Target="../media/image268.png"/><Relationship Id="rId41" Type="http://schemas.openxmlformats.org/officeDocument/2006/relationships/image" Target="../media/image289.svg"/><Relationship Id="rId54" Type="http://schemas.openxmlformats.org/officeDocument/2006/relationships/image" Target="../media/image302.png"/><Relationship Id="rId62" Type="http://schemas.openxmlformats.org/officeDocument/2006/relationships/image" Target="../media/image310.png"/><Relationship Id="rId1" Type="http://schemas.openxmlformats.org/officeDocument/2006/relationships/slideMaster" Target="../slideMasters/slideMaster6.xml"/><Relationship Id="rId6" Type="http://schemas.openxmlformats.org/officeDocument/2006/relationships/image" Target="../media/image254.png"/><Relationship Id="rId15" Type="http://schemas.openxmlformats.org/officeDocument/2006/relationships/image" Target="../media/image263.svg"/><Relationship Id="rId23" Type="http://schemas.openxmlformats.org/officeDocument/2006/relationships/image" Target="../media/image271.svg"/><Relationship Id="rId28" Type="http://schemas.openxmlformats.org/officeDocument/2006/relationships/image" Target="../media/image276.png"/><Relationship Id="rId36" Type="http://schemas.openxmlformats.org/officeDocument/2006/relationships/image" Target="../media/image284.png"/><Relationship Id="rId49" Type="http://schemas.openxmlformats.org/officeDocument/2006/relationships/image" Target="../media/image297.svg"/><Relationship Id="rId57" Type="http://schemas.openxmlformats.org/officeDocument/2006/relationships/image" Target="../media/image305.svg"/><Relationship Id="rId10" Type="http://schemas.openxmlformats.org/officeDocument/2006/relationships/image" Target="../media/image258.png"/><Relationship Id="rId31" Type="http://schemas.openxmlformats.org/officeDocument/2006/relationships/image" Target="../media/image279.svg"/><Relationship Id="rId44" Type="http://schemas.openxmlformats.org/officeDocument/2006/relationships/image" Target="../media/image292.png"/><Relationship Id="rId52" Type="http://schemas.openxmlformats.org/officeDocument/2006/relationships/image" Target="../media/image300.png"/><Relationship Id="rId60" Type="http://schemas.openxmlformats.org/officeDocument/2006/relationships/image" Target="../media/image308.png"/><Relationship Id="rId4" Type="http://schemas.openxmlformats.org/officeDocument/2006/relationships/image" Target="../media/image252.png"/><Relationship Id="rId9" Type="http://schemas.openxmlformats.org/officeDocument/2006/relationships/image" Target="../media/image25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 logo - whit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100758-8F5B-A66E-8BE7-CB7CC29B7DF6}"/>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08935" y="5583110"/>
            <a:ext cx="4356319" cy="947025"/>
          </a:xfrm>
          <a:prstGeom prst="rect">
            <a:avLst/>
          </a:prstGeom>
        </p:spPr>
      </p:pic>
    </p:spTree>
    <p:extLst>
      <p:ext uri="{BB962C8B-B14F-4D97-AF65-F5344CB8AC3E}">
        <p14:creationId xmlns:p14="http://schemas.microsoft.com/office/powerpoint/2010/main" val="4095489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w logo - gra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526CB-91EF-5AC1-41DB-6B4B0111F03B}"/>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3"/>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88803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4164AC-6DF6-DDB5-6376-E06C00EEEDA0}"/>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4" name="Title 8">
            <a:extLst>
              <a:ext uri="{FF2B5EF4-FFF2-40B4-BE49-F238E27FC236}">
                <a16:creationId xmlns:a16="http://schemas.microsoft.com/office/drawing/2014/main" id="{FF3842C8-A3DA-E84D-01F1-2C7F102D6B90}"/>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2"/>
                </a:solidFill>
              </a:defRPr>
            </a:lvl1pPr>
          </a:lstStyle>
          <a:p>
            <a:r>
              <a:rPr lang="en-US"/>
              <a:t>Click to edit title</a:t>
            </a:r>
          </a:p>
        </p:txBody>
      </p:sp>
      <p:sp>
        <p:nvSpPr>
          <p:cNvPr id="2" name="Subtitle 2">
            <a:extLst>
              <a:ext uri="{FF2B5EF4-FFF2-40B4-BE49-F238E27FC236}">
                <a16:creationId xmlns:a16="http://schemas.microsoft.com/office/drawing/2014/main" id="{C33B6858-3900-B9D2-60B5-CD56DDFEF37B}"/>
              </a:ext>
            </a:extLst>
          </p:cNvPr>
          <p:cNvSpPr>
            <a:spLocks noGrp="1"/>
          </p:cNvSpPr>
          <p:nvPr>
            <p:ph type="subTitle" idx="1" hasCustomPrompt="1"/>
          </p:nvPr>
        </p:nvSpPr>
        <p:spPr>
          <a:xfrm>
            <a:off x="731520" y="4844960"/>
            <a:ext cx="5577840" cy="1040421"/>
          </a:xfrm>
        </p:spPr>
        <p:txBody>
          <a:bodyPr lIns="0"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297857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gra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939421-B5E9-721A-D2BC-C2B7257396F4}"/>
              </a:ext>
              <a:ext uri="{C183D7F6-B498-43B3-948B-1728B52AA6E4}">
                <adec:decorative xmlns:adec="http://schemas.microsoft.com/office/drawing/2017/decorative" val="1"/>
              </a:ext>
            </a:extLst>
          </p:cNvPr>
          <p:cNvPicPr>
            <a:picLocks noChangeAspect="1"/>
          </p:cNvPicPr>
          <p:nvPr userDrawn="1"/>
        </p:nvPicPr>
        <p:blipFill>
          <a:blip r:embed="rId2"/>
          <a:srcRect t="6417" r="22543" b="2550"/>
          <a:stretch>
            <a:fillRect/>
          </a:stretch>
        </p:blipFill>
        <p:spPr>
          <a:xfrm>
            <a:off x="6389421" y="0"/>
            <a:ext cx="5802579" cy="6858000"/>
          </a:xfrm>
          <a:prstGeom prst="rect">
            <a:avLst/>
          </a:prstGeom>
        </p:spPr>
      </p:pic>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96099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 go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6EEF05-DEC0-B03E-7EA2-0800C1873C99}"/>
              </a:ext>
              <a:ext uri="{C183D7F6-B498-43B3-948B-1728B52AA6E4}">
                <adec:decorative xmlns:adec="http://schemas.microsoft.com/office/drawing/2017/decorative" val="1"/>
              </a:ext>
            </a:extLst>
          </p:cNvPr>
          <p:cNvPicPr>
            <a:picLocks noChangeAspect="1"/>
          </p:cNvPicPr>
          <p:nvPr userDrawn="1"/>
        </p:nvPicPr>
        <p:blipFill>
          <a:blip r:embed="rId2"/>
          <a:srcRect t="6500" r="22542" b="2714"/>
          <a:stretch>
            <a:fillRect/>
          </a:stretch>
        </p:blipFill>
        <p:spPr>
          <a:xfrm>
            <a:off x="6373485" y="-2"/>
            <a:ext cx="5818516" cy="6858001"/>
          </a:xfrm>
          <a:prstGeom prst="rect">
            <a:avLst/>
          </a:prstGeom>
        </p:spPr>
      </p:pic>
      <p:sp>
        <p:nvSpPr>
          <p:cNvPr id="6" name="Title 8">
            <a:extLst>
              <a:ext uri="{FF2B5EF4-FFF2-40B4-BE49-F238E27FC236}">
                <a16:creationId xmlns:a16="http://schemas.microsoft.com/office/drawing/2014/main" id="{5758AC74-7C73-DACB-94ED-1E266DD7AC15}"/>
              </a:ext>
            </a:extLst>
          </p:cNvPr>
          <p:cNvSpPr>
            <a:spLocks noGrp="1"/>
          </p:cNvSpPr>
          <p:nvPr>
            <p:ph type="title" hasCustomPrompt="1"/>
          </p:nvPr>
        </p:nvSpPr>
        <p:spPr>
          <a:xfrm>
            <a:off x="731520" y="1187360"/>
            <a:ext cx="557784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77A1D140-86BC-4728-D601-8D2D5AFF1870}"/>
              </a:ext>
            </a:extLst>
          </p:cNvPr>
          <p:cNvSpPr>
            <a:spLocks noGrp="1"/>
          </p:cNvSpPr>
          <p:nvPr>
            <p:ph type="subTitle" idx="1" hasCustomPrompt="1"/>
          </p:nvPr>
        </p:nvSpPr>
        <p:spPr>
          <a:xfrm>
            <a:off x="731520" y="4844960"/>
            <a:ext cx="557784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43896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repeat Tower - gra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1" name="Graphic 20" descr="Central Piedmont Community College logo">
            <a:extLst>
              <a:ext uri="{FF2B5EF4-FFF2-40B4-BE49-F238E27FC236}">
                <a16:creationId xmlns:a16="http://schemas.microsoft.com/office/drawing/2014/main" id="{EA2477D8-4D06-C6FF-6685-74F8F0B66B3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332847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repeat Tower - go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71ACE515-E29C-A543-3E96-E30EDE5DC429}"/>
              </a:ext>
            </a:extLst>
          </p:cNvPr>
          <p:cNvSpPr>
            <a:spLocks noGrp="1"/>
          </p:cNvSpPr>
          <p:nvPr>
            <p:ph type="title" hasCustomPrompt="1"/>
          </p:nvPr>
        </p:nvSpPr>
        <p:spPr>
          <a:xfrm>
            <a:off x="731519" y="1187360"/>
            <a:ext cx="7772400" cy="3566160"/>
          </a:xfrm>
        </p:spPr>
        <p:txBody>
          <a:bodyPr lIns="0" bIns="0" anchor="b">
            <a:noAutofit/>
          </a:bodyPr>
          <a:lstStyle>
            <a:lvl1pPr algn="l">
              <a:lnSpc>
                <a:spcPct val="80000"/>
              </a:lnSpc>
              <a:defRPr sz="66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A0DFE42B-EE28-9685-0893-C5112630F9D7}"/>
              </a:ext>
            </a:extLst>
          </p:cNvPr>
          <p:cNvSpPr>
            <a:spLocks noGrp="1"/>
          </p:cNvSpPr>
          <p:nvPr>
            <p:ph type="subTitle" idx="1" hasCustomPrompt="1"/>
          </p:nvPr>
        </p:nvSpPr>
        <p:spPr>
          <a:xfrm>
            <a:off x="731519" y="4844960"/>
            <a:ext cx="7772400" cy="1040421"/>
          </a:xfrm>
        </p:spPr>
        <p:txBody>
          <a:bodyPr lIns="18288" tIns="0" bIns="0"/>
          <a:lstStyle>
            <a:lvl1pPr marL="0" indent="0" algn="l">
              <a:lnSpc>
                <a:spcPct val="90000"/>
              </a:lnSpc>
              <a:spcBef>
                <a:spcPts val="0"/>
              </a:spcBef>
              <a:buNone/>
              <a:defRPr sz="2000" b="1">
                <a:solidFill>
                  <a:schemeClr val="tx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Graphic 3" descr="Central Piedmont Community College logo">
            <a:extLst>
              <a:ext uri="{FF2B5EF4-FFF2-40B4-BE49-F238E27FC236}">
                <a16:creationId xmlns:a16="http://schemas.microsoft.com/office/drawing/2014/main" id="{E4C08CE1-4E62-223B-C232-E040916AD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88544" y="5497384"/>
            <a:ext cx="1804015" cy="1004508"/>
          </a:xfrm>
          <a:prstGeom prst="rect">
            <a:avLst/>
          </a:prstGeom>
        </p:spPr>
      </p:pic>
    </p:spTree>
    <p:extLst>
      <p:ext uri="{BB962C8B-B14F-4D97-AF65-F5344CB8AC3E}">
        <p14:creationId xmlns:p14="http://schemas.microsoft.com/office/powerpoint/2010/main" val="2073520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hoto on white">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2"/>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2" name="Picture 5" descr="Central Piedmont Community College logo">
            <a:extLst>
              <a:ext uri="{FF2B5EF4-FFF2-40B4-BE49-F238E27FC236}">
                <a16:creationId xmlns:a16="http://schemas.microsoft.com/office/drawing/2014/main" id="{488AF972-08E0-3F8D-7111-5B391F75B79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495692" y="6089755"/>
            <a:ext cx="2025748" cy="440380"/>
          </a:xfrm>
          <a:prstGeom prst="rect">
            <a:avLst/>
          </a:prstGeom>
        </p:spPr>
      </p:pic>
    </p:spTree>
    <p:extLst>
      <p:ext uri="{BB962C8B-B14F-4D97-AF65-F5344CB8AC3E}">
        <p14:creationId xmlns:p14="http://schemas.microsoft.com/office/powerpoint/2010/main" val="197721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hoto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bg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4D251572-4726-DF19-CA99-046F4FBCF749}"/>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236347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hoto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icon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6035040" cy="2743200"/>
          </a:xfrm>
        </p:spPr>
        <p:txBody>
          <a:bodyPr bIns="0" anchor="b">
            <a:noAutofit/>
          </a:bodyPr>
          <a:lstStyle>
            <a:lvl1pPr algn="r">
              <a:lnSpc>
                <a:spcPct val="85000"/>
              </a:lnSpc>
              <a:defRPr sz="60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6035040" cy="914400"/>
          </a:xfrm>
        </p:spPr>
        <p:txBody>
          <a:bodyPr tIns="0" bIns="0" anchor="t">
            <a:noAutofit/>
          </a:bodyPr>
          <a:lstStyle>
            <a:lvl1pPr marL="0" indent="0" algn="r">
              <a:lnSpc>
                <a:spcPct val="100000"/>
              </a:lnSpc>
              <a:buNone/>
              <a:defRPr sz="2000">
                <a:solidFill>
                  <a:schemeClr val="tx1"/>
                </a:solidFill>
                <a:latin typeface="Baskerville Old Face" panose="02020602080505020303" pitchFamily="18"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4" name="Picture 3" descr="Central Piedmont Community College logo">
            <a:extLst>
              <a:ext uri="{FF2B5EF4-FFF2-40B4-BE49-F238E27FC236}">
                <a16:creationId xmlns:a16="http://schemas.microsoft.com/office/drawing/2014/main" id="{1C082001-7682-2308-0B9F-20D5377B1273}"/>
              </a:ext>
            </a:extLst>
          </p:cNvPr>
          <p:cNvPicPr>
            <a:picLocks noChangeAspect="1"/>
          </p:cNvPicPr>
          <p:nvPr userDrawn="1"/>
        </p:nvPicPr>
        <p:blipFill>
          <a:blip r:embed="rId2"/>
          <a:stretch>
            <a:fillRect/>
          </a:stretch>
        </p:blipFill>
        <p:spPr>
          <a:xfrm>
            <a:off x="9495692" y="6089755"/>
            <a:ext cx="2025748" cy="440380"/>
          </a:xfrm>
          <a:prstGeom prst="rect">
            <a:avLst/>
          </a:prstGeom>
        </p:spPr>
      </p:pic>
    </p:spTree>
    <p:extLst>
      <p:ext uri="{BB962C8B-B14F-4D97-AF65-F5344CB8AC3E}">
        <p14:creationId xmlns:p14="http://schemas.microsoft.com/office/powerpoint/2010/main" val="163608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 logo on white - photo">
    <p:bg>
      <p:bgPr>
        <a:solidFill>
          <a:schemeClr val="bg1"/>
        </a:solidFill>
        <a:effectLst/>
      </p:bgPr>
    </p:bg>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34A039EA-22E5-1C12-D24D-A3E365FB69BF}"/>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8820B5C4-628B-1402-1CE0-98FDDE27E4AB}"/>
              </a:ext>
            </a:extLst>
          </p:cNvPr>
          <p:cNvSpPr>
            <a:spLocks noGrp="1"/>
          </p:cNvSpPr>
          <p:nvPr>
            <p:ph type="subTitle" idx="1" hasCustomPrompt="1"/>
          </p:nvPr>
        </p:nvSpPr>
        <p:spPr>
          <a:xfrm>
            <a:off x="731520" y="4572000"/>
            <a:ext cx="5577840" cy="914400"/>
          </a:xfrm>
        </p:spPr>
        <p:txBody>
          <a:bodyPr lIns="18288" tIns="0" bIns="0"/>
          <a:lstStyle>
            <a:lvl1pPr marL="0" indent="0" algn="l">
              <a:lnSpc>
                <a:spcPct val="90000"/>
              </a:lnSpc>
              <a:spcBef>
                <a:spcPts val="0"/>
              </a:spcBef>
              <a:buNone/>
              <a:defRPr sz="2000" b="1">
                <a:solidFill>
                  <a:schemeClr val="tx2"/>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08935" y="5583110"/>
            <a:ext cx="4356319" cy="947025"/>
          </a:xfrm>
          <a:prstGeom prst="rect">
            <a:avLst/>
          </a:prstGeom>
        </p:spPr>
      </p:pic>
      <p:sp>
        <p:nvSpPr>
          <p:cNvPr id="3" name="Picture Placeholder 4">
            <a:extLst>
              <a:ext uri="{FF2B5EF4-FFF2-40B4-BE49-F238E27FC236}">
                <a16:creationId xmlns:a16="http://schemas.microsoft.com/office/drawing/2014/main" id="{A89B48C7-B96C-8423-9821-14236BA04F71}"/>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748124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 logo on gray - photo">
    <p:bg>
      <p:bgPr>
        <a:solidFill>
          <a:schemeClr val="tx2"/>
        </a:solidFill>
        <a:effectLst/>
      </p:bgPr>
    </p:bg>
    <p:spTree>
      <p:nvGrpSpPr>
        <p:cNvPr id="1" name=""/>
        <p:cNvGrpSpPr/>
        <p:nvPr/>
      </p:nvGrpSpPr>
      <p:grpSpPr>
        <a:xfrm>
          <a:off x="0" y="0"/>
          <a:ext cx="0" cy="0"/>
          <a:chOff x="0" y="0"/>
          <a:chExt cx="0" cy="0"/>
        </a:xfrm>
      </p:grpSpPr>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731520" y="914400"/>
            <a:ext cx="5577840" cy="3566160"/>
          </a:xfrm>
        </p:spPr>
        <p:txBody>
          <a:bodyPr lIns="0" anchor="b">
            <a:noAutofit/>
          </a:bodyPr>
          <a:lstStyle>
            <a:lvl1pPr algn="l">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731520" y="4572000"/>
            <a:ext cx="5577840" cy="914400"/>
          </a:xfrm>
        </p:spPr>
        <p:txBody>
          <a:bodyPr lIns="18288" tIns="0" rIns="0" bIns="0"/>
          <a:lstStyle>
            <a:lvl1pPr marL="0" indent="0" algn="l">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643890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Tree>
    <p:extLst>
      <p:ext uri="{BB962C8B-B14F-4D97-AF65-F5344CB8AC3E}">
        <p14:creationId xmlns:p14="http://schemas.microsoft.com/office/powerpoint/2010/main" val="49010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logo on dark photo">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E05B5A0-C42D-D745-9877-27575C49E36A}"/>
              </a:ext>
            </a:extLst>
          </p:cNvPr>
          <p:cNvSpPr>
            <a:spLocks noGrp="1"/>
          </p:cNvSpPr>
          <p:nvPr>
            <p:ph type="pic" sz="quarter" idx="10" hasCustomPrompt="1"/>
          </p:nvPr>
        </p:nvSpPr>
        <p:spPr>
          <a:xfrm>
            <a:off x="0" y="0"/>
            <a:ext cx="12192000" cy="6858000"/>
          </a:xfr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chemeClr val="bg1"/>
                </a:solidFill>
                <a:latin typeface="+mj-lt"/>
                <a:cs typeface="Arial" panose="020B0604020202020204" pitchFamily="34" charset="0"/>
              </a:defRPr>
            </a:lvl1pPr>
          </a:lstStyle>
          <a:p>
            <a:pPr marL="0" lvl="0" algn="ctr"/>
            <a:r>
              <a:rPr lang="en-US"/>
              <a:t>Click to add picture</a:t>
            </a:r>
          </a:p>
        </p:txBody>
      </p:sp>
      <p:sp>
        <p:nvSpPr>
          <p:cNvPr id="4" name="Title 8">
            <a:extLst>
              <a:ext uri="{FF2B5EF4-FFF2-40B4-BE49-F238E27FC236}">
                <a16:creationId xmlns:a16="http://schemas.microsoft.com/office/drawing/2014/main" id="{512AEDEC-217B-0CC8-9285-F6BBC7F53E50}"/>
              </a:ext>
            </a:extLst>
          </p:cNvPr>
          <p:cNvSpPr>
            <a:spLocks noGrp="1"/>
          </p:cNvSpPr>
          <p:nvPr>
            <p:ph type="title" hasCustomPrompt="1"/>
          </p:nvPr>
        </p:nvSpPr>
        <p:spPr>
          <a:xfrm>
            <a:off x="4114800" y="914400"/>
            <a:ext cx="7223760" cy="3566160"/>
          </a:xfrm>
        </p:spPr>
        <p:txBody>
          <a:bodyPr lIns="0" anchor="b">
            <a:noAutofit/>
          </a:bodyPr>
          <a:lstStyle>
            <a:lvl1pPr algn="r">
              <a:lnSpc>
                <a:spcPct val="80000"/>
              </a:lnSpc>
              <a:defRPr sz="6600">
                <a:solidFill>
                  <a:schemeClr val="bg1"/>
                </a:solidFill>
              </a:defRPr>
            </a:lvl1pPr>
          </a:lstStyle>
          <a:p>
            <a:r>
              <a:rPr lang="en-US"/>
              <a:t>Click to edit title</a:t>
            </a:r>
          </a:p>
        </p:txBody>
      </p:sp>
      <p:sp>
        <p:nvSpPr>
          <p:cNvPr id="2" name="Subtitle 2">
            <a:extLst>
              <a:ext uri="{FF2B5EF4-FFF2-40B4-BE49-F238E27FC236}">
                <a16:creationId xmlns:a16="http://schemas.microsoft.com/office/drawing/2014/main" id="{77EA3573-D66F-15A5-516C-8449716954DA}"/>
              </a:ext>
            </a:extLst>
          </p:cNvPr>
          <p:cNvSpPr>
            <a:spLocks noGrp="1"/>
          </p:cNvSpPr>
          <p:nvPr>
            <p:ph type="subTitle" idx="1" hasCustomPrompt="1"/>
          </p:nvPr>
        </p:nvSpPr>
        <p:spPr>
          <a:xfrm>
            <a:off x="4114800" y="4572000"/>
            <a:ext cx="7223760" cy="914400"/>
          </a:xfrm>
        </p:spPr>
        <p:txBody>
          <a:bodyPr lIns="18288" tIns="0" rIns="0" bIns="0"/>
          <a:lstStyle>
            <a:lvl1pPr marL="0" indent="0" algn="r">
              <a:lnSpc>
                <a:spcPct val="90000"/>
              </a:lnSpc>
              <a:spcBef>
                <a:spcPts val="0"/>
              </a:spcBef>
              <a:buNone/>
              <a:defRPr sz="2000" b="1">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6" name="Picture 5" descr="Central Piedmont Community College logo">
            <a:extLst>
              <a:ext uri="{FF2B5EF4-FFF2-40B4-BE49-F238E27FC236}">
                <a16:creationId xmlns:a16="http://schemas.microsoft.com/office/drawing/2014/main" id="{7199077C-60C6-7161-1595-EB84C780CE05}"/>
              </a:ext>
            </a:extLst>
          </p:cNvPr>
          <p:cNvPicPr>
            <a:picLocks noChangeAspect="1"/>
          </p:cNvPicPr>
          <p:nvPr userDrawn="1"/>
        </p:nvPicPr>
        <p:blipFill>
          <a:blip r:embed="rId2"/>
          <a:stretch>
            <a:fillRect/>
          </a:stretch>
        </p:blipFill>
        <p:spPr>
          <a:xfrm>
            <a:off x="308935" y="5583110"/>
            <a:ext cx="4356319" cy="947026"/>
          </a:xfrm>
          <a:prstGeom prst="rect">
            <a:avLst/>
          </a:prstGeom>
        </p:spPr>
      </p:pic>
    </p:spTree>
    <p:extLst>
      <p:ext uri="{BB962C8B-B14F-4D97-AF65-F5344CB8AC3E}">
        <p14:creationId xmlns:p14="http://schemas.microsoft.com/office/powerpoint/2010/main" val="91992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fety Moment">
    <p:bg>
      <p:bgPr>
        <a:solidFill>
          <a:schemeClr val="bg1"/>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E808D89E-73ED-9D11-4BA1-7E1B8FA01383}"/>
              </a:ext>
              <a:ext uri="{C183D7F6-B498-43B3-948B-1728B52AA6E4}">
                <adec:decorative xmlns:adec="http://schemas.microsoft.com/office/drawing/2017/decorative" val="1"/>
              </a:ext>
            </a:extLst>
          </p:cNvPr>
          <p:cNvSpPr/>
          <p:nvPr userDrawn="1"/>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7" name="Title 18">
            <a:extLst>
              <a:ext uri="{FF2B5EF4-FFF2-40B4-BE49-F238E27FC236}">
                <a16:creationId xmlns:a16="http://schemas.microsoft.com/office/drawing/2014/main" id="{CDDDEC11-0E38-12B0-7A0E-483F8C32D292}"/>
              </a:ext>
            </a:extLst>
          </p:cNvPr>
          <p:cNvSpPr>
            <a:spLocks noGrp="1"/>
          </p:cNvSpPr>
          <p:nvPr>
            <p:ph type="title" hasCustomPrompt="1"/>
          </p:nvPr>
        </p:nvSpPr>
        <p:spPr>
          <a:xfrm>
            <a:off x="731520" y="457200"/>
            <a:ext cx="7772400" cy="640080"/>
          </a:xfrm>
        </p:spPr>
        <p:txBody>
          <a:bodyPr lIns="0">
            <a:normAutofit/>
          </a:bodyPr>
          <a:lstStyle>
            <a:lvl1pPr>
              <a:defRPr sz="3200">
                <a:solidFill>
                  <a:schemeClr val="tx2"/>
                </a:solidFill>
              </a:defRPr>
            </a:lvl1pPr>
          </a:lstStyle>
          <a:p>
            <a:r>
              <a:rPr lang="en-US"/>
              <a:t>Click to edit title</a:t>
            </a:r>
          </a:p>
        </p:txBody>
      </p:sp>
      <p:sp>
        <p:nvSpPr>
          <p:cNvPr id="59" name="Content Placeholder 2">
            <a:extLst>
              <a:ext uri="{FF2B5EF4-FFF2-40B4-BE49-F238E27FC236}">
                <a16:creationId xmlns:a16="http://schemas.microsoft.com/office/drawing/2014/main" id="{874B0DAF-D737-9D6E-D963-88067F3B7FB8}"/>
              </a:ext>
            </a:extLst>
          </p:cNvPr>
          <p:cNvSpPr txBox="1">
            <a:spLocks/>
          </p:cNvSpPr>
          <p:nvPr userDrawn="1"/>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1" name="Google Shape;54;p8">
            <a:extLst>
              <a:ext uri="{FF2B5EF4-FFF2-40B4-BE49-F238E27FC236}">
                <a16:creationId xmlns:a16="http://schemas.microsoft.com/office/drawing/2014/main" id="{B460E481-B7A9-6AE8-B345-7AA0308815E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10" name="Graphic 9" descr="A purple circle with a phone icon and “911”.">
            <a:extLst>
              <a:ext uri="{FF2B5EF4-FFF2-40B4-BE49-F238E27FC236}">
                <a16:creationId xmlns:a16="http://schemas.microsoft.com/office/drawing/2014/main" id="{A0DD7742-A82D-220F-7623-02BA5EEFB1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34" y="1705426"/>
            <a:ext cx="1435607" cy="1435607"/>
          </a:xfrm>
          <a:prstGeom prst="rect">
            <a:avLst/>
          </a:prstGeom>
        </p:spPr>
      </p:pic>
      <p:sp>
        <p:nvSpPr>
          <p:cNvPr id="24" name="Google Shape;54;p8">
            <a:extLst>
              <a:ext uri="{FF2B5EF4-FFF2-40B4-BE49-F238E27FC236}">
                <a16:creationId xmlns:a16="http://schemas.microsoft.com/office/drawing/2014/main" id="{D9401ABE-D9C5-2A8A-FD5E-B3AC5E394BF6}"/>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6" name="Graphic 25" descr="A red circle with a heart icon and a pulse line running horizontally through the heart.">
            <a:extLst>
              <a:ext uri="{FF2B5EF4-FFF2-40B4-BE49-F238E27FC236}">
                <a16:creationId xmlns:a16="http://schemas.microsoft.com/office/drawing/2014/main" id="{9E9872AA-513C-5B29-5411-83417DE890C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134794" y="1705426"/>
            <a:ext cx="1435607" cy="1435607"/>
          </a:xfrm>
          <a:prstGeom prst="rect">
            <a:avLst/>
          </a:prstGeom>
        </p:spPr>
      </p:pic>
      <p:sp>
        <p:nvSpPr>
          <p:cNvPr id="27" name="Google Shape;54;p8">
            <a:extLst>
              <a:ext uri="{FF2B5EF4-FFF2-40B4-BE49-F238E27FC236}">
                <a16:creationId xmlns:a16="http://schemas.microsoft.com/office/drawing/2014/main" id="{BD59C9C2-512D-9C6C-A0B2-234982AC50F9}"/>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16" name="Graphic 15" descr="A blue circle with ambulance vehicle icon.">
            <a:extLst>
              <a:ext uri="{FF2B5EF4-FFF2-40B4-BE49-F238E27FC236}">
                <a16:creationId xmlns:a16="http://schemas.microsoft.com/office/drawing/2014/main" id="{0F8E5C88-6F2F-309D-92EF-9D7E54A907C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470138" y="1705426"/>
            <a:ext cx="1435607" cy="1435607"/>
          </a:xfrm>
          <a:prstGeom prst="rect">
            <a:avLst/>
          </a:prstGeom>
        </p:spPr>
      </p:pic>
      <p:sp>
        <p:nvSpPr>
          <p:cNvPr id="4" name="Google Shape;54;p8">
            <a:extLst>
              <a:ext uri="{FF2B5EF4-FFF2-40B4-BE49-F238E27FC236}">
                <a16:creationId xmlns:a16="http://schemas.microsoft.com/office/drawing/2014/main" id="{CCF1EF85-EC52-714B-E27C-48476D37AEF3}"/>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12" name="Graphic 11" descr="An orange circle with a person icon running through a doorway icon.">
            <a:extLst>
              <a:ext uri="{FF2B5EF4-FFF2-40B4-BE49-F238E27FC236}">
                <a16:creationId xmlns:a16="http://schemas.microsoft.com/office/drawing/2014/main" id="{E6DA95B6-F373-7A3E-E936-BF591C801AF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868463" y="1705426"/>
            <a:ext cx="1435607" cy="1435607"/>
          </a:xfrm>
          <a:prstGeom prst="rect">
            <a:avLst/>
          </a:prstGeom>
        </p:spPr>
      </p:pic>
      <p:sp>
        <p:nvSpPr>
          <p:cNvPr id="8" name="Content Placeholder 2">
            <a:extLst>
              <a:ext uri="{FF2B5EF4-FFF2-40B4-BE49-F238E27FC236}">
                <a16:creationId xmlns:a16="http://schemas.microsoft.com/office/drawing/2014/main" id="{8D2618F6-0177-6016-1FA7-EFEF7E4C59B8}"/>
              </a:ext>
            </a:extLst>
          </p:cNvPr>
          <p:cNvSpPr txBox="1">
            <a:spLocks/>
          </p:cNvSpPr>
          <p:nvPr userDrawn="1"/>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17" name="Google Shape;54;p8">
            <a:extLst>
              <a:ext uri="{FF2B5EF4-FFF2-40B4-BE49-F238E27FC236}">
                <a16:creationId xmlns:a16="http://schemas.microsoft.com/office/drawing/2014/main" id="{BAFEF603-12BB-7ACD-5EB1-3CAC7FA4BA8D}"/>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 name="Graphic 2" descr="A gray circle with a gun icon.">
            <a:extLst>
              <a:ext uri="{FF2B5EF4-FFF2-40B4-BE49-F238E27FC236}">
                <a16:creationId xmlns:a16="http://schemas.microsoft.com/office/drawing/2014/main" id="{C8C0AEEA-F7AF-0693-8107-D8DB98FEE28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81034" y="4370388"/>
            <a:ext cx="1435607" cy="1435607"/>
          </a:xfrm>
          <a:prstGeom prst="rect">
            <a:avLst/>
          </a:prstGeom>
        </p:spPr>
      </p:pic>
      <p:sp>
        <p:nvSpPr>
          <p:cNvPr id="30" name="Google Shape;54;p8">
            <a:extLst>
              <a:ext uri="{FF2B5EF4-FFF2-40B4-BE49-F238E27FC236}">
                <a16:creationId xmlns:a16="http://schemas.microsoft.com/office/drawing/2014/main" id="{67C16375-57B5-BE01-A2BD-219B02DD92CD}"/>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20" name="Graphic 19" descr="A gold circle with a house icon. Inside the house is an arrow pointing down.">
            <a:extLst>
              <a:ext uri="{FF2B5EF4-FFF2-40B4-BE49-F238E27FC236}">
                <a16:creationId xmlns:a16="http://schemas.microsoft.com/office/drawing/2014/main" id="{6FB49439-C439-A712-1714-A8CEA733F4D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134794" y="4370388"/>
            <a:ext cx="1435607" cy="1435607"/>
          </a:xfrm>
          <a:prstGeom prst="rect">
            <a:avLst/>
          </a:prstGeom>
        </p:spPr>
      </p:pic>
      <p:sp>
        <p:nvSpPr>
          <p:cNvPr id="13" name="Slide Number Placeholder 16">
            <a:extLst>
              <a:ext uri="{FF2B5EF4-FFF2-40B4-BE49-F238E27FC236}">
                <a16:creationId xmlns:a16="http://schemas.microsoft.com/office/drawing/2014/main" id="{7AA9B0B5-829E-5DE9-166F-9831CC1E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6EAD0F5-B8B5-764F-AF4A-F31E0477525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4" name="Picture 13" descr="Central Piedmont Community College logo icon">
            <a:extLst>
              <a:ext uri="{FF2B5EF4-FFF2-40B4-BE49-F238E27FC236}">
                <a16:creationId xmlns:a16="http://schemas.microsoft.com/office/drawing/2014/main" id="{6127A0E4-ADEB-8102-509E-6188EABBB94C}"/>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43645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 - white">
    <p:bg>
      <p:bgPr>
        <a:solidFill>
          <a:schemeClr val="bg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bIns="0" anchor="t">
            <a:noAutofit/>
          </a:bodyPr>
          <a:lstStyle>
            <a:lvl1pPr marL="0" indent="0" algn="ct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15FB6D-0342-BD42-AF1F-FD8986E07C47}"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767468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Divider - gray">
    <p:bg>
      <p:bgPr>
        <a:solidFill>
          <a:schemeClr val="tx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60"/>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9" name="Picture 8" descr="Central Piedmont Community College logo icon">
            <a:extLst>
              <a:ext uri="{FF2B5EF4-FFF2-40B4-BE49-F238E27FC236}">
                <a16:creationId xmlns:a16="http://schemas.microsoft.com/office/drawing/2014/main" id="{F47589F1-EE5C-8C59-08CF-831A91BFD238}"/>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3501BDF-43DB-6313-E971-3228BD6D40A0}"/>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5E889E7-0D4F-4845-B67B-B2862D8085A9}"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134970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Divider - gold">
    <p:bg>
      <p:bgPr>
        <a:solidFill>
          <a:schemeClr val="accent1"/>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AEF8416E-2265-3373-E9A8-04FD05C6ECB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21ED40D-AC96-3C47-A1FE-C2C8DCC1B89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544774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Divider - blue">
    <p:bg>
      <p:bgPr>
        <a:solidFill>
          <a:schemeClr val="accent2"/>
        </a:solidFill>
        <a:effectLst/>
      </p:bgPr>
    </p:bg>
    <p:spTree>
      <p:nvGrpSpPr>
        <p:cNvPr id="1" name=""/>
        <p:cNvGrpSpPr/>
        <p:nvPr/>
      </p:nvGrpSpPr>
      <p:grpSpPr>
        <a:xfrm>
          <a:off x="0" y="0"/>
          <a:ext cx="0" cy="0"/>
          <a:chOff x="0" y="0"/>
          <a:chExt cx="0" cy="0"/>
        </a:xfrm>
      </p:grpSpPr>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tx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accent2"/>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1554480" y="1645920"/>
            <a:ext cx="9144000" cy="2743200"/>
          </a:xfrm>
        </p:spPr>
        <p:txBody>
          <a:bodyPr bIns="0" anchor="b">
            <a:noAutofit/>
          </a:bodyPr>
          <a:lstStyle>
            <a:lvl1pPr algn="ctr">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1554480" y="4480559"/>
            <a:ext cx="9144000" cy="914400"/>
          </a:xfrm>
        </p:spPr>
        <p:txBody>
          <a:bodyPr tIns="0" anchor="t">
            <a:noAutofit/>
          </a:bodyPr>
          <a:lstStyle>
            <a:lvl1pPr marL="0" indent="0" algn="ct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pic>
        <p:nvPicPr>
          <p:cNvPr id="7" name="Picture 6" descr="Central Piedmont Community College logo icon">
            <a:extLst>
              <a:ext uri="{FF2B5EF4-FFF2-40B4-BE49-F238E27FC236}">
                <a16:creationId xmlns:a16="http://schemas.microsoft.com/office/drawing/2014/main" id="{41C976CE-4700-14B6-5AA2-3EAFA20D3C5E}"/>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
        <p:nvSpPr>
          <p:cNvPr id="2" name="Slide Number Placeholder 5">
            <a:extLst>
              <a:ext uri="{FF2B5EF4-FFF2-40B4-BE49-F238E27FC236}">
                <a16:creationId xmlns:a16="http://schemas.microsoft.com/office/drawing/2014/main" id="{E8597658-9E8E-CF86-E058-144E7FBA72D4}"/>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20BE7B7-F2F4-1C4E-A858-E3A25456F74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91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B">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E14CAD-A902-0045-A6B4-44EC59F9303B}"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108196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B">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5797170" y="6092046"/>
            <a:ext cx="597660" cy="601023"/>
          </a:xfrm>
          <a:prstGeom prst="rect">
            <a:avLst/>
          </a:prstGeom>
        </p:spPr>
      </p:pic>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434784-0125-A04C-8D1A-BF048F0F5E7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8819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B">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tx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AE8AC4-3061-3E42-B520-CFA0D4F625F1}"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3071336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B">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19EFE9B-4052-6410-77D1-ED1ECF3C1EB3}"/>
              </a:ext>
            </a:extLst>
          </p:cNvPr>
          <p:cNvSpPr>
            <a:spLocks noGrp="1"/>
          </p:cNvSpPr>
          <p:nvPr>
            <p:ph type="pic" sz="quarter" idx="10" hasCustomPrompt="1"/>
          </p:nvPr>
        </p:nvSpPr>
        <p:spPr>
          <a:xfrm>
            <a:off x="0" y="0"/>
            <a:ext cx="12192000" cy="484632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4" name="Freeform: Shape 23">
            <a:extLst>
              <a:ext uri="{FF2B5EF4-FFF2-40B4-BE49-F238E27FC236}">
                <a16:creationId xmlns:a16="http://schemas.microsoft.com/office/drawing/2014/main" id="{5F2FACA1-6E2F-BECC-5C50-98BA172CA9F1}"/>
              </a:ext>
              <a:ext uri="{C183D7F6-B498-43B3-948B-1728B52AA6E4}">
                <adec:decorative xmlns:adec="http://schemas.microsoft.com/office/drawing/2017/decorative" val="1"/>
              </a:ext>
            </a:extLst>
          </p:cNvPr>
          <p:cNvSpPr/>
          <p:nvPr userDrawn="1"/>
        </p:nvSpPr>
        <p:spPr>
          <a:xfrm>
            <a:off x="5429250" y="1"/>
            <a:ext cx="1333500" cy="1046131"/>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a:solidFill>
                <a:schemeClr val="accent1"/>
              </a:solidFill>
              <a:latin typeface="Franklin Gothic Book" panose="020B0503020102020204" pitchFamily="34" charset="0"/>
            </a:endParaRPr>
          </a:p>
        </p:txBody>
      </p:sp>
      <p:sp>
        <p:nvSpPr>
          <p:cNvPr id="5" name="Text Placeholder 7">
            <a:extLst>
              <a:ext uri="{FF2B5EF4-FFF2-40B4-BE49-F238E27FC236}">
                <a16:creationId xmlns:a16="http://schemas.microsoft.com/office/drawing/2014/main" id="{2573E681-C0B7-A586-8F9C-91C95A0370B7}"/>
              </a:ext>
            </a:extLst>
          </p:cNvPr>
          <p:cNvSpPr>
            <a:spLocks noGrp="1"/>
          </p:cNvSpPr>
          <p:nvPr>
            <p:ph type="body" sz="quarter" idx="29" hasCustomPrompt="1"/>
          </p:nvPr>
        </p:nvSpPr>
        <p:spPr>
          <a:xfrm>
            <a:off x="5716587" y="165378"/>
            <a:ext cx="784225" cy="673100"/>
          </a:xfrm>
        </p:spPr>
        <p:txBody>
          <a:bodyPr anchor="ctr"/>
          <a:lstStyle>
            <a:lvl1pPr marL="0" indent="0" algn="ctr">
              <a:lnSpc>
                <a:spcPct val="100000"/>
              </a:lnSpc>
              <a:buNone/>
              <a:defRPr sz="3200" b="0">
                <a:solidFill>
                  <a:schemeClr val="bg1"/>
                </a:solidFill>
                <a:latin typeface="Franklin Gothic Medium" panose="020B0603020102020204" pitchFamily="34" charset="0"/>
              </a:defRPr>
            </a:lvl1pPr>
          </a:lstStyle>
          <a:p>
            <a:pPr lvl="0"/>
            <a:r>
              <a:rPr lang="en-US" altLang="zh-CN"/>
              <a:t>##</a:t>
            </a:r>
            <a:endParaRPr lang="zh-CN" altLang="en-US"/>
          </a:p>
        </p:txBody>
      </p:sp>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731520" y="5029200"/>
            <a:ext cx="10698480" cy="914400"/>
          </a:xfrm>
        </p:spPr>
        <p:txBody>
          <a:bodyPr bIns="0" anchor="t" anchorCtr="0">
            <a:noAutofit/>
          </a:bodyPr>
          <a:lstStyle>
            <a:lvl1pPr algn="ctr">
              <a:lnSpc>
                <a:spcPct val="85000"/>
              </a:lnSpc>
              <a:defRPr sz="4000">
                <a:solidFill>
                  <a:schemeClr val="bg1"/>
                </a:solidFill>
              </a:defRPr>
            </a:lvl1pPr>
          </a:lstStyle>
          <a:p>
            <a:r>
              <a:rPr lang="en-US"/>
              <a:t>Click to edit 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42CA62F-1EBE-574A-B248-410F314EFFD0}"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pic>
        <p:nvPicPr>
          <p:cNvPr id="8" name="Picture 7" descr="Central Piedmont Community College logo icon">
            <a:extLst>
              <a:ext uri="{FF2B5EF4-FFF2-40B4-BE49-F238E27FC236}">
                <a16:creationId xmlns:a16="http://schemas.microsoft.com/office/drawing/2014/main" id="{6302B8F3-A5C7-8FE3-1BA4-57CFF1854691}"/>
              </a:ext>
            </a:extLst>
          </p:cNvPr>
          <p:cNvPicPr>
            <a:picLocks noChangeAspect="1"/>
          </p:cNvPicPr>
          <p:nvPr userDrawn="1"/>
        </p:nvPicPr>
        <p:blipFill>
          <a:blip r:embed="rId2">
            <a:alphaModFix/>
          </a:blip>
          <a:srcRect t="103" r="-192" b="2600"/>
          <a:stretch/>
        </p:blipFill>
        <p:spPr>
          <a:xfrm>
            <a:off x="5792559" y="6100411"/>
            <a:ext cx="606881" cy="592211"/>
          </a:xfrm>
          <a:prstGeom prst="rect">
            <a:avLst/>
          </a:prstGeom>
        </p:spPr>
      </p:pic>
    </p:spTree>
    <p:extLst>
      <p:ext uri="{BB962C8B-B14F-4D97-AF65-F5344CB8AC3E}">
        <p14:creationId xmlns:p14="http://schemas.microsoft.com/office/powerpoint/2010/main" val="2023220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C">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1AA1AE93-2571-45FB-CC37-543578D4CEE2}"/>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2"/>
                </a:solidFill>
              </a:defRPr>
            </a:lvl1pPr>
          </a:lstStyle>
          <a:p>
            <a:r>
              <a:rPr lang="en-US"/>
              <a:t>Click to edit title</a:t>
            </a:r>
          </a:p>
        </p:txBody>
      </p:sp>
      <p:sp>
        <p:nvSpPr>
          <p:cNvPr id="5" name="Subtitle 2">
            <a:extLst>
              <a:ext uri="{FF2B5EF4-FFF2-40B4-BE49-F238E27FC236}">
                <a16:creationId xmlns:a16="http://schemas.microsoft.com/office/drawing/2014/main" id="{FDF79262-0ED9-43E4-0963-2955FF42CA61}"/>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CD40F3BF-55B2-E19A-ED90-2A9371F65E25}"/>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565A40-7A50-B243-BDA7-0CD92F81B98F}"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557146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C">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1"/>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5F8BC-46CF-AB49-A7EF-23D92D8B72B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61453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C">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CB26407-8505-FE5B-1C53-671AF5EBA880}"/>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tx1"/>
                </a:solidFill>
              </a:defRPr>
            </a:lvl1pPr>
          </a:lstStyle>
          <a:p>
            <a:r>
              <a:rPr lang="en-US"/>
              <a:t>Click to edit title</a:t>
            </a:r>
          </a:p>
        </p:txBody>
      </p:sp>
      <p:sp>
        <p:nvSpPr>
          <p:cNvPr id="3" name="Subtitle 2">
            <a:extLst>
              <a:ext uri="{FF2B5EF4-FFF2-40B4-BE49-F238E27FC236}">
                <a16:creationId xmlns:a16="http://schemas.microsoft.com/office/drawing/2014/main" id="{E675201C-63C8-6CC4-BCDD-78893B0B3E0D}"/>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25501896-DFED-C431-A806-A3BF700B65BD}"/>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3478E5-BA2B-E94C-B9CE-0E09B780E958}"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234502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C">
    <p:bg>
      <p:bgPr>
        <a:solidFill>
          <a:schemeClr val="accent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tx2"/>
          </a:solidFill>
        </p:spPr>
        <p:txBody>
          <a:bodyPr wrap="square" anchor="ctr">
            <a:noAutofit/>
          </a:bodyPr>
          <a:lstStyle>
            <a:lvl1pPr marL="0" indent="0">
              <a:buFontTx/>
              <a:buNone/>
              <a:defRPr sz="1800">
                <a:solidFill>
                  <a:schemeClr val="bg1"/>
                </a:solidFill>
              </a:defRPr>
            </a:lvl1pPr>
          </a:lstStyle>
          <a:p>
            <a:r>
              <a:rPr lang="en-US"/>
              <a:t>Click to add picture</a:t>
            </a:r>
          </a:p>
        </p:txBody>
      </p:sp>
      <p:sp>
        <p:nvSpPr>
          <p:cNvPr id="4" name="Title 1">
            <a:extLst>
              <a:ext uri="{FF2B5EF4-FFF2-40B4-BE49-F238E27FC236}">
                <a16:creationId xmlns:a16="http://schemas.microsoft.com/office/drawing/2014/main" id="{B662542A-EAE0-A37D-F5FD-9F7FDA9D8C8F}"/>
              </a:ext>
            </a:extLst>
          </p:cNvPr>
          <p:cNvSpPr>
            <a:spLocks noGrp="1"/>
          </p:cNvSpPr>
          <p:nvPr>
            <p:ph type="ctrTitle" hasCustomPrompt="1"/>
          </p:nvPr>
        </p:nvSpPr>
        <p:spPr>
          <a:xfrm>
            <a:off x="5486400" y="1645920"/>
            <a:ext cx="5943600" cy="2743200"/>
          </a:xfrm>
        </p:spPr>
        <p:txBody>
          <a:bodyPr bIns="0" anchor="b">
            <a:noAutofit/>
          </a:bodyPr>
          <a:lstStyle>
            <a:lvl1pPr algn="r">
              <a:lnSpc>
                <a:spcPct val="85000"/>
              </a:lnSpc>
              <a:defRPr sz="540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DD0D1B1-A22A-C2B6-E7AA-CF26C6271155}"/>
              </a:ext>
            </a:extLst>
          </p:cNvPr>
          <p:cNvSpPr>
            <a:spLocks noGrp="1"/>
          </p:cNvSpPr>
          <p:nvPr>
            <p:ph type="subTitle" idx="1" hasCustomPrompt="1"/>
          </p:nvPr>
        </p:nvSpPr>
        <p:spPr>
          <a:xfrm>
            <a:off x="5486400" y="4480560"/>
            <a:ext cx="5943600" cy="914400"/>
          </a:xfrm>
        </p:spPr>
        <p:txBody>
          <a:bodyPr tIns="0" bIns="0" anchor="t">
            <a:noAutofit/>
          </a:bodyPr>
          <a:lstStyle>
            <a:lvl1pPr marL="0" indent="0" algn="r">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6" name="Slide Number Placeholder 5">
            <a:extLst>
              <a:ext uri="{FF2B5EF4-FFF2-40B4-BE49-F238E27FC236}">
                <a16:creationId xmlns:a16="http://schemas.microsoft.com/office/drawing/2014/main" id="{02094CA8-C1BF-C280-5C82-2BB925F04EC9}"/>
              </a:ext>
            </a:extLst>
          </p:cNvPr>
          <p:cNvSpPr txBox="1">
            <a:spLocks/>
          </p:cNvSpPr>
          <p:nvPr userDrawn="1"/>
        </p:nvSpPr>
        <p:spPr>
          <a:xfrm>
            <a:off x="11064240" y="6400800"/>
            <a:ext cx="914400" cy="274320"/>
          </a:xfrm>
          <a:prstGeom prst="rect">
            <a:avLst/>
          </a:prstGeom>
        </p:spPr>
        <p:txBody>
          <a:bodyPr vert="horz" lIns="91440" tIns="0" rIns="91440" bIns="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69421F-6567-514B-8693-C45A2EF38E5E}" type="slidenum">
              <a:rPr lang="en-CN" sz="1200" b="1" i="0" smtClean="0">
                <a:solidFill>
                  <a:schemeClr val="bg1"/>
                </a:solidFill>
                <a:latin typeface="Franklin Gothic Demi" panose="020B0603020102020204" pitchFamily="34" charset="0"/>
              </a:rPr>
              <a:t>‹#›</a:t>
            </a:fld>
            <a:endParaRPr lang="en-CN" sz="1200" b="1" i="0">
              <a:solidFill>
                <a:schemeClr val="bg1"/>
              </a:solidFill>
              <a:latin typeface="Franklin Gothic Demi" panose="020B0603020102020204" pitchFamily="34" charset="0"/>
            </a:endParaRPr>
          </a:p>
        </p:txBody>
      </p:sp>
    </p:spTree>
    <p:extLst>
      <p:ext uri="{BB962C8B-B14F-4D97-AF65-F5344CB8AC3E}">
        <p14:creationId xmlns:p14="http://schemas.microsoft.com/office/powerpoint/2010/main" val="921955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Divider - white with photo A">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2"/>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152343-37DD-DB42-BCCF-144F5A0DE561}" type="slidenum">
              <a:rPr lang="en-CN" sz="1200" b="0" i="0" smtClean="0">
                <a:solidFill>
                  <a:schemeClr val="tx2"/>
                </a:solidFill>
                <a:latin typeface="Franklin Gothic Medium" panose="020B0603020102020204" pitchFamily="34" charset="0"/>
              </a:rPr>
              <a:t>‹#›</a:t>
            </a:fld>
            <a:endParaRPr lang="en-CN" sz="1200" b="0" i="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295922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 gray with photo A">
    <p:bg>
      <p:bgPr>
        <a:solidFill>
          <a:schemeClr val="tx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832F4D-1B37-7747-A2F9-18319B2EDBC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523160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Divider - gold with photo A">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tx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AAA5CD-1C0F-954D-850B-EFC5CCDFF6CF}"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3868313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 blue with photo A">
    <p:bg>
      <p:bgPr>
        <a:solidFill>
          <a:schemeClr val="accent2"/>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903DCEF3-EFCC-0632-1110-CEB6324ADE27}"/>
              </a:ext>
            </a:extLst>
          </p:cNvPr>
          <p:cNvSpPr>
            <a:spLocks noGrp="1"/>
          </p:cNvSpPr>
          <p:nvPr>
            <p:ph type="pic" sz="quarter" idx="10" hasCustomPrompt="1"/>
          </p:nvPr>
        </p:nvSpPr>
        <p:spPr>
          <a:xfrm>
            <a:off x="0" y="0"/>
            <a:ext cx="5753100" cy="6858000"/>
          </a:xfr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pic>
        <p:nvPicPr>
          <p:cNvPr id="3" name="Picture 2" descr="Central Piedmont Community College logo icon">
            <a:extLst>
              <a:ext uri="{FF2B5EF4-FFF2-40B4-BE49-F238E27FC236}">
                <a16:creationId xmlns:a16="http://schemas.microsoft.com/office/drawing/2014/main" id="{56C3F626-CBD5-EE9D-C31B-5F8AAB6D98A1}"/>
              </a:ext>
            </a:extLst>
          </p:cNvPr>
          <p:cNvPicPr>
            <a:picLocks noChangeAspect="1"/>
          </p:cNvPicPr>
          <p:nvPr userDrawn="1"/>
        </p:nvPicPr>
        <p:blipFill>
          <a:blip r:embed="rId2"/>
          <a:stretch>
            <a:fillRect/>
          </a:stretch>
        </p:blipFill>
        <p:spPr>
          <a:xfrm>
            <a:off x="213360" y="6092046"/>
            <a:ext cx="597660" cy="601023"/>
          </a:xfrm>
          <a:prstGeom prst="rect">
            <a:avLst/>
          </a:prstGeom>
        </p:spPr>
      </p:pic>
      <p:sp>
        <p:nvSpPr>
          <p:cNvPr id="6" name="Title 1">
            <a:extLst>
              <a:ext uri="{FF2B5EF4-FFF2-40B4-BE49-F238E27FC236}">
                <a16:creationId xmlns:a16="http://schemas.microsoft.com/office/drawing/2014/main" id="{BECB004C-BFAC-119B-D916-4466D474C3AB}"/>
              </a:ext>
            </a:extLst>
          </p:cNvPr>
          <p:cNvSpPr>
            <a:spLocks noGrp="1"/>
          </p:cNvSpPr>
          <p:nvPr>
            <p:ph type="ctrTitle" hasCustomPrompt="1"/>
          </p:nvPr>
        </p:nvSpPr>
        <p:spPr>
          <a:xfrm>
            <a:off x="6306185" y="1645920"/>
            <a:ext cx="5212080" cy="2743200"/>
          </a:xfrm>
        </p:spPr>
        <p:txBody>
          <a:bodyPr bIns="0" anchor="b">
            <a:noAutofit/>
          </a:bodyPr>
          <a:lstStyle>
            <a:lvl1pPr algn="l">
              <a:lnSpc>
                <a:spcPct val="85000"/>
              </a:lnSpc>
              <a:defRPr sz="5400">
                <a:solidFill>
                  <a:schemeClr val="bg1"/>
                </a:solidFill>
              </a:defRPr>
            </a:lvl1pPr>
          </a:lstStyle>
          <a:p>
            <a:r>
              <a:rPr lang="en-US"/>
              <a:t>Click to edit title</a:t>
            </a:r>
          </a:p>
        </p:txBody>
      </p:sp>
      <p:sp>
        <p:nvSpPr>
          <p:cNvPr id="10" name="Subtitle 2">
            <a:extLst>
              <a:ext uri="{FF2B5EF4-FFF2-40B4-BE49-F238E27FC236}">
                <a16:creationId xmlns:a16="http://schemas.microsoft.com/office/drawing/2014/main" id="{5CB986F1-5D76-9F93-1A70-DB03A00C4DBB}"/>
              </a:ext>
            </a:extLst>
          </p:cNvPr>
          <p:cNvSpPr>
            <a:spLocks noGrp="1"/>
          </p:cNvSpPr>
          <p:nvPr>
            <p:ph type="subTitle" idx="1" hasCustomPrompt="1"/>
          </p:nvPr>
        </p:nvSpPr>
        <p:spPr>
          <a:xfrm>
            <a:off x="6306185" y="4480560"/>
            <a:ext cx="5212080" cy="914400"/>
          </a:xfrm>
        </p:spPr>
        <p:txBody>
          <a:bodyPr tIns="0" bIns="0" anchor="t">
            <a:noAutofit/>
          </a:bodyPr>
          <a:lstStyle>
            <a:lvl1pPr marL="0" indent="0" algn="l">
              <a:lnSpc>
                <a:spcPct val="100000"/>
              </a:lnSpc>
              <a:buNone/>
              <a:defRPr sz="2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2" name="Slide Number Placeholder 5">
            <a:extLst>
              <a:ext uri="{FF2B5EF4-FFF2-40B4-BE49-F238E27FC236}">
                <a16:creationId xmlns:a16="http://schemas.microsoft.com/office/drawing/2014/main" id="{4B8BBA4B-9D94-91C0-8EBD-138B3F3CED89}"/>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C81DCD-3DB4-1E40-8FCF-AF4CEAA7E55C}"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162643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s 1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44" name="Freeform: Shape 23">
            <a:extLst>
              <a:ext uri="{FF2B5EF4-FFF2-40B4-BE49-F238E27FC236}">
                <a16:creationId xmlns:a16="http://schemas.microsoft.com/office/drawing/2014/main" id="{6C6D1219-BC5B-570F-06B8-4CAE0A9265B1}"/>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5" name="Text Placeholder 7">
            <a:extLst>
              <a:ext uri="{FF2B5EF4-FFF2-40B4-BE49-F238E27FC236}">
                <a16:creationId xmlns:a16="http://schemas.microsoft.com/office/drawing/2014/main" id="{866A5120-5E16-B9E1-CFAB-1D11753DFAA3}"/>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#5</a:t>
            </a:r>
          </a:p>
        </p:txBody>
      </p:sp>
      <p:sp>
        <p:nvSpPr>
          <p:cNvPr id="46" name="Freeform: Shape 23">
            <a:extLst>
              <a:ext uri="{FF2B5EF4-FFF2-40B4-BE49-F238E27FC236}">
                <a16:creationId xmlns:a16="http://schemas.microsoft.com/office/drawing/2014/main" id="{91D083B5-EDE4-1028-CA2A-AACA577C44BC}"/>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7" name="Text Placeholder 7">
            <a:extLst>
              <a:ext uri="{FF2B5EF4-FFF2-40B4-BE49-F238E27FC236}">
                <a16:creationId xmlns:a16="http://schemas.microsoft.com/office/drawing/2014/main" id="{0EA42CFF-7F5D-3A0F-5E3B-1D636D61F999}"/>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#6</a:t>
            </a:r>
          </a:p>
        </p:txBody>
      </p:sp>
      <p:sp>
        <p:nvSpPr>
          <p:cNvPr id="51" name="Freeform: Shape 23">
            <a:extLst>
              <a:ext uri="{FF2B5EF4-FFF2-40B4-BE49-F238E27FC236}">
                <a16:creationId xmlns:a16="http://schemas.microsoft.com/office/drawing/2014/main" id="{7BC4808D-8AEB-E9C9-EAAB-47716A96C959}"/>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52" name="Text Placeholder 7">
            <a:extLst>
              <a:ext uri="{FF2B5EF4-FFF2-40B4-BE49-F238E27FC236}">
                <a16:creationId xmlns:a16="http://schemas.microsoft.com/office/drawing/2014/main" id="{1306C667-7E49-EEA6-07BB-6457BA0A0D32}"/>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#7</a:t>
            </a:r>
          </a:p>
        </p:txBody>
      </p:sp>
      <p:sp>
        <p:nvSpPr>
          <p:cNvPr id="11" name="Freeform: Shape 23">
            <a:extLst>
              <a:ext uri="{FF2B5EF4-FFF2-40B4-BE49-F238E27FC236}">
                <a16:creationId xmlns:a16="http://schemas.microsoft.com/office/drawing/2014/main" id="{F18F33C0-5940-2A64-3A8A-3F2F27320F32}"/>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2" name="Text Placeholder 7">
            <a:extLst>
              <a:ext uri="{FF2B5EF4-FFF2-40B4-BE49-F238E27FC236}">
                <a16:creationId xmlns:a16="http://schemas.microsoft.com/office/drawing/2014/main" id="{5F8759FF-0DA5-2E6A-8D07-621067A7E9DD}"/>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#8</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938015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1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6425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6955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94902"/>
            <a:ext cx="4663440" cy="419101"/>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13526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14056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14051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20627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21157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21152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2776115"/>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2829123"/>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2828643"/>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5" name="Freeform: Shape 23">
            <a:extLst>
              <a:ext uri="{FF2B5EF4-FFF2-40B4-BE49-F238E27FC236}">
                <a16:creationId xmlns:a16="http://schemas.microsoft.com/office/drawing/2014/main" id="{F9A0C510-BB33-B9EA-315B-AC523922ADB5}"/>
              </a:ext>
              <a:ext uri="{C183D7F6-B498-43B3-948B-1728B52AA6E4}">
                <adec:decorative xmlns:adec="http://schemas.microsoft.com/office/drawing/2017/decorative" val="1"/>
              </a:ext>
            </a:extLst>
          </p:cNvPr>
          <p:cNvSpPr/>
          <p:nvPr userDrawn="1"/>
        </p:nvSpPr>
        <p:spPr>
          <a:xfrm>
            <a:off x="5963125" y="3486212"/>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6" name="Text Placeholder 7">
            <a:extLst>
              <a:ext uri="{FF2B5EF4-FFF2-40B4-BE49-F238E27FC236}">
                <a16:creationId xmlns:a16="http://schemas.microsoft.com/office/drawing/2014/main" id="{21605E19-0C0A-1441-0271-4D83FACDCA21}"/>
              </a:ext>
              <a:ext uri="{C183D7F6-B498-43B3-948B-1728B52AA6E4}">
                <adec:decorative xmlns:adec="http://schemas.microsoft.com/office/drawing/2017/decorative" val="1"/>
              </a:ext>
            </a:extLst>
          </p:cNvPr>
          <p:cNvSpPr>
            <a:spLocks noGrp="1"/>
          </p:cNvSpPr>
          <p:nvPr>
            <p:ph type="body" sz="quarter" idx="38" hasCustomPrompt="1"/>
          </p:nvPr>
        </p:nvSpPr>
        <p:spPr>
          <a:xfrm>
            <a:off x="6048375" y="35392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49" name="Text Placeholder 28">
            <a:extLst>
              <a:ext uri="{FF2B5EF4-FFF2-40B4-BE49-F238E27FC236}">
                <a16:creationId xmlns:a16="http://schemas.microsoft.com/office/drawing/2014/main" id="{FD5B6ABB-70D1-99B4-BC53-6A373D6D84F9}"/>
              </a:ext>
            </a:extLst>
          </p:cNvPr>
          <p:cNvSpPr>
            <a:spLocks noGrp="1"/>
          </p:cNvSpPr>
          <p:nvPr>
            <p:ph type="body" sz="quarter" idx="40" hasCustomPrompt="1"/>
          </p:nvPr>
        </p:nvSpPr>
        <p:spPr>
          <a:xfrm>
            <a:off x="6711040" y="3538740"/>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#5</a:t>
            </a:r>
          </a:p>
        </p:txBody>
      </p:sp>
      <p:sp>
        <p:nvSpPr>
          <p:cNvPr id="27" name="Freeform: Shape 23">
            <a:extLst>
              <a:ext uri="{FF2B5EF4-FFF2-40B4-BE49-F238E27FC236}">
                <a16:creationId xmlns:a16="http://schemas.microsoft.com/office/drawing/2014/main" id="{EA86E362-B95C-FB69-653E-8BF2D9B77DEF}"/>
              </a:ext>
              <a:ext uri="{C183D7F6-B498-43B3-948B-1728B52AA6E4}">
                <adec:decorative xmlns:adec="http://schemas.microsoft.com/office/drawing/2017/decorative" val="1"/>
              </a:ext>
            </a:extLst>
          </p:cNvPr>
          <p:cNvSpPr/>
          <p:nvPr userDrawn="1"/>
        </p:nvSpPr>
        <p:spPr>
          <a:xfrm>
            <a:off x="5963125" y="41963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8" name="Text Placeholder 7">
            <a:extLst>
              <a:ext uri="{FF2B5EF4-FFF2-40B4-BE49-F238E27FC236}">
                <a16:creationId xmlns:a16="http://schemas.microsoft.com/office/drawing/2014/main" id="{EF8AD617-B555-8075-C8D4-7B1CF97C8D56}"/>
              </a:ext>
              <a:ext uri="{C183D7F6-B498-43B3-948B-1728B52AA6E4}">
                <adec:decorative xmlns:adec="http://schemas.microsoft.com/office/drawing/2017/decorative" val="1"/>
              </a:ext>
            </a:extLst>
          </p:cNvPr>
          <p:cNvSpPr>
            <a:spLocks noGrp="1"/>
          </p:cNvSpPr>
          <p:nvPr>
            <p:ph type="body" sz="quarter" idx="39" hasCustomPrompt="1"/>
          </p:nvPr>
        </p:nvSpPr>
        <p:spPr>
          <a:xfrm>
            <a:off x="6048375" y="42493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0" name="Text Placeholder 28">
            <a:extLst>
              <a:ext uri="{FF2B5EF4-FFF2-40B4-BE49-F238E27FC236}">
                <a16:creationId xmlns:a16="http://schemas.microsoft.com/office/drawing/2014/main" id="{36F61FC9-F7AC-5966-B5FC-2F41BB56F5A9}"/>
              </a:ext>
            </a:extLst>
          </p:cNvPr>
          <p:cNvSpPr>
            <a:spLocks noGrp="1"/>
          </p:cNvSpPr>
          <p:nvPr>
            <p:ph type="body" sz="quarter" idx="41" hasCustomPrompt="1"/>
          </p:nvPr>
        </p:nvSpPr>
        <p:spPr>
          <a:xfrm>
            <a:off x="6711040" y="42488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#6</a:t>
            </a:r>
          </a:p>
        </p:txBody>
      </p:sp>
      <p:sp>
        <p:nvSpPr>
          <p:cNvPr id="31" name="Freeform: Shape 23">
            <a:extLst>
              <a:ext uri="{FF2B5EF4-FFF2-40B4-BE49-F238E27FC236}">
                <a16:creationId xmlns:a16="http://schemas.microsoft.com/office/drawing/2014/main" id="{D273A053-474A-7571-41E6-5395E80E6112}"/>
              </a:ext>
              <a:ext uri="{C183D7F6-B498-43B3-948B-1728B52AA6E4}">
                <adec:decorative xmlns:adec="http://schemas.microsoft.com/office/drawing/2017/decorative" val="1"/>
              </a:ext>
            </a:extLst>
          </p:cNvPr>
          <p:cNvSpPr/>
          <p:nvPr userDrawn="1"/>
        </p:nvSpPr>
        <p:spPr>
          <a:xfrm>
            <a:off x="5963125" y="4894809"/>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2" name="Text Placeholder 7">
            <a:extLst>
              <a:ext uri="{FF2B5EF4-FFF2-40B4-BE49-F238E27FC236}">
                <a16:creationId xmlns:a16="http://schemas.microsoft.com/office/drawing/2014/main" id="{B70B4243-54B3-1D1D-A5DF-BE88497A659C}"/>
              </a:ext>
              <a:ext uri="{C183D7F6-B498-43B3-948B-1728B52AA6E4}">
                <adec:decorative xmlns:adec="http://schemas.microsoft.com/office/drawing/2017/decorative" val="1"/>
              </a:ext>
            </a:extLst>
          </p:cNvPr>
          <p:cNvSpPr>
            <a:spLocks noGrp="1"/>
          </p:cNvSpPr>
          <p:nvPr>
            <p:ph type="body" sz="quarter" idx="42" hasCustomPrompt="1"/>
          </p:nvPr>
        </p:nvSpPr>
        <p:spPr>
          <a:xfrm>
            <a:off x="6048375" y="4947817"/>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3" name="Text Placeholder 28">
            <a:extLst>
              <a:ext uri="{FF2B5EF4-FFF2-40B4-BE49-F238E27FC236}">
                <a16:creationId xmlns:a16="http://schemas.microsoft.com/office/drawing/2014/main" id="{9FFCFA24-050A-63CE-F228-2A231E252A26}"/>
              </a:ext>
            </a:extLst>
          </p:cNvPr>
          <p:cNvSpPr>
            <a:spLocks noGrp="1"/>
          </p:cNvSpPr>
          <p:nvPr>
            <p:ph type="body" sz="quarter" idx="43" hasCustomPrompt="1"/>
          </p:nvPr>
        </p:nvSpPr>
        <p:spPr>
          <a:xfrm>
            <a:off x="6711040" y="4947337"/>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#7</a:t>
            </a:r>
          </a:p>
        </p:txBody>
      </p:sp>
      <p:sp>
        <p:nvSpPr>
          <p:cNvPr id="33" name="Freeform: Shape 23">
            <a:extLst>
              <a:ext uri="{FF2B5EF4-FFF2-40B4-BE49-F238E27FC236}">
                <a16:creationId xmlns:a16="http://schemas.microsoft.com/office/drawing/2014/main" id="{C8EF5B74-900F-3093-3E8D-2CF4662C1C7F}"/>
              </a:ext>
              <a:ext uri="{C183D7F6-B498-43B3-948B-1728B52AA6E4}">
                <adec:decorative xmlns:adec="http://schemas.microsoft.com/office/drawing/2017/decorative" val="1"/>
              </a:ext>
            </a:extLst>
          </p:cNvPr>
          <p:cNvSpPr/>
          <p:nvPr userDrawn="1"/>
        </p:nvSpPr>
        <p:spPr>
          <a:xfrm>
            <a:off x="5962561" y="5601523"/>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34" name="Text Placeholder 7">
            <a:extLst>
              <a:ext uri="{FF2B5EF4-FFF2-40B4-BE49-F238E27FC236}">
                <a16:creationId xmlns:a16="http://schemas.microsoft.com/office/drawing/2014/main" id="{275D51CE-283E-D45C-596E-DD48C18F54F6}"/>
              </a:ext>
              <a:ext uri="{C183D7F6-B498-43B3-948B-1728B52AA6E4}">
                <adec:decorative xmlns:adec="http://schemas.microsoft.com/office/drawing/2017/decorative" val="1"/>
              </a:ext>
            </a:extLst>
          </p:cNvPr>
          <p:cNvSpPr>
            <a:spLocks noGrp="1"/>
          </p:cNvSpPr>
          <p:nvPr>
            <p:ph type="body" sz="quarter" idx="45" hasCustomPrompt="1"/>
          </p:nvPr>
        </p:nvSpPr>
        <p:spPr>
          <a:xfrm>
            <a:off x="6047811" y="5654531"/>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13" name="Text Placeholder 28">
            <a:extLst>
              <a:ext uri="{FF2B5EF4-FFF2-40B4-BE49-F238E27FC236}">
                <a16:creationId xmlns:a16="http://schemas.microsoft.com/office/drawing/2014/main" id="{2EBE12C6-B683-F4CB-8D9A-14B85086F516}"/>
              </a:ext>
            </a:extLst>
          </p:cNvPr>
          <p:cNvSpPr>
            <a:spLocks noGrp="1"/>
          </p:cNvSpPr>
          <p:nvPr>
            <p:ph type="body" sz="quarter" idx="46" hasCustomPrompt="1"/>
          </p:nvPr>
        </p:nvSpPr>
        <p:spPr>
          <a:xfrm>
            <a:off x="6711040" y="5654051"/>
            <a:ext cx="4663440" cy="471487"/>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#8</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87546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s 1B - white">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tx2"/>
                </a:solidFill>
              </a:defRPr>
            </a:lvl1pPr>
          </a:lstStyle>
          <a:p>
            <a:r>
              <a:rPr lang="en-US"/>
              <a:t>Edit title</a:t>
            </a: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tx2"/>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#2</a:t>
            </a: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#3</a:t>
            </a:r>
          </a:p>
        </p:txBody>
      </p:sp>
      <p:sp>
        <p:nvSpPr>
          <p:cNvPr id="42" name="Freeform: Shape 23">
            <a:extLst>
              <a:ext uri="{FF2B5EF4-FFF2-40B4-BE49-F238E27FC236}">
                <a16:creationId xmlns:a16="http://schemas.microsoft.com/office/drawing/2014/main" id="{498C0A57-5A51-C3B0-238D-16F9E76BD8A3}"/>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43" name="Text Placeholder 7">
            <a:extLst>
              <a:ext uri="{FF2B5EF4-FFF2-40B4-BE49-F238E27FC236}">
                <a16:creationId xmlns:a16="http://schemas.microsoft.com/office/drawing/2014/main" id="{1443CDE0-2E7C-1381-ECD8-2FCF9A9A1D3C}"/>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tx2"/>
                </a:solidFill>
                <a:latin typeface="Franklin Gothic Book" panose="020B0503020102020204" pitchFamily="34" charset="0"/>
              </a:defRPr>
            </a:lvl1pPr>
          </a:lstStyle>
          <a:p>
            <a:r>
              <a:rPr lang="en-US"/>
              <a:t>Item #4</a:t>
            </a:r>
          </a:p>
        </p:txBody>
      </p:sp>
      <p:sp>
        <p:nvSpPr>
          <p:cNvPr id="3" name="Slide Number Placeholder 16">
            <a:extLst>
              <a:ext uri="{FF2B5EF4-FFF2-40B4-BE49-F238E27FC236}">
                <a16:creationId xmlns:a16="http://schemas.microsoft.com/office/drawing/2014/main" id="{7578E1D4-AFFE-F97D-C3C9-FACC2D71B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30566F0-CF78-654F-AA40-6EA13D4676F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DBDEA453-888B-4A4E-5E97-2BC2AC518D0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58219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1B - gray">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640080"/>
            <a:ext cx="4846320" cy="5120640"/>
          </a:xfrm>
        </p:spPr>
        <p:txBody>
          <a:bodyPr lIns="0">
            <a:noAutofit/>
          </a:bodyPr>
          <a:lstStyle>
            <a:lvl1pPr algn="l">
              <a:lnSpc>
                <a:spcPct val="80000"/>
              </a:lnSpc>
              <a:defRPr sz="8800">
                <a:solidFill>
                  <a:schemeClr val="bg1"/>
                </a:solidFill>
              </a:defRPr>
            </a:lvl1pPr>
          </a:lstStyle>
          <a:p>
            <a:r>
              <a:rPr lang="en-US"/>
              <a:t>Edit title</a:t>
            </a:r>
          </a:p>
        </p:txBody>
      </p:sp>
      <p:sp>
        <p:nvSpPr>
          <p:cNvPr id="14" name="Freeform: Shape 23">
            <a:extLst>
              <a:ext uri="{FF2B5EF4-FFF2-40B4-BE49-F238E27FC236}">
                <a16:creationId xmlns:a16="http://schemas.microsoft.com/office/drawing/2014/main" id="{17A54E7A-4208-20D7-4FB9-283023EAC80F}"/>
              </a:ext>
              <a:ext uri="{C183D7F6-B498-43B3-948B-1728B52AA6E4}">
                <adec:decorative xmlns:adec="http://schemas.microsoft.com/office/drawing/2017/decorative" val="1"/>
              </a:ext>
            </a:extLst>
          </p:cNvPr>
          <p:cNvSpPr/>
          <p:nvPr userDrawn="1"/>
        </p:nvSpPr>
        <p:spPr>
          <a:xfrm>
            <a:off x="5963125" y="80900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5" name="Text Placeholder 7">
            <a:extLst>
              <a:ext uri="{FF2B5EF4-FFF2-40B4-BE49-F238E27FC236}">
                <a16:creationId xmlns:a16="http://schemas.microsoft.com/office/drawing/2014/main" id="{86F082ED-9E2A-836C-C00C-761463AD193B}"/>
              </a:ext>
              <a:ext uri="{C183D7F6-B498-43B3-948B-1728B52AA6E4}">
                <adec:decorative xmlns:adec="http://schemas.microsoft.com/office/drawing/2017/decorative" val="1"/>
              </a:ext>
            </a:extLst>
          </p:cNvPr>
          <p:cNvSpPr>
            <a:spLocks noGrp="1"/>
          </p:cNvSpPr>
          <p:nvPr>
            <p:ph type="body" sz="quarter" idx="29" hasCustomPrompt="1"/>
          </p:nvPr>
        </p:nvSpPr>
        <p:spPr>
          <a:xfrm>
            <a:off x="6048375" y="86868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dirty="0"/>
              <a:t>#</a:t>
            </a:r>
            <a:endParaRPr lang="zh-CN" altLang="en-US" dirty="0"/>
          </a:p>
        </p:txBody>
      </p:sp>
      <p:sp>
        <p:nvSpPr>
          <p:cNvPr id="22" name="Subtitle 2">
            <a:extLst>
              <a:ext uri="{FF2B5EF4-FFF2-40B4-BE49-F238E27FC236}">
                <a16:creationId xmlns:a16="http://schemas.microsoft.com/office/drawing/2014/main" id="{9FA2333B-84D3-07B6-44B1-2BAD2D3A56BA}"/>
              </a:ext>
            </a:extLst>
          </p:cNvPr>
          <p:cNvSpPr>
            <a:spLocks noGrp="1"/>
          </p:cNvSpPr>
          <p:nvPr>
            <p:ph type="subTitle" idx="1" hasCustomPrompt="1"/>
          </p:nvPr>
        </p:nvSpPr>
        <p:spPr>
          <a:xfrm>
            <a:off x="6711040" y="640080"/>
            <a:ext cx="4663440" cy="914400"/>
          </a:xfrm>
        </p:spPr>
        <p:txBody>
          <a:bodyPr anchor="ctr">
            <a:noAutofit/>
          </a:bodyPr>
          <a:lstStyle>
            <a:lvl1pPr marL="0" indent="0" algn="l">
              <a:lnSpc>
                <a:spcPct val="100000"/>
              </a:lnSpc>
              <a:buNone/>
              <a:defRPr sz="2000" b="0" i="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Item #1</a:t>
            </a:r>
          </a:p>
        </p:txBody>
      </p:sp>
      <p:sp>
        <p:nvSpPr>
          <p:cNvPr id="16" name="Freeform: Shape 23">
            <a:extLst>
              <a:ext uri="{FF2B5EF4-FFF2-40B4-BE49-F238E27FC236}">
                <a16:creationId xmlns:a16="http://schemas.microsoft.com/office/drawing/2014/main" id="{C5E046B0-A2CD-EF96-0C1C-8D3E9330AA90}"/>
              </a:ext>
              <a:ext uri="{C183D7F6-B498-43B3-948B-1728B52AA6E4}">
                <adec:decorative xmlns:adec="http://schemas.microsoft.com/office/drawing/2017/decorative" val="1"/>
              </a:ext>
            </a:extLst>
          </p:cNvPr>
          <p:cNvSpPr/>
          <p:nvPr userDrawn="1"/>
        </p:nvSpPr>
        <p:spPr>
          <a:xfrm>
            <a:off x="5963125" y="221108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17" name="Text Placeholder 7">
            <a:extLst>
              <a:ext uri="{FF2B5EF4-FFF2-40B4-BE49-F238E27FC236}">
                <a16:creationId xmlns:a16="http://schemas.microsoft.com/office/drawing/2014/main" id="{723875AD-26EC-E52C-9565-615EF2F28A25}"/>
              </a:ext>
              <a:ext uri="{C183D7F6-B498-43B3-948B-1728B52AA6E4}">
                <adec:decorative xmlns:adec="http://schemas.microsoft.com/office/drawing/2017/decorative" val="1"/>
              </a:ext>
            </a:extLst>
          </p:cNvPr>
          <p:cNvSpPr>
            <a:spLocks noGrp="1"/>
          </p:cNvSpPr>
          <p:nvPr>
            <p:ph type="body" sz="quarter" idx="30" hasCustomPrompt="1"/>
          </p:nvPr>
        </p:nvSpPr>
        <p:spPr>
          <a:xfrm>
            <a:off x="6048375" y="227076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29" name="Text Placeholder 28">
            <a:extLst>
              <a:ext uri="{FF2B5EF4-FFF2-40B4-BE49-F238E27FC236}">
                <a16:creationId xmlns:a16="http://schemas.microsoft.com/office/drawing/2014/main" id="{5F593B2E-ED71-E223-F669-179403E5E4FB}"/>
              </a:ext>
            </a:extLst>
          </p:cNvPr>
          <p:cNvSpPr>
            <a:spLocks noGrp="1"/>
          </p:cNvSpPr>
          <p:nvPr>
            <p:ph type="body" sz="quarter" idx="35" hasCustomPrompt="1"/>
          </p:nvPr>
        </p:nvSpPr>
        <p:spPr>
          <a:xfrm>
            <a:off x="6711040" y="204216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#2</a:t>
            </a:r>
          </a:p>
        </p:txBody>
      </p:sp>
      <p:sp>
        <p:nvSpPr>
          <p:cNvPr id="18" name="Freeform: Shape 23">
            <a:extLst>
              <a:ext uri="{FF2B5EF4-FFF2-40B4-BE49-F238E27FC236}">
                <a16:creationId xmlns:a16="http://schemas.microsoft.com/office/drawing/2014/main" id="{05DB14FD-FDFD-480E-7DC1-1CC61A3ED486}"/>
              </a:ext>
              <a:ext uri="{C183D7F6-B498-43B3-948B-1728B52AA6E4}">
                <adec:decorative xmlns:adec="http://schemas.microsoft.com/office/drawing/2017/decorative" val="1"/>
              </a:ext>
            </a:extLst>
          </p:cNvPr>
          <p:cNvSpPr/>
          <p:nvPr userDrawn="1"/>
        </p:nvSpPr>
        <p:spPr>
          <a:xfrm>
            <a:off x="5963125" y="361316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1" name="Text Placeholder 7">
            <a:extLst>
              <a:ext uri="{FF2B5EF4-FFF2-40B4-BE49-F238E27FC236}">
                <a16:creationId xmlns:a16="http://schemas.microsoft.com/office/drawing/2014/main" id="{EAEA2976-390A-3B44-AF39-8380A79D1CE1}"/>
              </a:ext>
              <a:ext uri="{C183D7F6-B498-43B3-948B-1728B52AA6E4}">
                <adec:decorative xmlns:adec="http://schemas.microsoft.com/office/drawing/2017/decorative" val="1"/>
              </a:ext>
            </a:extLst>
          </p:cNvPr>
          <p:cNvSpPr>
            <a:spLocks noGrp="1"/>
          </p:cNvSpPr>
          <p:nvPr>
            <p:ph type="body" sz="quarter" idx="31" hasCustomPrompt="1"/>
          </p:nvPr>
        </p:nvSpPr>
        <p:spPr>
          <a:xfrm>
            <a:off x="6048375" y="367284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30" name="Text Placeholder 28">
            <a:extLst>
              <a:ext uri="{FF2B5EF4-FFF2-40B4-BE49-F238E27FC236}">
                <a16:creationId xmlns:a16="http://schemas.microsoft.com/office/drawing/2014/main" id="{F44D8B43-39BF-0C49-1938-502FFB6FF90D}"/>
              </a:ext>
            </a:extLst>
          </p:cNvPr>
          <p:cNvSpPr>
            <a:spLocks noGrp="1"/>
          </p:cNvSpPr>
          <p:nvPr>
            <p:ph type="body" sz="quarter" idx="36" hasCustomPrompt="1"/>
          </p:nvPr>
        </p:nvSpPr>
        <p:spPr>
          <a:xfrm>
            <a:off x="6711040" y="344424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#3</a:t>
            </a:r>
          </a:p>
        </p:txBody>
      </p:sp>
      <p:sp>
        <p:nvSpPr>
          <p:cNvPr id="23" name="Freeform: Shape 23">
            <a:extLst>
              <a:ext uri="{FF2B5EF4-FFF2-40B4-BE49-F238E27FC236}">
                <a16:creationId xmlns:a16="http://schemas.microsoft.com/office/drawing/2014/main" id="{6C6B0178-4D84-09B6-1AEE-B06D84163E79}"/>
              </a:ext>
              <a:ext uri="{C183D7F6-B498-43B3-948B-1728B52AA6E4}">
                <adec:decorative xmlns:adec="http://schemas.microsoft.com/office/drawing/2017/decorative" val="1"/>
              </a:ext>
            </a:extLst>
          </p:cNvPr>
          <p:cNvSpPr/>
          <p:nvPr userDrawn="1"/>
        </p:nvSpPr>
        <p:spPr>
          <a:xfrm>
            <a:off x="5963125" y="5015248"/>
            <a:ext cx="624229" cy="576544"/>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a:solidFill>
                <a:schemeClr val="tx1"/>
              </a:solidFill>
              <a:latin typeface="Franklin Gothic Medium" panose="020B0603020102020204" pitchFamily="34" charset="0"/>
            </a:endParaRPr>
          </a:p>
        </p:txBody>
      </p:sp>
      <p:sp>
        <p:nvSpPr>
          <p:cNvPr id="24" name="Text Placeholder 7">
            <a:extLst>
              <a:ext uri="{FF2B5EF4-FFF2-40B4-BE49-F238E27FC236}">
                <a16:creationId xmlns:a16="http://schemas.microsoft.com/office/drawing/2014/main" id="{CAE71499-BA44-1A88-BC7E-AE0425F1A4C7}"/>
              </a:ext>
              <a:ext uri="{C183D7F6-B498-43B3-948B-1728B52AA6E4}">
                <adec:decorative xmlns:adec="http://schemas.microsoft.com/office/drawing/2017/decorative" val="1"/>
              </a:ext>
            </a:extLst>
          </p:cNvPr>
          <p:cNvSpPr>
            <a:spLocks noGrp="1"/>
          </p:cNvSpPr>
          <p:nvPr>
            <p:ph type="body" sz="quarter" idx="37" hasCustomPrompt="1"/>
          </p:nvPr>
        </p:nvSpPr>
        <p:spPr>
          <a:xfrm>
            <a:off x="6048375" y="5074920"/>
            <a:ext cx="457200" cy="457200"/>
          </a:xfrm>
          <a:noFill/>
        </p:spPr>
        <p:txBody>
          <a:bodyPr anchor="ctr">
            <a:normAutofit/>
          </a:bodyPr>
          <a:lstStyle>
            <a:lvl1pPr marL="0" indent="0" algn="ctr">
              <a:lnSpc>
                <a:spcPct val="100000"/>
              </a:lnSpc>
              <a:buNone/>
              <a:defRPr sz="2000" b="0">
                <a:solidFill>
                  <a:schemeClr val="tx1"/>
                </a:solidFill>
                <a:latin typeface="Franklin Gothic Medium" panose="020B0603020102020204" pitchFamily="34" charset="0"/>
              </a:defRPr>
            </a:lvl1pPr>
          </a:lstStyle>
          <a:p>
            <a:pPr lvl="0"/>
            <a:r>
              <a:rPr lang="en-US" altLang="zh-CN"/>
              <a:t>#</a:t>
            </a:r>
            <a:endParaRPr lang="zh-CN" altLang="en-US"/>
          </a:p>
        </p:txBody>
      </p:sp>
      <p:sp>
        <p:nvSpPr>
          <p:cNvPr id="54" name="Text Placeholder 28">
            <a:extLst>
              <a:ext uri="{FF2B5EF4-FFF2-40B4-BE49-F238E27FC236}">
                <a16:creationId xmlns:a16="http://schemas.microsoft.com/office/drawing/2014/main" id="{F032C43B-3BDF-5C3E-45DE-5DA1A668B9DF}"/>
              </a:ext>
            </a:extLst>
          </p:cNvPr>
          <p:cNvSpPr>
            <a:spLocks noGrp="1"/>
          </p:cNvSpPr>
          <p:nvPr>
            <p:ph type="body" sz="quarter" idx="44" hasCustomPrompt="1"/>
          </p:nvPr>
        </p:nvSpPr>
        <p:spPr>
          <a:xfrm>
            <a:off x="6711040" y="4846320"/>
            <a:ext cx="4663440" cy="914400"/>
          </a:xfrm>
        </p:spPr>
        <p:txBody>
          <a:bodyPr anchor="ctr">
            <a:normAutofit/>
          </a:bodyPr>
          <a:lstStyle>
            <a:lvl1pPr marL="0" indent="0">
              <a:buNone/>
              <a:defRPr sz="2000" b="0" i="0">
                <a:solidFill>
                  <a:schemeClr val="bg1"/>
                </a:solidFill>
                <a:latin typeface="Franklin Gothic Book" panose="020B0503020102020204" pitchFamily="34" charset="0"/>
              </a:defRPr>
            </a:lvl1pPr>
          </a:lstStyle>
          <a:p>
            <a:r>
              <a:rPr lang="en-US"/>
              <a:t>Item #4</a:t>
            </a:r>
          </a:p>
        </p:txBody>
      </p:sp>
      <p:sp>
        <p:nvSpPr>
          <p:cNvPr id="2" name="Slide Number Placeholder 16">
            <a:extLst>
              <a:ext uri="{FF2B5EF4-FFF2-40B4-BE49-F238E27FC236}">
                <a16:creationId xmlns:a16="http://schemas.microsoft.com/office/drawing/2014/main" id="{8CB1BDA8-5D05-6681-463C-CAC234015E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39D818-D667-C54C-88FF-ED571E1C7C4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E32E656D-FF40-FDFC-5518-F7AAF7F2121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661125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s 2 - white">
    <p:bg>
      <p:bgPr>
        <a:solidFill>
          <a:schemeClr val="bg1"/>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a:t>Edit title</a:t>
            </a:r>
          </a:p>
        </p:txBody>
      </p: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chemeClr val="tx2"/>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tx2"/>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lide Number Placeholder 16">
            <a:extLst>
              <a:ext uri="{FF2B5EF4-FFF2-40B4-BE49-F238E27FC236}">
                <a16:creationId xmlns:a16="http://schemas.microsoft.com/office/drawing/2014/main" id="{42BCE9B8-5C6B-6A52-970A-A07866CCC6F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6D69F37-EA5A-6345-8760-06DE65FC9C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0B212E13-724F-1BDA-DB65-C35982B6C49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85902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2 - gray">
    <p:bg>
      <p:bgPr>
        <a:solidFill>
          <a:schemeClr val="tx2"/>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9D9BCF3B-85B8-79F3-D824-8D4B16700AA0}"/>
              </a:ext>
            </a:extLst>
          </p:cNvPr>
          <p:cNvSpPr>
            <a:spLocks noGrp="1"/>
          </p:cNvSpPr>
          <p:nvPr>
            <p:ph type="title" hasCustomPrompt="1"/>
          </p:nvPr>
        </p:nvSpPr>
        <p:spPr>
          <a:xfrm>
            <a:off x="731520" y="457200"/>
            <a:ext cx="10698480" cy="640080"/>
          </a:xfrm>
        </p:spPr>
        <p:txBody>
          <a:bodyPr lIns="0" rIns="0"/>
          <a:lstStyle>
            <a:lvl1pPr>
              <a:defRPr>
                <a:solidFill>
                  <a:schemeClr val="bg1"/>
                </a:solidFill>
              </a:defRPr>
            </a:lvl1pPr>
          </a:lstStyle>
          <a:p>
            <a:r>
              <a:rPr lang="en-US"/>
              <a:t>Edit title</a:t>
            </a:r>
          </a:p>
        </p:txBody>
      </p:sp>
      <p:cxnSp>
        <p:nvCxnSpPr>
          <p:cNvPr id="9" name="Straight Connector 8">
            <a:extLst>
              <a:ext uri="{FF2B5EF4-FFF2-40B4-BE49-F238E27FC236}">
                <a16:creationId xmlns:a16="http://schemas.microsoft.com/office/drawing/2014/main" id="{4C1A1520-FA70-E937-39A5-D14C48AE5831}"/>
              </a:ext>
              <a:ext uri="{C183D7F6-B498-43B3-948B-1728B52AA6E4}">
                <adec:decorative xmlns:adec="http://schemas.microsoft.com/office/drawing/2017/decorative" val="1"/>
              </a:ext>
            </a:extLst>
          </p:cNvPr>
          <p:cNvCxnSpPr>
            <a:cxnSpLocks/>
          </p:cNvCxnSpPr>
          <p:nvPr userDrawn="1"/>
        </p:nvCxnSpPr>
        <p:spPr>
          <a:xfrm>
            <a:off x="8294877"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84" name="Text Placeholder 2">
            <a:extLst>
              <a:ext uri="{FF2B5EF4-FFF2-40B4-BE49-F238E27FC236}">
                <a16:creationId xmlns:a16="http://schemas.microsoft.com/office/drawing/2014/main" id="{E372236E-5F5C-A488-70D4-77251F23C78D}"/>
              </a:ext>
            </a:extLst>
          </p:cNvPr>
          <p:cNvSpPr>
            <a:spLocks noGrp="1"/>
          </p:cNvSpPr>
          <p:nvPr>
            <p:ph idx="10" hasCustomPrompt="1"/>
          </p:nvPr>
        </p:nvSpPr>
        <p:spPr>
          <a:xfrm>
            <a:off x="73269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3" name="Text Placeholder 2">
            <a:extLst>
              <a:ext uri="{FF2B5EF4-FFF2-40B4-BE49-F238E27FC236}">
                <a16:creationId xmlns:a16="http://schemas.microsoft.com/office/drawing/2014/main" id="{5CB68BC5-0E25-AE0F-762F-27C654524575}"/>
              </a:ext>
            </a:extLst>
          </p:cNvPr>
          <p:cNvSpPr>
            <a:spLocks noGrp="1"/>
          </p:cNvSpPr>
          <p:nvPr>
            <p:ph idx="1" hasCustomPrompt="1"/>
          </p:nvPr>
        </p:nvSpPr>
        <p:spPr>
          <a:xfrm>
            <a:off x="1624232" y="2213963"/>
            <a:ext cx="2167382"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6" name="Text Placeholder 2">
            <a:extLst>
              <a:ext uri="{FF2B5EF4-FFF2-40B4-BE49-F238E27FC236}">
                <a16:creationId xmlns:a16="http://schemas.microsoft.com/office/drawing/2014/main" id="{0156ACC3-BECE-6FE3-5904-2531DB5B41D6}"/>
              </a:ext>
            </a:extLst>
          </p:cNvPr>
          <p:cNvSpPr>
            <a:spLocks noGrp="1"/>
          </p:cNvSpPr>
          <p:nvPr>
            <p:ph idx="12" hasCustomPrompt="1"/>
          </p:nvPr>
        </p:nvSpPr>
        <p:spPr>
          <a:xfrm>
            <a:off x="73269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5" name="Text Placeholder 2">
            <a:extLst>
              <a:ext uri="{FF2B5EF4-FFF2-40B4-BE49-F238E27FC236}">
                <a16:creationId xmlns:a16="http://schemas.microsoft.com/office/drawing/2014/main" id="{8772C401-0939-7420-E97F-3550D6C362D9}"/>
              </a:ext>
            </a:extLst>
          </p:cNvPr>
          <p:cNvSpPr>
            <a:spLocks noGrp="1"/>
          </p:cNvSpPr>
          <p:nvPr>
            <p:ph idx="11" hasCustomPrompt="1"/>
          </p:nvPr>
        </p:nvSpPr>
        <p:spPr>
          <a:xfrm>
            <a:off x="1624316" y="3316320"/>
            <a:ext cx="2165517"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88" name="Text Placeholder 2">
            <a:extLst>
              <a:ext uri="{FF2B5EF4-FFF2-40B4-BE49-F238E27FC236}">
                <a16:creationId xmlns:a16="http://schemas.microsoft.com/office/drawing/2014/main" id="{8F769DB1-0C87-FA33-E989-33EB5B4974AA}"/>
              </a:ext>
            </a:extLst>
          </p:cNvPr>
          <p:cNvSpPr>
            <a:spLocks noGrp="1"/>
          </p:cNvSpPr>
          <p:nvPr>
            <p:ph idx="14" hasCustomPrompt="1"/>
          </p:nvPr>
        </p:nvSpPr>
        <p:spPr>
          <a:xfrm>
            <a:off x="732691"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7" name="Text Placeholder 2">
            <a:extLst>
              <a:ext uri="{FF2B5EF4-FFF2-40B4-BE49-F238E27FC236}">
                <a16:creationId xmlns:a16="http://schemas.microsoft.com/office/drawing/2014/main" id="{1379662A-01FD-5B40-FDDB-542186E35D4B}"/>
              </a:ext>
            </a:extLst>
          </p:cNvPr>
          <p:cNvSpPr>
            <a:spLocks noGrp="1"/>
          </p:cNvSpPr>
          <p:nvPr>
            <p:ph idx="13" hasCustomPrompt="1"/>
          </p:nvPr>
        </p:nvSpPr>
        <p:spPr>
          <a:xfrm>
            <a:off x="1624232" y="4437443"/>
            <a:ext cx="2167382"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0" name="Text Placeholder 2">
            <a:extLst>
              <a:ext uri="{FF2B5EF4-FFF2-40B4-BE49-F238E27FC236}">
                <a16:creationId xmlns:a16="http://schemas.microsoft.com/office/drawing/2014/main" id="{D1260F5F-D7B2-86E1-835C-8F330EB9585F}"/>
              </a:ext>
            </a:extLst>
          </p:cNvPr>
          <p:cNvSpPr>
            <a:spLocks noGrp="1"/>
          </p:cNvSpPr>
          <p:nvPr>
            <p:ph idx="16" hasCustomPrompt="1"/>
          </p:nvPr>
        </p:nvSpPr>
        <p:spPr>
          <a:xfrm>
            <a:off x="4519246"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89" name="Text Placeholder 2">
            <a:extLst>
              <a:ext uri="{FF2B5EF4-FFF2-40B4-BE49-F238E27FC236}">
                <a16:creationId xmlns:a16="http://schemas.microsoft.com/office/drawing/2014/main" id="{B73676C1-4B95-8E96-8641-63D707866ED9}"/>
              </a:ext>
            </a:extLst>
          </p:cNvPr>
          <p:cNvSpPr>
            <a:spLocks noGrp="1"/>
          </p:cNvSpPr>
          <p:nvPr>
            <p:ph idx="15" hasCustomPrompt="1"/>
          </p:nvPr>
        </p:nvSpPr>
        <p:spPr>
          <a:xfrm>
            <a:off x="5410785"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2" name="Text Placeholder 2">
            <a:extLst>
              <a:ext uri="{FF2B5EF4-FFF2-40B4-BE49-F238E27FC236}">
                <a16:creationId xmlns:a16="http://schemas.microsoft.com/office/drawing/2014/main" id="{4F718B81-3EE1-C9BA-169D-C16E74FB105E}"/>
              </a:ext>
            </a:extLst>
          </p:cNvPr>
          <p:cNvSpPr>
            <a:spLocks noGrp="1"/>
          </p:cNvSpPr>
          <p:nvPr>
            <p:ph idx="18" hasCustomPrompt="1"/>
          </p:nvPr>
        </p:nvSpPr>
        <p:spPr>
          <a:xfrm>
            <a:off x="4519246"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1" name="Text Placeholder 2">
            <a:extLst>
              <a:ext uri="{FF2B5EF4-FFF2-40B4-BE49-F238E27FC236}">
                <a16:creationId xmlns:a16="http://schemas.microsoft.com/office/drawing/2014/main" id="{868B49A8-3FF7-F44C-4FD9-1B337ADDB23F}"/>
              </a:ext>
            </a:extLst>
          </p:cNvPr>
          <p:cNvSpPr>
            <a:spLocks noGrp="1"/>
          </p:cNvSpPr>
          <p:nvPr>
            <p:ph idx="17" hasCustomPrompt="1"/>
          </p:nvPr>
        </p:nvSpPr>
        <p:spPr>
          <a:xfrm>
            <a:off x="5410871"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4" name="Text Placeholder 2">
            <a:extLst>
              <a:ext uri="{FF2B5EF4-FFF2-40B4-BE49-F238E27FC236}">
                <a16:creationId xmlns:a16="http://schemas.microsoft.com/office/drawing/2014/main" id="{1657484D-731D-5FB7-5141-A88007861369}"/>
              </a:ext>
            </a:extLst>
          </p:cNvPr>
          <p:cNvSpPr>
            <a:spLocks noGrp="1"/>
          </p:cNvSpPr>
          <p:nvPr>
            <p:ph idx="20" hasCustomPrompt="1"/>
          </p:nvPr>
        </p:nvSpPr>
        <p:spPr>
          <a:xfrm>
            <a:off x="4519246" y="443744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3" name="Text Placeholder 2">
            <a:extLst>
              <a:ext uri="{FF2B5EF4-FFF2-40B4-BE49-F238E27FC236}">
                <a16:creationId xmlns:a16="http://schemas.microsoft.com/office/drawing/2014/main" id="{35C426E4-BA6F-B2D2-8C19-DB253FCF2B9D}"/>
              </a:ext>
            </a:extLst>
          </p:cNvPr>
          <p:cNvSpPr>
            <a:spLocks noGrp="1"/>
          </p:cNvSpPr>
          <p:nvPr>
            <p:ph idx="19" hasCustomPrompt="1"/>
          </p:nvPr>
        </p:nvSpPr>
        <p:spPr>
          <a:xfrm>
            <a:off x="5410785" y="4437443"/>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6" name="Text Placeholder 2">
            <a:extLst>
              <a:ext uri="{FF2B5EF4-FFF2-40B4-BE49-F238E27FC236}">
                <a16:creationId xmlns:a16="http://schemas.microsoft.com/office/drawing/2014/main" id="{9090F094-F7ED-77CB-41EF-17B7C22EB33B}"/>
              </a:ext>
            </a:extLst>
          </p:cNvPr>
          <p:cNvSpPr>
            <a:spLocks noGrp="1"/>
          </p:cNvSpPr>
          <p:nvPr>
            <p:ph idx="22" hasCustomPrompt="1"/>
          </p:nvPr>
        </p:nvSpPr>
        <p:spPr>
          <a:xfrm>
            <a:off x="8305801" y="221396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5" name="Text Placeholder 2">
            <a:extLst>
              <a:ext uri="{FF2B5EF4-FFF2-40B4-BE49-F238E27FC236}">
                <a16:creationId xmlns:a16="http://schemas.microsoft.com/office/drawing/2014/main" id="{DF98D7BA-1383-557A-E498-ED13BC872744}"/>
              </a:ext>
            </a:extLst>
          </p:cNvPr>
          <p:cNvSpPr>
            <a:spLocks noGrp="1"/>
          </p:cNvSpPr>
          <p:nvPr>
            <p:ph idx="21" hasCustomPrompt="1"/>
          </p:nvPr>
        </p:nvSpPr>
        <p:spPr>
          <a:xfrm>
            <a:off x="9197340" y="2213963"/>
            <a:ext cx="2167383" cy="726464"/>
          </a:xfrm>
          <a:prstGeom prst="rect">
            <a:avLst/>
          </a:prstGeom>
        </p:spPr>
        <p:txBody>
          <a:bodyPr vert="horz" lIns="0" tIns="9144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98" name="Text Placeholder 2">
            <a:extLst>
              <a:ext uri="{FF2B5EF4-FFF2-40B4-BE49-F238E27FC236}">
                <a16:creationId xmlns:a16="http://schemas.microsoft.com/office/drawing/2014/main" id="{CB06AAFF-77A4-F89D-B71F-BF182E5BD0FD}"/>
              </a:ext>
            </a:extLst>
          </p:cNvPr>
          <p:cNvSpPr>
            <a:spLocks noGrp="1"/>
          </p:cNvSpPr>
          <p:nvPr>
            <p:ph idx="24" hasCustomPrompt="1"/>
          </p:nvPr>
        </p:nvSpPr>
        <p:spPr>
          <a:xfrm>
            <a:off x="8305801" y="3325703"/>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97" name="Text Placeholder 2">
            <a:extLst>
              <a:ext uri="{FF2B5EF4-FFF2-40B4-BE49-F238E27FC236}">
                <a16:creationId xmlns:a16="http://schemas.microsoft.com/office/drawing/2014/main" id="{7F0EDBD2-4586-59EC-E497-9125ED943460}"/>
              </a:ext>
            </a:extLst>
          </p:cNvPr>
          <p:cNvSpPr>
            <a:spLocks noGrp="1"/>
          </p:cNvSpPr>
          <p:nvPr>
            <p:ph idx="23" hasCustomPrompt="1"/>
          </p:nvPr>
        </p:nvSpPr>
        <p:spPr>
          <a:xfrm>
            <a:off x="9197426" y="3316320"/>
            <a:ext cx="2165518"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cxnSp>
        <p:nvCxnSpPr>
          <p:cNvPr id="2" name="Straight Connector 1">
            <a:extLst>
              <a:ext uri="{FF2B5EF4-FFF2-40B4-BE49-F238E27FC236}">
                <a16:creationId xmlns:a16="http://schemas.microsoft.com/office/drawing/2014/main" id="{79AFA5EA-7559-6119-AF59-5F767F4AA14D}"/>
              </a:ext>
              <a:ext uri="{C183D7F6-B498-43B3-948B-1728B52AA6E4}">
                <adec:decorative xmlns:adec="http://schemas.microsoft.com/office/drawing/2017/decorative" val="1"/>
              </a:ext>
            </a:extLst>
          </p:cNvPr>
          <p:cNvCxnSpPr>
            <a:cxnSpLocks/>
          </p:cNvCxnSpPr>
          <p:nvPr userDrawn="1"/>
        </p:nvCxnSpPr>
        <p:spPr>
          <a:xfrm>
            <a:off x="8294877" y="422230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B110FD3-C1C5-0A2A-447D-7D22CD4A67DD}"/>
              </a:ext>
              <a:ext uri="{C183D7F6-B498-43B3-948B-1728B52AA6E4}">
                <adec:decorative xmlns:adec="http://schemas.microsoft.com/office/drawing/2017/decorative" val="1"/>
              </a:ext>
            </a:extLst>
          </p:cNvPr>
          <p:cNvCxnSpPr>
            <a:cxnSpLocks/>
          </p:cNvCxnSpPr>
          <p:nvPr userDrawn="1"/>
        </p:nvCxnSpPr>
        <p:spPr>
          <a:xfrm>
            <a:off x="8294877"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2FF3798-A4DD-D40F-BC30-26A0BD116DFB}"/>
              </a:ext>
              <a:ext uri="{C183D7F6-B498-43B3-948B-1728B52AA6E4}">
                <adec:decorative xmlns:adec="http://schemas.microsoft.com/office/drawing/2017/decorative" val="1"/>
              </a:ext>
            </a:extLst>
          </p:cNvPr>
          <p:cNvCxnSpPr>
            <a:cxnSpLocks/>
          </p:cNvCxnSpPr>
          <p:nvPr userDrawn="1"/>
        </p:nvCxnSpPr>
        <p:spPr>
          <a:xfrm>
            <a:off x="8294877"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9E0AF1-312F-BFC5-B722-A0F7DD4184E6}"/>
              </a:ext>
              <a:ext uri="{C183D7F6-B498-43B3-948B-1728B52AA6E4}">
                <adec:decorative xmlns:adec="http://schemas.microsoft.com/office/drawing/2017/decorative" val="1"/>
              </a:ext>
            </a:extLst>
          </p:cNvPr>
          <p:cNvCxnSpPr>
            <a:cxnSpLocks/>
          </p:cNvCxnSpPr>
          <p:nvPr userDrawn="1"/>
        </p:nvCxnSpPr>
        <p:spPr>
          <a:xfrm>
            <a:off x="4516314"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9E87B3-EE42-57D7-6C81-B58AD143F296}"/>
              </a:ext>
              <a:ext uri="{C183D7F6-B498-43B3-948B-1728B52AA6E4}">
                <adec:decorative xmlns:adec="http://schemas.microsoft.com/office/drawing/2017/decorative" val="1"/>
              </a:ext>
            </a:extLst>
          </p:cNvPr>
          <p:cNvCxnSpPr>
            <a:cxnSpLocks/>
          </p:cNvCxnSpPr>
          <p:nvPr userDrawn="1"/>
        </p:nvCxnSpPr>
        <p:spPr>
          <a:xfrm>
            <a:off x="4516314"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8D9E33-6352-4012-44E2-1A809263DDAA}"/>
              </a:ext>
              <a:ext uri="{C183D7F6-B498-43B3-948B-1728B52AA6E4}">
                <adec:decorative xmlns:adec="http://schemas.microsoft.com/office/drawing/2017/decorative" val="1"/>
              </a:ext>
            </a:extLst>
          </p:cNvPr>
          <p:cNvCxnSpPr>
            <a:cxnSpLocks/>
          </p:cNvCxnSpPr>
          <p:nvPr userDrawn="1"/>
        </p:nvCxnSpPr>
        <p:spPr>
          <a:xfrm>
            <a:off x="4516314"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6A159CB-D64A-598E-4CB3-4903109424A0}"/>
              </a:ext>
              <a:ext uri="{C183D7F6-B498-43B3-948B-1728B52AA6E4}">
                <adec:decorative xmlns:adec="http://schemas.microsoft.com/office/drawing/2017/decorative" val="1"/>
              </a:ext>
            </a:extLst>
          </p:cNvPr>
          <p:cNvCxnSpPr>
            <a:cxnSpLocks/>
          </p:cNvCxnSpPr>
          <p:nvPr userDrawn="1"/>
        </p:nvCxnSpPr>
        <p:spPr>
          <a:xfrm>
            <a:off x="4516314"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7392B3-682D-A616-62F0-0D8CE76DD2E9}"/>
              </a:ext>
              <a:ext uri="{C183D7F6-B498-43B3-948B-1728B52AA6E4}">
                <adec:decorative xmlns:adec="http://schemas.microsoft.com/office/drawing/2017/decorative" val="1"/>
              </a:ext>
            </a:extLst>
          </p:cNvPr>
          <p:cNvCxnSpPr>
            <a:cxnSpLocks/>
          </p:cNvCxnSpPr>
          <p:nvPr userDrawn="1"/>
        </p:nvCxnSpPr>
        <p:spPr>
          <a:xfrm>
            <a:off x="737751" y="5381957"/>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A3AD1F8-EEE8-5F51-01B4-05D79B18C345}"/>
              </a:ext>
              <a:ext uri="{C183D7F6-B498-43B3-948B-1728B52AA6E4}">
                <adec:decorative xmlns:adec="http://schemas.microsoft.com/office/drawing/2017/decorative" val="1"/>
              </a:ext>
            </a:extLst>
          </p:cNvPr>
          <p:cNvCxnSpPr>
            <a:cxnSpLocks/>
          </p:cNvCxnSpPr>
          <p:nvPr userDrawn="1"/>
        </p:nvCxnSpPr>
        <p:spPr>
          <a:xfrm>
            <a:off x="737751" y="4222418"/>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0641F78-63DF-97A5-24FF-7C4B01FBAE76}"/>
              </a:ext>
              <a:ext uri="{C183D7F6-B498-43B3-948B-1728B52AA6E4}">
                <adec:decorative xmlns:adec="http://schemas.microsoft.com/office/drawing/2017/decorative" val="1"/>
              </a:ext>
            </a:extLst>
          </p:cNvPr>
          <p:cNvCxnSpPr>
            <a:cxnSpLocks/>
          </p:cNvCxnSpPr>
          <p:nvPr userDrawn="1"/>
        </p:nvCxnSpPr>
        <p:spPr>
          <a:xfrm>
            <a:off x="737751" y="3115310"/>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F9485-6A05-B1C5-B60A-6589256B20A5}"/>
              </a:ext>
              <a:ext uri="{C183D7F6-B498-43B3-948B-1728B52AA6E4}">
                <adec:decorative xmlns:adec="http://schemas.microsoft.com/office/drawing/2017/decorative" val="1"/>
              </a:ext>
            </a:extLst>
          </p:cNvPr>
          <p:cNvCxnSpPr>
            <a:cxnSpLocks/>
          </p:cNvCxnSpPr>
          <p:nvPr userDrawn="1"/>
        </p:nvCxnSpPr>
        <p:spPr>
          <a:xfrm>
            <a:off x="737751" y="2008202"/>
            <a:ext cx="3053862" cy="0"/>
          </a:xfrm>
          <a:prstGeom prst="line">
            <a:avLst/>
          </a:prstGeom>
          <a:ln>
            <a:solidFill>
              <a:srgbClr val="E0D7AE"/>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E7DCF0E-52A3-A805-7D31-6D9DEE2A21F6}"/>
              </a:ext>
            </a:extLst>
          </p:cNvPr>
          <p:cNvSpPr>
            <a:spLocks noGrp="1"/>
          </p:cNvSpPr>
          <p:nvPr>
            <p:ph idx="26" hasCustomPrompt="1"/>
          </p:nvPr>
        </p:nvSpPr>
        <p:spPr>
          <a:xfrm>
            <a:off x="8305801" y="4432701"/>
            <a:ext cx="822960" cy="726468"/>
          </a:xfrm>
          <a:prstGeom prst="rect">
            <a:avLst/>
          </a:prstGeom>
        </p:spPr>
        <p:txBody>
          <a:bodyPr vert="horz" lIns="0" tIns="0" rIns="0" bIns="0" rtlCol="0" anchor="ctr">
            <a:noAutofit/>
          </a:bodyPr>
          <a:lstStyle>
            <a:lvl1pPr marL="0" indent="0" algn="l">
              <a:buNone/>
              <a:defRPr sz="4400" b="1" i="0">
                <a:solidFill>
                  <a:srgbClr val="E0D7AE"/>
                </a:solidFill>
                <a:latin typeface="Franklin Gothic Demi" panose="020B06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ltLang="zh-CN"/>
              <a:t>#</a:t>
            </a:r>
            <a:endParaRPr lang="zh-CN" altLang="en-US"/>
          </a:p>
        </p:txBody>
      </p:sp>
      <p:sp>
        <p:nvSpPr>
          <p:cNvPr id="3" name="Text Placeholder 2">
            <a:extLst>
              <a:ext uri="{FF2B5EF4-FFF2-40B4-BE49-F238E27FC236}">
                <a16:creationId xmlns:a16="http://schemas.microsoft.com/office/drawing/2014/main" id="{4915AECE-59E4-6183-5296-3C3936AE732E}"/>
              </a:ext>
            </a:extLst>
          </p:cNvPr>
          <p:cNvSpPr>
            <a:spLocks noGrp="1"/>
          </p:cNvSpPr>
          <p:nvPr>
            <p:ph idx="25" hasCustomPrompt="1"/>
          </p:nvPr>
        </p:nvSpPr>
        <p:spPr>
          <a:xfrm>
            <a:off x="9197340" y="4432701"/>
            <a:ext cx="2167383" cy="731209"/>
          </a:xfrm>
          <a:prstGeom prst="rect">
            <a:avLst/>
          </a:prstGeom>
        </p:spPr>
        <p:txBody>
          <a:bodyPr vert="horz" lIns="0" tIns="0" rIns="0" bIns="0" rtlCol="0" anchor="ctr" anchorCtr="0">
            <a:normAutofit/>
          </a:bodyPr>
          <a:lstStyle>
            <a:lvl1pPr marL="0" indent="0" algn="r">
              <a:buNone/>
              <a:defRPr sz="1800" b="0" i="0">
                <a:solidFill>
                  <a:schemeClr val="bg1"/>
                </a:solidFill>
                <a:latin typeface="Franklin Gothic Book" panose="020B0503020102020204" pitchFamily="34" charset="0"/>
              </a:defRPr>
            </a:lvl1pPr>
            <a:lvl2pPr>
              <a:defRPr sz="1800" b="0" i="0">
                <a:latin typeface="Franklin Gothic Book" panose="020B0503020102020204" pitchFamily="34" charset="0"/>
              </a:defRPr>
            </a:lvl2pPr>
            <a:lvl3pPr>
              <a:defRPr sz="1600" b="0" i="0">
                <a:latin typeface="Franklin Gothic Book" panose="020B0503020102020204" pitchFamily="34" charset="0"/>
              </a:defRPr>
            </a:lvl3pPr>
            <a:lvl4pPr>
              <a:defRPr sz="1400" b="0" i="0">
                <a:latin typeface="Franklin Gothic Book" panose="020B0503020102020204" pitchFamily="34" charset="0"/>
              </a:defRPr>
            </a:lvl4pPr>
            <a:lvl5pPr>
              <a:defRPr sz="1400" b="0" i="0">
                <a:latin typeface="Franklin Gothic Book" panose="020B0503020102020204" pitchFamily="34" charset="0"/>
              </a:defRPr>
            </a:lvl5pPr>
          </a:lstStyle>
          <a:p>
            <a:pPr lvl="0"/>
            <a:r>
              <a:rPr lang="en-US"/>
              <a:t>Agenda Item</a:t>
            </a:r>
          </a:p>
        </p:txBody>
      </p:sp>
      <p:sp>
        <p:nvSpPr>
          <p:cNvPr id="10" name="Slide Number Placeholder 16">
            <a:extLst>
              <a:ext uri="{FF2B5EF4-FFF2-40B4-BE49-F238E27FC236}">
                <a16:creationId xmlns:a16="http://schemas.microsoft.com/office/drawing/2014/main" id="{150BD794-1197-B43B-5FD4-4570FB9A6F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4AC8FF6-EAFB-8947-B1E1-C34EF48A7F0F}"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501E085B-1717-6843-859A-19641C70129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832219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s 3 - gold bar">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22" name="Freeform 21">
            <a:extLst>
              <a:ext uri="{FF2B5EF4-FFF2-40B4-BE49-F238E27FC236}">
                <a16:creationId xmlns:a16="http://schemas.microsoft.com/office/drawing/2014/main" id="{6AAED969-A1D4-6B03-867F-01AF92C96DCC}"/>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8" name="Picture 27" descr="Central Piedmont Community College logo icon">
            <a:extLst>
              <a:ext uri="{FF2B5EF4-FFF2-40B4-BE49-F238E27FC236}">
                <a16:creationId xmlns:a16="http://schemas.microsoft.com/office/drawing/2014/main" id="{70048CB1-B8FC-3F14-629A-DAC5B284C1DA}"/>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9" name="Slide Number Placeholder 16">
            <a:extLst>
              <a:ext uri="{FF2B5EF4-FFF2-40B4-BE49-F238E27FC236}">
                <a16:creationId xmlns:a16="http://schemas.microsoft.com/office/drawing/2014/main" id="{ECB1B648-7918-A52C-49F7-E4AF465824E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9EAA9CF-088D-D144-888C-CD760528C7CF}"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1759591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s 3 - gray bar">
    <p:bg>
      <p:bgPr>
        <a:solidFill>
          <a:schemeClr val="bg1"/>
        </a:solidFill>
        <a:effectLst/>
      </p:bgPr>
    </p:bg>
    <p:spTree>
      <p:nvGrpSpPr>
        <p:cNvPr id="1" name=""/>
        <p:cNvGrpSpPr/>
        <p:nvPr/>
      </p:nvGrpSpPr>
      <p:grpSpPr>
        <a:xfrm>
          <a:off x="0" y="0"/>
          <a:ext cx="0" cy="0"/>
          <a:chOff x="0" y="0"/>
          <a:chExt cx="0" cy="0"/>
        </a:xfrm>
      </p:grpSpPr>
      <p:sp>
        <p:nvSpPr>
          <p:cNvPr id="15" name="Freeform: Shape 23">
            <a:extLst>
              <a:ext uri="{FF2B5EF4-FFF2-40B4-BE49-F238E27FC236}">
                <a16:creationId xmlns:a16="http://schemas.microsoft.com/office/drawing/2014/main" id="{51E86D2F-694D-7541-49B8-FACBD94BF4B9}"/>
              </a:ext>
              <a:ext uri="{C183D7F6-B498-43B3-948B-1728B52AA6E4}">
                <adec:decorative xmlns:adec="http://schemas.microsoft.com/office/drawing/2017/decorative" val="1"/>
              </a:ext>
            </a:extLst>
          </p:cNvPr>
          <p:cNvSpPr/>
          <p:nvPr userDrawn="1"/>
        </p:nvSpPr>
        <p:spPr>
          <a:xfrm>
            <a:off x="6278316"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3" name="Freeform: Shape 23">
            <a:extLst>
              <a:ext uri="{FF2B5EF4-FFF2-40B4-BE49-F238E27FC236}">
                <a16:creationId xmlns:a16="http://schemas.microsoft.com/office/drawing/2014/main" id="{E277A83C-551A-1FCB-E64C-948BF870403C}"/>
              </a:ext>
              <a:ext uri="{C183D7F6-B498-43B3-948B-1728B52AA6E4}">
                <adec:decorative xmlns:adec="http://schemas.microsoft.com/office/drawing/2017/decorative" val="1"/>
              </a:ext>
            </a:extLst>
          </p:cNvPr>
          <p:cNvSpPr/>
          <p:nvPr userDrawn="1"/>
        </p:nvSpPr>
        <p:spPr>
          <a:xfrm>
            <a:off x="6278316"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0" name="Freeform: Shape 23">
            <a:extLst>
              <a:ext uri="{FF2B5EF4-FFF2-40B4-BE49-F238E27FC236}">
                <a16:creationId xmlns:a16="http://schemas.microsoft.com/office/drawing/2014/main" id="{552DD905-17D6-22AC-64D4-507B8B5D70EA}"/>
              </a:ext>
              <a:ext uri="{C183D7F6-B498-43B3-948B-1728B52AA6E4}">
                <adec:decorative xmlns:adec="http://schemas.microsoft.com/office/drawing/2017/decorative" val="1"/>
              </a:ext>
            </a:extLst>
          </p:cNvPr>
          <p:cNvSpPr/>
          <p:nvPr userDrawn="1"/>
        </p:nvSpPr>
        <p:spPr>
          <a:xfrm>
            <a:off x="6278316"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7" name="Freeform: Shape 23">
            <a:extLst>
              <a:ext uri="{FF2B5EF4-FFF2-40B4-BE49-F238E27FC236}">
                <a16:creationId xmlns:a16="http://schemas.microsoft.com/office/drawing/2014/main" id="{DCE77194-445E-2237-F7E3-124A69E2C74F}"/>
              </a:ext>
              <a:ext uri="{C183D7F6-B498-43B3-948B-1728B52AA6E4}">
                <adec:decorative xmlns:adec="http://schemas.microsoft.com/office/drawing/2017/decorative" val="1"/>
              </a:ext>
            </a:extLst>
          </p:cNvPr>
          <p:cNvSpPr/>
          <p:nvPr userDrawn="1"/>
        </p:nvSpPr>
        <p:spPr>
          <a:xfrm>
            <a:off x="731520" y="42202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5" name="Freeform: Shape 23">
            <a:extLst>
              <a:ext uri="{FF2B5EF4-FFF2-40B4-BE49-F238E27FC236}">
                <a16:creationId xmlns:a16="http://schemas.microsoft.com/office/drawing/2014/main" id="{80CC4AB5-7E4C-B4F2-5151-96A8FE19C1AF}"/>
              </a:ext>
              <a:ext uri="{C183D7F6-B498-43B3-948B-1728B52AA6E4}">
                <adec:decorative xmlns:adec="http://schemas.microsoft.com/office/drawing/2017/decorative" val="1"/>
              </a:ext>
            </a:extLst>
          </p:cNvPr>
          <p:cNvSpPr/>
          <p:nvPr userDrawn="1"/>
        </p:nvSpPr>
        <p:spPr>
          <a:xfrm>
            <a:off x="731520" y="3039101"/>
            <a:ext cx="624229" cy="5958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2" name="Freeform: Shape 23">
            <a:extLst>
              <a:ext uri="{FF2B5EF4-FFF2-40B4-BE49-F238E27FC236}">
                <a16:creationId xmlns:a16="http://schemas.microsoft.com/office/drawing/2014/main" id="{A89245B3-5A19-2F2B-827A-D3CB85F90F96}"/>
              </a:ext>
              <a:ext uri="{C183D7F6-B498-43B3-948B-1728B52AA6E4}">
                <adec:decorative xmlns:adec="http://schemas.microsoft.com/office/drawing/2017/decorative" val="1"/>
              </a:ext>
            </a:extLst>
          </p:cNvPr>
          <p:cNvSpPr/>
          <p:nvPr userDrawn="1"/>
        </p:nvSpPr>
        <p:spPr>
          <a:xfrm>
            <a:off x="731520" y="1870701"/>
            <a:ext cx="624229" cy="583163"/>
          </a:xfrm>
          <a:custGeom>
            <a:avLst/>
            <a:gdLst>
              <a:gd name="connsiteX0" fmla="*/ 0 w 1333500"/>
              <a:gd name="connsiteY0" fmla="*/ 0 h 1046131"/>
              <a:gd name="connsiteX1" fmla="*/ 1333500 w 1333500"/>
              <a:gd name="connsiteY1" fmla="*/ 0 h 1046131"/>
              <a:gd name="connsiteX2" fmla="*/ 1333500 w 1333500"/>
              <a:gd name="connsiteY2" fmla="*/ 828110 h 1046131"/>
              <a:gd name="connsiteX3" fmla="*/ 1115479 w 1333500"/>
              <a:gd name="connsiteY3" fmla="*/ 1046131 h 1046131"/>
              <a:gd name="connsiteX4" fmla="*/ 218021 w 1333500"/>
              <a:gd name="connsiteY4" fmla="*/ 1046131 h 1046131"/>
              <a:gd name="connsiteX5" fmla="*/ 0 w 1333500"/>
              <a:gd name="connsiteY5" fmla="*/ 828110 h 104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0" h="1046131">
                <a:moveTo>
                  <a:pt x="0" y="0"/>
                </a:moveTo>
                <a:lnTo>
                  <a:pt x="1333500" y="0"/>
                </a:lnTo>
                <a:lnTo>
                  <a:pt x="1333500" y="828110"/>
                </a:lnTo>
                <a:cubicBezTo>
                  <a:pt x="1333500" y="948520"/>
                  <a:pt x="1235889" y="1046131"/>
                  <a:pt x="1115479" y="1046131"/>
                </a:cubicBezTo>
                <a:lnTo>
                  <a:pt x="218021" y="1046131"/>
                </a:lnTo>
                <a:cubicBezTo>
                  <a:pt x="97611" y="1046131"/>
                  <a:pt x="0" y="948520"/>
                  <a:pt x="0" y="828110"/>
                </a:cubicBezTo>
                <a:close/>
              </a:path>
            </a:pathLst>
          </a:custGeom>
          <a:solidFill>
            <a:srgbClr val="A4935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schemeClr val="bg1"/>
              </a:solidFill>
              <a:latin typeface="Franklin Gothic Medium" panose="020B0603020102020204" pitchFamily="34" charset="0"/>
            </a:endParaRPr>
          </a:p>
        </p:txBody>
      </p:sp>
      <p:sp>
        <p:nvSpPr>
          <p:cNvPr id="12" name="Freeform 11">
            <a:extLst>
              <a:ext uri="{FF2B5EF4-FFF2-40B4-BE49-F238E27FC236}">
                <a16:creationId xmlns:a16="http://schemas.microsoft.com/office/drawing/2014/main" id="{63DD52CF-2345-B3C3-CC51-016D14E9378A}"/>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9" name="Title 8">
            <a:extLst>
              <a:ext uri="{FF2B5EF4-FFF2-40B4-BE49-F238E27FC236}">
                <a16:creationId xmlns:a16="http://schemas.microsoft.com/office/drawing/2014/main" id="{0DD34661-EC62-ABFD-54B0-41CCD0D54680}"/>
              </a:ext>
            </a:extLst>
          </p:cNvPr>
          <p:cNvSpPr>
            <a:spLocks noGrp="1"/>
          </p:cNvSpPr>
          <p:nvPr>
            <p:ph type="title" hasCustomPrompt="1"/>
          </p:nvPr>
        </p:nvSpPr>
        <p:spPr>
          <a:xfrm>
            <a:off x="731520" y="457200"/>
            <a:ext cx="10698480" cy="640080"/>
          </a:xfrm>
        </p:spPr>
        <p:txBody>
          <a:bodyPr>
            <a:noAutofit/>
          </a:bodyPr>
          <a:lstStyle>
            <a:lvl1pPr algn="l">
              <a:defRPr sz="2800">
                <a:solidFill>
                  <a:schemeClr val="tx2"/>
                </a:solidFill>
              </a:defRPr>
            </a:lvl1pPr>
          </a:lstStyle>
          <a:p>
            <a:r>
              <a:rPr lang="en-US"/>
              <a:t>Edit title</a:t>
            </a:r>
          </a:p>
        </p:txBody>
      </p:sp>
      <p:sp>
        <p:nvSpPr>
          <p:cNvPr id="4" name="Text Placeholder 7">
            <a:extLst>
              <a:ext uri="{FF2B5EF4-FFF2-40B4-BE49-F238E27FC236}">
                <a16:creationId xmlns:a16="http://schemas.microsoft.com/office/drawing/2014/main" id="{FA4BEE3C-5779-C448-ED13-CA651EDA31C7}"/>
              </a:ext>
              <a:ext uri="{C183D7F6-B498-43B3-948B-1728B52AA6E4}">
                <adec:decorative xmlns:adec="http://schemas.microsoft.com/office/drawing/2017/decorative" val="0"/>
              </a:ext>
            </a:extLst>
          </p:cNvPr>
          <p:cNvSpPr>
            <a:spLocks noGrp="1"/>
          </p:cNvSpPr>
          <p:nvPr>
            <p:ph type="body" sz="quarter" idx="29" hasCustomPrompt="1"/>
          </p:nvPr>
        </p:nvSpPr>
        <p:spPr>
          <a:xfrm>
            <a:off x="815034" y="1929746"/>
            <a:ext cx="457200" cy="457200"/>
          </a:xfrm>
          <a:noFill/>
        </p:spPr>
        <p:txBody>
          <a:bodyPr lIns="0" tIns="0" rIns="0" bIns="0" anchor="ctr">
            <a:normAutofit/>
          </a:bodyPr>
          <a:lstStyle>
            <a:lvl1pPr marL="0" indent="0" algn="ctr">
              <a:lnSpc>
                <a:spcPct val="100000"/>
              </a:lnSpc>
              <a:buNone/>
              <a:defRPr sz="2800" b="1">
                <a:solidFill>
                  <a:schemeClr val="tx1"/>
                </a:solidFill>
                <a:latin typeface="Franklin Gothic Medium" panose="020B0603020102020204" pitchFamily="34" charset="0"/>
              </a:defRPr>
            </a:lvl1pPr>
          </a:lstStyle>
          <a:p>
            <a:pPr lvl="0"/>
            <a:r>
              <a:rPr lang="en-US" altLang="zh-CN"/>
              <a:t>#</a:t>
            </a:r>
            <a:endParaRPr lang="zh-CN" altLang="en-US"/>
          </a:p>
        </p:txBody>
      </p:sp>
      <p:sp>
        <p:nvSpPr>
          <p:cNvPr id="3" name="Text Placeholder 15">
            <a:extLst>
              <a:ext uri="{FF2B5EF4-FFF2-40B4-BE49-F238E27FC236}">
                <a16:creationId xmlns:a16="http://schemas.microsoft.com/office/drawing/2014/main" id="{81741EC7-E3D3-AE53-0571-F04E8EB2EE9C}"/>
              </a:ext>
            </a:extLst>
          </p:cNvPr>
          <p:cNvSpPr>
            <a:spLocks noGrp="1"/>
          </p:cNvSpPr>
          <p:nvPr>
            <p:ph type="body" sz="quarter" idx="13" hasCustomPrompt="1"/>
          </p:nvPr>
        </p:nvSpPr>
        <p:spPr>
          <a:xfrm>
            <a:off x="1519484" y="1870702"/>
            <a:ext cx="4389120" cy="5831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6" name="Text Placeholder 7">
            <a:extLst>
              <a:ext uri="{FF2B5EF4-FFF2-40B4-BE49-F238E27FC236}">
                <a16:creationId xmlns:a16="http://schemas.microsoft.com/office/drawing/2014/main" id="{0DCB0500-83D0-CB9F-51B5-D07FC3E86E8A}"/>
              </a:ext>
              <a:ext uri="{C183D7F6-B498-43B3-948B-1728B52AA6E4}">
                <adec:decorative xmlns:adec="http://schemas.microsoft.com/office/drawing/2017/decorative" val="0"/>
              </a:ext>
            </a:extLst>
          </p:cNvPr>
          <p:cNvSpPr>
            <a:spLocks noGrp="1"/>
          </p:cNvSpPr>
          <p:nvPr>
            <p:ph type="body" sz="quarter" idx="30" hasCustomPrompt="1"/>
          </p:nvPr>
        </p:nvSpPr>
        <p:spPr>
          <a:xfrm>
            <a:off x="815034"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7" name="Text Placeholder 15">
            <a:extLst>
              <a:ext uri="{FF2B5EF4-FFF2-40B4-BE49-F238E27FC236}">
                <a16:creationId xmlns:a16="http://schemas.microsoft.com/office/drawing/2014/main" id="{B23C473B-2499-5ED0-1B12-C2C8D0816CC0}"/>
              </a:ext>
            </a:extLst>
          </p:cNvPr>
          <p:cNvSpPr>
            <a:spLocks noGrp="1"/>
          </p:cNvSpPr>
          <p:nvPr>
            <p:ph type="body" sz="quarter" idx="35" hasCustomPrompt="1"/>
          </p:nvPr>
        </p:nvSpPr>
        <p:spPr>
          <a:xfrm>
            <a:off x="1519484" y="3039102"/>
            <a:ext cx="4389120" cy="576544"/>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8" name="Text Placeholder 7">
            <a:extLst>
              <a:ext uri="{FF2B5EF4-FFF2-40B4-BE49-F238E27FC236}">
                <a16:creationId xmlns:a16="http://schemas.microsoft.com/office/drawing/2014/main" id="{68CD96BE-6829-B64C-2D83-D2E825E70427}"/>
              </a:ext>
              <a:ext uri="{C183D7F6-B498-43B3-948B-1728B52AA6E4}">
                <adec:decorative xmlns:adec="http://schemas.microsoft.com/office/drawing/2017/decorative" val="0"/>
              </a:ext>
            </a:extLst>
          </p:cNvPr>
          <p:cNvSpPr>
            <a:spLocks noGrp="1"/>
          </p:cNvSpPr>
          <p:nvPr>
            <p:ph type="body" sz="quarter" idx="31" hasCustomPrompt="1"/>
          </p:nvPr>
        </p:nvSpPr>
        <p:spPr>
          <a:xfrm>
            <a:off x="815034"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19" name="Text Placeholder 15">
            <a:extLst>
              <a:ext uri="{FF2B5EF4-FFF2-40B4-BE49-F238E27FC236}">
                <a16:creationId xmlns:a16="http://schemas.microsoft.com/office/drawing/2014/main" id="{A492A0A3-C466-D303-B2D6-96BB71A2E648}"/>
              </a:ext>
            </a:extLst>
          </p:cNvPr>
          <p:cNvSpPr>
            <a:spLocks noGrp="1"/>
          </p:cNvSpPr>
          <p:nvPr>
            <p:ph type="body" sz="quarter" idx="37" hasCustomPrompt="1"/>
          </p:nvPr>
        </p:nvSpPr>
        <p:spPr>
          <a:xfrm>
            <a:off x="1519484" y="4220202"/>
            <a:ext cx="4389120" cy="595862"/>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1" name="Text Placeholder 7">
            <a:extLst>
              <a:ext uri="{FF2B5EF4-FFF2-40B4-BE49-F238E27FC236}">
                <a16:creationId xmlns:a16="http://schemas.microsoft.com/office/drawing/2014/main" id="{0F72186F-5200-A2AB-179D-7BE732C03825}"/>
              </a:ext>
              <a:ext uri="{C183D7F6-B498-43B3-948B-1728B52AA6E4}">
                <adec:decorative xmlns:adec="http://schemas.microsoft.com/office/drawing/2017/decorative" val="0"/>
              </a:ext>
            </a:extLst>
          </p:cNvPr>
          <p:cNvSpPr>
            <a:spLocks noGrp="1"/>
          </p:cNvSpPr>
          <p:nvPr>
            <p:ph type="body" sz="quarter" idx="32" hasCustomPrompt="1"/>
          </p:nvPr>
        </p:nvSpPr>
        <p:spPr>
          <a:xfrm>
            <a:off x="6357828" y="19297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1" name="Text Placeholder 15">
            <a:extLst>
              <a:ext uri="{FF2B5EF4-FFF2-40B4-BE49-F238E27FC236}">
                <a16:creationId xmlns:a16="http://schemas.microsoft.com/office/drawing/2014/main" id="{85916D55-8F91-DCB4-8CE3-3298C24A8B26}"/>
              </a:ext>
            </a:extLst>
          </p:cNvPr>
          <p:cNvSpPr>
            <a:spLocks noGrp="1"/>
          </p:cNvSpPr>
          <p:nvPr>
            <p:ph type="body" sz="quarter" idx="39" hasCustomPrompt="1"/>
          </p:nvPr>
        </p:nvSpPr>
        <p:spPr>
          <a:xfrm>
            <a:off x="7040880" y="18707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4" name="Text Placeholder 7">
            <a:extLst>
              <a:ext uri="{FF2B5EF4-FFF2-40B4-BE49-F238E27FC236}">
                <a16:creationId xmlns:a16="http://schemas.microsoft.com/office/drawing/2014/main" id="{3C0EE0CA-7C55-BE96-B296-7983CE1F534D}"/>
              </a:ext>
              <a:ext uri="{C183D7F6-B498-43B3-948B-1728B52AA6E4}">
                <adec:decorative xmlns:adec="http://schemas.microsoft.com/office/drawing/2017/decorative" val="0"/>
              </a:ext>
            </a:extLst>
          </p:cNvPr>
          <p:cNvSpPr>
            <a:spLocks noGrp="1"/>
          </p:cNvSpPr>
          <p:nvPr>
            <p:ph type="body" sz="quarter" idx="33" hasCustomPrompt="1"/>
          </p:nvPr>
        </p:nvSpPr>
        <p:spPr>
          <a:xfrm>
            <a:off x="6357828" y="3098146"/>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4" name="Text Placeholder 15">
            <a:extLst>
              <a:ext uri="{FF2B5EF4-FFF2-40B4-BE49-F238E27FC236}">
                <a16:creationId xmlns:a16="http://schemas.microsoft.com/office/drawing/2014/main" id="{C8DCC1D9-7EE3-3741-9F29-B48D13EE3792}"/>
              </a:ext>
            </a:extLst>
          </p:cNvPr>
          <p:cNvSpPr>
            <a:spLocks noGrp="1"/>
          </p:cNvSpPr>
          <p:nvPr>
            <p:ph type="body" sz="quarter" idx="41" hasCustomPrompt="1"/>
          </p:nvPr>
        </p:nvSpPr>
        <p:spPr>
          <a:xfrm>
            <a:off x="7040880" y="3039101"/>
            <a:ext cx="4389120" cy="57529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sp>
        <p:nvSpPr>
          <p:cNvPr id="16" name="Text Placeholder 7">
            <a:extLst>
              <a:ext uri="{FF2B5EF4-FFF2-40B4-BE49-F238E27FC236}">
                <a16:creationId xmlns:a16="http://schemas.microsoft.com/office/drawing/2014/main" id="{E4E9D39D-89C0-EA72-BBBD-A4D4BD2C567B}"/>
              </a:ext>
              <a:ext uri="{C183D7F6-B498-43B3-948B-1728B52AA6E4}">
                <adec:decorative xmlns:adec="http://schemas.microsoft.com/office/drawing/2017/decorative" val="0"/>
              </a:ext>
            </a:extLst>
          </p:cNvPr>
          <p:cNvSpPr>
            <a:spLocks noGrp="1"/>
          </p:cNvSpPr>
          <p:nvPr>
            <p:ph type="body" sz="quarter" idx="34" hasCustomPrompt="1"/>
          </p:nvPr>
        </p:nvSpPr>
        <p:spPr>
          <a:xfrm>
            <a:off x="6357828" y="4289531"/>
            <a:ext cx="457200" cy="457200"/>
          </a:xfrm>
          <a:noFill/>
        </p:spPr>
        <p:txBody>
          <a:bodyPr lIns="0" tIns="0" rIns="0" bIns="0" anchor="ctr">
            <a:normAutofit/>
          </a:bodyPr>
          <a:lstStyle>
            <a:lvl1pPr marL="0" marR="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sz="2800" b="1">
                <a:solidFill>
                  <a:schemeClr val="tx1"/>
                </a:solidFill>
                <a:latin typeface="Franklin Gothic Medium" panose="020B0603020102020204" pitchFamily="34" charset="0"/>
              </a:defRPr>
            </a:lvl1pPr>
          </a:lstStyle>
          <a:p>
            <a:pPr marL="0" marR="0" lvl="0" indent="0" algn="ctr" defTabSz="914400" rtl="0" eaLnBrk="1" fontAlgn="auto" latinLnBrk="0" hangingPunct="1">
              <a:lnSpc>
                <a:spcPct val="100000"/>
              </a:lnSpc>
              <a:spcBef>
                <a:spcPts val="1000"/>
              </a:spcBef>
              <a:spcAft>
                <a:spcPts val="0"/>
              </a:spcAft>
              <a:buClr>
                <a:schemeClr val="accent1"/>
              </a:buClr>
              <a:buSzTx/>
              <a:buFont typeface="Arial" panose="020B0604020202020204" pitchFamily="34" charset="0"/>
              <a:buNone/>
              <a:tabLst/>
              <a:defRPr/>
            </a:pPr>
            <a:r>
              <a:rPr lang="en-US" altLang="zh-CN"/>
              <a:t>#</a:t>
            </a:r>
            <a:endParaRPr lang="zh-CN" altLang="en-US"/>
          </a:p>
        </p:txBody>
      </p:sp>
      <p:sp>
        <p:nvSpPr>
          <p:cNvPr id="26" name="Text Placeholder 15">
            <a:extLst>
              <a:ext uri="{FF2B5EF4-FFF2-40B4-BE49-F238E27FC236}">
                <a16:creationId xmlns:a16="http://schemas.microsoft.com/office/drawing/2014/main" id="{245786FF-832D-64F9-4D1C-6D198E92EF30}"/>
              </a:ext>
            </a:extLst>
          </p:cNvPr>
          <p:cNvSpPr>
            <a:spLocks noGrp="1"/>
          </p:cNvSpPr>
          <p:nvPr>
            <p:ph type="body" sz="quarter" idx="43" hasCustomPrompt="1"/>
          </p:nvPr>
        </p:nvSpPr>
        <p:spPr>
          <a:xfrm>
            <a:off x="7040880" y="4220201"/>
            <a:ext cx="4389120" cy="595861"/>
          </a:xfrm>
        </p:spPr>
        <p:txBody>
          <a:bodyPr lIns="0" tIns="0" rIns="0" bIns="0" anchor="ctr">
            <a:noAutofit/>
          </a:bodyPr>
          <a:lstStyle>
            <a:lvl1pPr marL="0" indent="0">
              <a:buNone/>
              <a:defRPr lang="en-US" sz="2000" b="0" i="0" kern="1200" cap="none" baseline="0" dirty="0">
                <a:solidFill>
                  <a:schemeClr val="tx2"/>
                </a:solidFill>
                <a:latin typeface="Franklin Gothic Medium" panose="020B0603020102020204" pitchFamily="34" charset="0"/>
                <a:ea typeface="+mj-ea"/>
                <a:cs typeface="+mj-cs"/>
              </a:defRPr>
            </a:lvl1pPr>
          </a:lstStyle>
          <a:p>
            <a:pPr lvl="0"/>
            <a:r>
              <a:rPr lang="en-US" dirty="0"/>
              <a:t>Click To Add Subtitle</a:t>
            </a:r>
          </a:p>
        </p:txBody>
      </p:sp>
      <p:pic>
        <p:nvPicPr>
          <p:cNvPr id="20" name="Picture 19" descr="Central Piedmont Community College logo icon">
            <a:extLst>
              <a:ext uri="{FF2B5EF4-FFF2-40B4-BE49-F238E27FC236}">
                <a16:creationId xmlns:a16="http://schemas.microsoft.com/office/drawing/2014/main" id="{98D1DF6D-E134-196A-68CC-FF5238976B06}"/>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2" name="Slide Number Placeholder 16">
            <a:extLst>
              <a:ext uri="{FF2B5EF4-FFF2-40B4-BE49-F238E27FC236}">
                <a16:creationId xmlns:a16="http://schemas.microsoft.com/office/drawing/2014/main" id="{6F23FDDB-FA81-292B-D1A5-D0F482E104E9}"/>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46DE113-98B9-6544-B8CD-04CB46C4753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1189765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Objective - white">
    <p:bg>
      <p:bgPr>
        <a:solidFill>
          <a:schemeClr val="bg1"/>
        </a:solidFill>
        <a:effectLst/>
      </p:bgPr>
    </p:bg>
    <p:spTree>
      <p:nvGrpSpPr>
        <p:cNvPr id="1" name=""/>
        <p:cNvGrpSpPr/>
        <p:nvPr/>
      </p:nvGrpSpPr>
      <p:grpSpPr>
        <a:xfrm>
          <a:off x="0" y="0"/>
          <a:ext cx="0" cy="0"/>
          <a:chOff x="0" y="0"/>
          <a:chExt cx="0" cy="0"/>
        </a:xfrm>
      </p:grpSpPr>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2" name="Slide Number Placeholder 16">
            <a:extLst>
              <a:ext uri="{FF2B5EF4-FFF2-40B4-BE49-F238E27FC236}">
                <a16:creationId xmlns:a16="http://schemas.microsoft.com/office/drawing/2014/main" id="{8AC348B3-43D8-EC94-A6DC-44D1D77C007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08023-4075-254E-BF87-0C0A7E4957C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13B03FE4-B62B-DCA1-2309-EB7BECDFA72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3189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bjective - gray">
    <p:bg>
      <p:bgPr>
        <a:solidFill>
          <a:schemeClr val="tx2"/>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BAF2377-B265-945F-4F8D-F6B6681DC676}"/>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bg1"/>
                </a:solidFill>
              </a:defRPr>
            </a:lvl1pPr>
          </a:lstStyle>
          <a:p>
            <a:r>
              <a:rPr lang="en-US" altLang="zh-CN"/>
              <a:t>Objective</a:t>
            </a:r>
            <a:br>
              <a:rPr lang="en-US" altLang="zh-CN"/>
            </a:br>
            <a:r>
              <a:rPr lang="en-US" altLang="zh-CN"/>
              <a:t>Example Slide</a:t>
            </a:r>
            <a:endParaRPr lang="zh-CN" altLang="en-US"/>
          </a:p>
        </p:txBody>
      </p:sp>
      <p:sp>
        <p:nvSpPr>
          <p:cNvPr id="3" name="Content Placeholder 2">
            <a:extLst>
              <a:ext uri="{FF2B5EF4-FFF2-40B4-BE49-F238E27FC236}">
                <a16:creationId xmlns:a16="http://schemas.microsoft.com/office/drawing/2014/main" id="{15B8E102-79A1-426B-EA37-B25A1E6B3EE8}"/>
              </a:ext>
            </a:extLst>
          </p:cNvPr>
          <p:cNvSpPr>
            <a:spLocks noGrp="1"/>
          </p:cNvSpPr>
          <p:nvPr>
            <p:ph sz="quarter" idx="10" hasCustomPrompt="1"/>
          </p:nvPr>
        </p:nvSpPr>
        <p:spPr>
          <a:xfrm>
            <a:off x="4525963" y="457199"/>
            <a:ext cx="7065815" cy="5486400"/>
          </a:xfrm>
        </p:spPr>
        <p:txBody>
          <a:bodyPr anchor="ctr">
            <a:normAutofit/>
          </a:bodyPr>
          <a:lstStyle>
            <a:lvl1pPr marL="0" indent="0">
              <a:buNone/>
              <a:defRPr sz="1800">
                <a:solidFill>
                  <a:schemeClr val="bg1"/>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sp>
        <p:nvSpPr>
          <p:cNvPr id="4" name="Slide Number Placeholder 16">
            <a:extLst>
              <a:ext uri="{FF2B5EF4-FFF2-40B4-BE49-F238E27FC236}">
                <a16:creationId xmlns:a16="http://schemas.microsoft.com/office/drawing/2014/main" id="{DFDA81D6-E00D-BA05-6E87-086CC3ED47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A42F796-B185-9042-9890-5DAAB855039C}"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CCCC61C4-8A50-AA8A-8BD1-D59241B6B858}"/>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4585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Objective - gold">
    <p:bg>
      <p:bgPr>
        <a:solidFill>
          <a:schemeClr val="accent1"/>
        </a:solid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D1AC366-8B77-E62C-3BEC-58B9B261693F}"/>
              </a:ext>
            </a:extLst>
          </p:cNvPr>
          <p:cNvSpPr>
            <a:spLocks noGrp="1"/>
          </p:cNvSpPr>
          <p:nvPr>
            <p:ph type="title" hasCustomPrompt="1"/>
          </p:nvPr>
        </p:nvSpPr>
        <p:spPr>
          <a:xfrm>
            <a:off x="731520" y="457199"/>
            <a:ext cx="3657600" cy="5486400"/>
          </a:xfrm>
        </p:spPr>
        <p:txBody>
          <a:bodyPr anchor="ctr">
            <a:normAutofit/>
          </a:bodyPr>
          <a:lstStyle>
            <a:lvl1pPr>
              <a:defRPr sz="3200">
                <a:solidFill>
                  <a:schemeClr val="tx1"/>
                </a:solidFill>
              </a:defRPr>
            </a:lvl1pPr>
          </a:lstStyle>
          <a:p>
            <a:r>
              <a:rPr lang="en-US" altLang="zh-CN"/>
              <a:t>Objective</a:t>
            </a:r>
            <a:br>
              <a:rPr lang="en-US" altLang="zh-CN"/>
            </a:br>
            <a:r>
              <a:rPr lang="en-US" altLang="zh-CN"/>
              <a:t>Example Slide</a:t>
            </a:r>
            <a:endParaRPr lang="zh-CN" altLang="en-US"/>
          </a:p>
        </p:txBody>
      </p:sp>
      <p:sp>
        <p:nvSpPr>
          <p:cNvPr id="4" name="Content Placeholder 2">
            <a:extLst>
              <a:ext uri="{FF2B5EF4-FFF2-40B4-BE49-F238E27FC236}">
                <a16:creationId xmlns:a16="http://schemas.microsoft.com/office/drawing/2014/main" id="{E754FF7A-5CDD-55CC-E4D0-8FEF7E0033A8}"/>
              </a:ext>
            </a:extLst>
          </p:cNvPr>
          <p:cNvSpPr>
            <a:spLocks noGrp="1"/>
          </p:cNvSpPr>
          <p:nvPr>
            <p:ph sz="quarter" idx="10" hasCustomPrompt="1"/>
          </p:nvPr>
        </p:nvSpPr>
        <p:spPr>
          <a:xfrm>
            <a:off x="4525963" y="457199"/>
            <a:ext cx="7065815" cy="5486400"/>
          </a:xfrm>
        </p:spPr>
        <p:txBody>
          <a:bodyPr anchor="ctr">
            <a:normAutofit/>
          </a:bodyPr>
          <a:lstStyle>
            <a:lvl1pPr marL="0" indent="0">
              <a:buClr>
                <a:schemeClr val="tx1"/>
              </a:buClr>
              <a:buFont typeface="Arial" panose="020B0604020202020204" pitchFamily="34" charset="0"/>
              <a:buNone/>
              <a:defRPr sz="1800">
                <a:solidFill>
                  <a:schemeClr val="tx1"/>
                </a:solidFill>
              </a:defRPr>
            </a:lvl1pPr>
          </a:lstStyle>
          <a:p>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 magna </a:t>
            </a:r>
            <a:r>
              <a:rPr lang="en-US" altLang="zh-CN" dirty="0" err="1"/>
              <a:t>aliqua</a:t>
            </a:r>
            <a:r>
              <a:rPr lang="en-US" altLang="zh-CN" dirty="0"/>
              <a:t>. Ut </a:t>
            </a:r>
            <a:r>
              <a:rPr lang="en-US" altLang="zh-CN" dirty="0" err="1"/>
              <a:t>enim</a:t>
            </a:r>
            <a:r>
              <a:rPr lang="en-US" altLang="zh-CN" dirty="0"/>
              <a:t> ad minim </a:t>
            </a:r>
            <a:r>
              <a:rPr lang="en-US" altLang="zh-CN" dirty="0" err="1"/>
              <a:t>veniam</a:t>
            </a:r>
            <a:r>
              <a:rPr lang="en-US" altLang="zh-CN" dirty="0"/>
              <a:t>, </a:t>
            </a:r>
            <a:r>
              <a:rPr lang="en-US" altLang="zh-CN" dirty="0" err="1"/>
              <a:t>quis</a:t>
            </a:r>
            <a:r>
              <a:rPr lang="en-US" altLang="zh-CN" dirty="0"/>
              <a:t> </a:t>
            </a:r>
            <a:r>
              <a:rPr lang="en-US" altLang="zh-CN" dirty="0" err="1"/>
              <a:t>nostrud</a:t>
            </a:r>
            <a:r>
              <a:rPr lang="en-US" altLang="zh-CN" dirty="0"/>
              <a:t> exercitation </a:t>
            </a:r>
            <a:r>
              <a:rPr lang="en-US" altLang="zh-CN" dirty="0" err="1"/>
              <a:t>ullamco</a:t>
            </a:r>
            <a:endParaRPr lang="en-US" altLang="zh-CN" dirty="0"/>
          </a:p>
        </p:txBody>
      </p:sp>
      <p:pic>
        <p:nvPicPr>
          <p:cNvPr id="12" name="Picture 11" descr="Central Piedmont Community College logo icon">
            <a:extLst>
              <a:ext uri="{FF2B5EF4-FFF2-40B4-BE49-F238E27FC236}">
                <a16:creationId xmlns:a16="http://schemas.microsoft.com/office/drawing/2014/main" id="{20EE4BF5-D9A3-D96C-983A-DB5161A397CD}"/>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4F2DEB74-6C2B-99F2-7781-2F11C131CEF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42C00F-A138-EB4B-9FF4-90735A1DFFEB}"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34637774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bjective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AD092B5-5805-E1D4-D41F-1513C57BE26B}"/>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3" name="Picture 2" descr="Central Piedmont Community College logo icon">
            <a:extLst>
              <a:ext uri="{FF2B5EF4-FFF2-40B4-BE49-F238E27FC236}">
                <a16:creationId xmlns:a16="http://schemas.microsoft.com/office/drawing/2014/main" id="{68010B90-22EB-CB60-FE3B-1C0ED0A7A7E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277208B7-D79B-4517-E3F4-62E26DBB46DD}"/>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D536977-F621-A44B-AF9F-70686A25FFB7}"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788647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bjectiv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F29A656-78C8-122D-BDCF-8768A76AE7E1}"/>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2" name="Title 3">
            <a:extLst>
              <a:ext uri="{FF2B5EF4-FFF2-40B4-BE49-F238E27FC236}">
                <a16:creationId xmlns:a16="http://schemas.microsoft.com/office/drawing/2014/main" id="{85F7C455-4A3B-A4CB-A68F-F483EE1D9D22}"/>
              </a:ext>
            </a:extLst>
          </p:cNvPr>
          <p:cNvSpPr>
            <a:spLocks noGrp="1"/>
          </p:cNvSpPr>
          <p:nvPr>
            <p:ph type="title" hasCustomPrompt="1"/>
          </p:nvPr>
        </p:nvSpPr>
        <p:spPr>
          <a:xfrm>
            <a:off x="731520" y="457199"/>
            <a:ext cx="3657600" cy="5029200"/>
          </a:xfrm>
        </p:spPr>
        <p:txBody>
          <a:bodyPr anchor="ctr">
            <a:normAutofit/>
          </a:bodyPr>
          <a:lstStyle>
            <a:lvl1pPr>
              <a:defRPr sz="3200">
                <a:solidFill>
                  <a:schemeClr val="tx2"/>
                </a:solidFill>
              </a:defRPr>
            </a:lvl1pPr>
          </a:lstStyle>
          <a:p>
            <a:r>
              <a:rPr lang="en-US" altLang="zh-CN"/>
              <a:t>Objective</a:t>
            </a:r>
            <a:br>
              <a:rPr lang="en-US" altLang="zh-CN"/>
            </a:br>
            <a:r>
              <a:rPr lang="en-US" altLang="zh-CN"/>
              <a:t>Example Slide</a:t>
            </a:r>
            <a:endParaRPr lang="zh-CN" altLang="en-US"/>
          </a:p>
        </p:txBody>
      </p:sp>
      <p:sp>
        <p:nvSpPr>
          <p:cNvPr id="29" name="Content Placeholder 2">
            <a:extLst>
              <a:ext uri="{FF2B5EF4-FFF2-40B4-BE49-F238E27FC236}">
                <a16:creationId xmlns:a16="http://schemas.microsoft.com/office/drawing/2014/main" id="{3A60EDB0-5BDC-47E0-2F2A-70673EB7C074}"/>
              </a:ext>
            </a:extLst>
          </p:cNvPr>
          <p:cNvSpPr>
            <a:spLocks noGrp="1"/>
          </p:cNvSpPr>
          <p:nvPr>
            <p:ph sz="quarter" idx="10" hasCustomPrompt="1"/>
          </p:nvPr>
        </p:nvSpPr>
        <p:spPr>
          <a:xfrm>
            <a:off x="4525963" y="457199"/>
            <a:ext cx="7065815" cy="5029200"/>
          </a:xfrm>
        </p:spPr>
        <p:txBody>
          <a:bodyPr anchor="ctr">
            <a:normAutofit/>
          </a:bodyPr>
          <a:lstStyle>
            <a:lvl1pPr marL="0" indent="0">
              <a:buNone/>
              <a:defRPr sz="1800">
                <a:solidFill>
                  <a:schemeClr val="tx2"/>
                </a:solidFill>
              </a:defRPr>
            </a:lvl1pPr>
          </a:lstStyle>
          <a:p>
            <a:r>
              <a:rPr lang="en-US" altLang="zh-CN"/>
              <a:t>Lorem ipsum dolor sit </a:t>
            </a:r>
            <a:r>
              <a:rPr lang="en-US" altLang="zh-CN" err="1"/>
              <a:t>amet</a:t>
            </a:r>
            <a:r>
              <a:rPr lang="en-US" altLang="zh-CN"/>
              <a:t>, </a:t>
            </a:r>
            <a:r>
              <a:rPr lang="en-US" altLang="zh-CN" err="1"/>
              <a:t>consectetur</a:t>
            </a:r>
            <a:r>
              <a:rPr lang="en-US" altLang="zh-CN"/>
              <a:t> </a:t>
            </a:r>
            <a:r>
              <a:rPr lang="en-US" altLang="zh-CN" err="1"/>
              <a:t>adipiscing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labore et dolore magna </a:t>
            </a:r>
            <a:r>
              <a:rPr lang="en-US" altLang="zh-CN" err="1"/>
              <a:t>aliqua</a:t>
            </a:r>
            <a:r>
              <a:rPr lang="en-US" altLang="zh-CN"/>
              <a:t>. Ut </a:t>
            </a:r>
            <a:r>
              <a:rPr lang="en-US" altLang="zh-CN" err="1"/>
              <a:t>enim</a:t>
            </a:r>
            <a:r>
              <a:rPr lang="en-US" altLang="zh-CN"/>
              <a:t> ad minim </a:t>
            </a:r>
            <a:r>
              <a:rPr lang="en-US" altLang="zh-CN" err="1"/>
              <a:t>veniam</a:t>
            </a:r>
            <a:r>
              <a:rPr lang="en-US" altLang="zh-CN"/>
              <a:t>, </a:t>
            </a:r>
            <a:r>
              <a:rPr lang="en-US" altLang="zh-CN" err="1"/>
              <a:t>quis</a:t>
            </a:r>
            <a:r>
              <a:rPr lang="en-US" altLang="zh-CN"/>
              <a:t> </a:t>
            </a:r>
            <a:r>
              <a:rPr lang="en-US" altLang="zh-CN" err="1"/>
              <a:t>nostrud</a:t>
            </a:r>
            <a:r>
              <a:rPr lang="en-US" altLang="zh-CN"/>
              <a:t> exercitation </a:t>
            </a:r>
            <a:r>
              <a:rPr lang="en-US" altLang="zh-CN" err="1"/>
              <a:t>ullamco</a:t>
            </a:r>
            <a:endParaRPr lang="en-US" altLang="zh-CN"/>
          </a:p>
        </p:txBody>
      </p:sp>
      <p:pic>
        <p:nvPicPr>
          <p:cNvPr id="7" name="Picture 6" descr="Central Piedmont Community College logo icon">
            <a:extLst>
              <a:ext uri="{FF2B5EF4-FFF2-40B4-BE49-F238E27FC236}">
                <a16:creationId xmlns:a16="http://schemas.microsoft.com/office/drawing/2014/main" id="{23F42FDD-74F5-A634-08F0-6C89ADD38D8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647475A6-77E8-11B8-5CEA-533206274C6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B85471B-E6D1-664F-AD6A-AACB32AE68D0}"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463713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ext layout 1">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lIns="0" rIns="0"/>
          <a:lstStyle>
            <a:lvl1pPr>
              <a:defRPr>
                <a:solidFill>
                  <a:schemeClr val="tx2"/>
                </a:solidFill>
              </a:defRPr>
            </a:lvl1pPr>
          </a:lstStyle>
          <a:p>
            <a:r>
              <a:rPr lang="en-US" dirty="0"/>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502920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6">
            <a:extLst>
              <a:ext uri="{FF2B5EF4-FFF2-40B4-BE49-F238E27FC236}">
                <a16:creationId xmlns:a16="http://schemas.microsoft.com/office/drawing/2014/main" id="{4FE8148C-4FE3-DB42-41EC-A7597D1BB62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12115E6-3580-6245-99BF-F8371A925CC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8C9B34F-C071-F3C6-69AD-D8C62F51E49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8586952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ext layout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10698480" cy="4297680"/>
          </a:xfrm>
        </p:spPr>
        <p:txBody>
          <a:bodyPr>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a:t>
            </a:r>
          </a:p>
          <a:p>
            <a:pPr lvl="1"/>
            <a:r>
              <a:rPr lang="en-US"/>
              <a:t>Second level</a:t>
            </a:r>
          </a:p>
          <a:p>
            <a:pPr lvl="2"/>
            <a:r>
              <a:rPr lang="en-US"/>
              <a:t>Third level</a:t>
            </a:r>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EB1DFF97-6B55-4344-9AEA-682610DEEB2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35B735-4CD1-6540-8695-566CA97EC031}"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44107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ext layout - gray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Content Placeholder 2">
            <a:extLst>
              <a:ext uri="{FF2B5EF4-FFF2-40B4-BE49-F238E27FC236}">
                <a16:creationId xmlns:a16="http://schemas.microsoft.com/office/drawing/2014/main" id="{D1AB0B3F-B249-93B3-BF7A-08A3B326DA2F}"/>
              </a:ext>
            </a:extLst>
          </p:cNvPr>
          <p:cNvSpPr>
            <a:spLocks noGrp="1"/>
          </p:cNvSpPr>
          <p:nvPr>
            <p:ph sz="quarter" idx="13" hasCustomPrompt="1"/>
          </p:nvPr>
        </p:nvSpPr>
        <p:spPr>
          <a:xfrm>
            <a:off x="731520" y="1188720"/>
            <a:ext cx="10698480" cy="4297680"/>
          </a:xfrm>
        </p:spPr>
        <p:txBody>
          <a:bodyPr lIns="0" tIns="0" rIns="0" bIns="0">
            <a:normAutofit/>
          </a:bodyPr>
          <a:lstStyle>
            <a:lvl1pPr>
              <a:buClr>
                <a:schemeClr val="accent1"/>
              </a:buClr>
              <a:defRPr sz="2600">
                <a:solidFill>
                  <a:schemeClr val="tx2"/>
                </a:solidFill>
              </a:defRPr>
            </a:lvl1pPr>
            <a:lvl2pPr>
              <a:buClr>
                <a:schemeClr val="accent1"/>
              </a:buClr>
              <a:defRPr sz="2400">
                <a:solidFill>
                  <a:schemeClr val="tx2"/>
                </a:solidFill>
              </a:defRPr>
            </a:lvl2pPr>
            <a:lvl3pPr>
              <a:buClr>
                <a:schemeClr val="accent1"/>
              </a:buClr>
              <a:defRPr sz="2200">
                <a:solidFill>
                  <a:schemeClr val="tx2"/>
                </a:solidFill>
              </a:defRPr>
            </a:lvl3pPr>
            <a:lvl4pPr>
              <a:buClr>
                <a:schemeClr val="accent1"/>
              </a:buClr>
              <a:defRPr sz="2000">
                <a:solidFill>
                  <a:schemeClr val="tx2"/>
                </a:solidFill>
              </a:defRPr>
            </a:lvl4pPr>
            <a:lvl5pPr>
              <a:buClr>
                <a:schemeClr val="accent1"/>
              </a:buClr>
              <a:defRPr sz="1800">
                <a:solidFill>
                  <a:schemeClr val="tx2"/>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5" name="Picture 4" descr="Central Piedmont Community College logo icon">
            <a:extLst>
              <a:ext uri="{FF2B5EF4-FFF2-40B4-BE49-F238E27FC236}">
                <a16:creationId xmlns:a16="http://schemas.microsoft.com/office/drawing/2014/main" id="{87E06846-DA4C-7742-89F2-9CA03AE1210D}"/>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F9D41EF9-9989-2EEA-4B51-72CABD80839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93062BF-3E4B-1F41-BCC2-68AD9379DA99}"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983824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ext layout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853742D-1D7D-1712-0527-1F8321327EF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Text Placeholder 3">
            <a:extLst>
              <a:ext uri="{FF2B5EF4-FFF2-40B4-BE49-F238E27FC236}">
                <a16:creationId xmlns:a16="http://schemas.microsoft.com/office/drawing/2014/main" id="{6EE20D75-164C-2829-B12D-9A81ABA91F64}"/>
              </a:ext>
            </a:extLst>
          </p:cNvPr>
          <p:cNvSpPr>
            <a:spLocks noGrp="1"/>
          </p:cNvSpPr>
          <p:nvPr>
            <p:ph type="body" sz="half" idx="2" hasCustomPrompt="1"/>
          </p:nvPr>
        </p:nvSpPr>
        <p:spPr>
          <a:xfrm>
            <a:off x="731520" y="1188720"/>
            <a:ext cx="3932235" cy="5029200"/>
          </a:xfrm>
          <a:prstGeom prst="rect">
            <a:avLst/>
          </a:prstGeom>
        </p:spPr>
        <p:txBody>
          <a:bodyPr>
            <a:normAutofit/>
          </a:bodyPr>
          <a:lstStyle>
            <a:lvl1pPr marL="0" indent="0">
              <a:buNone/>
              <a:defRPr sz="1800" b="0" i="0">
                <a:solidFill>
                  <a:schemeClr val="tx2"/>
                </a:solidFill>
                <a:latin typeface="Franklin Gothic Book" panose="020B05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2" name="Content Placeholder 2">
            <a:extLst>
              <a:ext uri="{FF2B5EF4-FFF2-40B4-BE49-F238E27FC236}">
                <a16:creationId xmlns:a16="http://schemas.microsoft.com/office/drawing/2014/main" id="{81AD0A4C-41EA-BFAD-F466-22B266F99BA8}"/>
              </a:ext>
            </a:extLst>
          </p:cNvPr>
          <p:cNvSpPr>
            <a:spLocks noGrp="1"/>
          </p:cNvSpPr>
          <p:nvPr>
            <p:ph idx="1" hasCustomPrompt="1"/>
          </p:nvPr>
        </p:nvSpPr>
        <p:spPr>
          <a:xfrm>
            <a:off x="4885875" y="1188720"/>
            <a:ext cx="6544125"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 or click icon to add media content</a:t>
            </a:r>
          </a:p>
        </p:txBody>
      </p:sp>
      <p:sp>
        <p:nvSpPr>
          <p:cNvPr id="3" name="Slide Number Placeholder 16">
            <a:extLst>
              <a:ext uri="{FF2B5EF4-FFF2-40B4-BE49-F238E27FC236}">
                <a16:creationId xmlns:a16="http://schemas.microsoft.com/office/drawing/2014/main" id="{3CE863DB-571C-C5FE-656D-BABF00CA4A0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3EF251D-3198-164E-B811-1ADF9ABAE5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9CCCDF8-20ED-1F03-5C9B-E09872B2F9F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591047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and image - gold ba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1"/>
            <a:ext cx="5151120" cy="6211956"/>
          </a:xfrm>
          <a:solidFill>
            <a:schemeClr val="tx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4" name="Picture 3" descr="Central Piedmont Community College logo icon">
            <a:extLst>
              <a:ext uri="{FF2B5EF4-FFF2-40B4-BE49-F238E27FC236}">
                <a16:creationId xmlns:a16="http://schemas.microsoft.com/office/drawing/2014/main" id="{13DE1FB2-4930-DA2A-A5E1-8AB81DAC3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CCE3263C-8DC4-7B45-18D2-C3927136EC52}"/>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C9715B7-C25A-404F-BBF0-EA6D5C7F119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798466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image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E9AB697-6225-95C3-C635-78529AF0223C}"/>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3" name="Content Placeholder 2">
            <a:extLst>
              <a:ext uri="{FF2B5EF4-FFF2-40B4-BE49-F238E27FC236}">
                <a16:creationId xmlns:a16="http://schemas.microsoft.com/office/drawing/2014/main" id="{0B0941CC-0EEA-4148-2237-B3BFD62E0966}"/>
              </a:ext>
            </a:extLst>
          </p:cNvPr>
          <p:cNvSpPr>
            <a:spLocks noGrp="1"/>
          </p:cNvSpPr>
          <p:nvPr>
            <p:ph sz="quarter" idx="13" hasCustomPrompt="1"/>
          </p:nvPr>
        </p:nvSpPr>
        <p:spPr>
          <a:xfrm>
            <a:off x="731520" y="1188720"/>
            <a:ext cx="5943600" cy="4297680"/>
          </a:xfrm>
        </p:spPr>
        <p:txBody>
          <a:bodyPr>
            <a:normAutofit/>
          </a:bodyPr>
          <a:lstStyle>
            <a:lvl1pPr marL="0" indent="0">
              <a:buClr>
                <a:schemeClr val="accent1"/>
              </a:buClr>
              <a:buNone/>
              <a:defRPr sz="1800">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Click to edit text styles</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7040880" y="0"/>
            <a:ext cx="5151120" cy="6211957"/>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pic>
        <p:nvPicPr>
          <p:cNvPr id="10" name="Picture 9" descr="Central Piedmont Community College logo icon">
            <a:extLst>
              <a:ext uri="{FF2B5EF4-FFF2-40B4-BE49-F238E27FC236}">
                <a16:creationId xmlns:a16="http://schemas.microsoft.com/office/drawing/2014/main" id="{3A9D59FC-8F6B-3165-F5F8-E914DB620690}"/>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E759D97A-C395-D60D-0FB1-55CCB6B4D07F}"/>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F2F2DB6-C159-A246-A0B1-47CEE8B8AB39}"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198371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 white">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84B8C1-0398-804C-88E9-E2EBB7ABB6D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908772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 gold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A1C1A19-B4F6-5A86-0DEB-597F42098273}"/>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98101047-8A08-C86C-2E16-2578D6E176E9}"/>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5" name="Slide Number Placeholder 16">
            <a:extLst>
              <a:ext uri="{FF2B5EF4-FFF2-40B4-BE49-F238E27FC236}">
                <a16:creationId xmlns:a16="http://schemas.microsoft.com/office/drawing/2014/main" id="{F2D1C240-FB22-3A71-FE96-22B93DAB196B}"/>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203DBA2-0638-DC43-A04E-E87789D744B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362441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 gray bar">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DCE8799-203B-0C0F-275C-B8106F8D789B}"/>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pic>
        <p:nvPicPr>
          <p:cNvPr id="7" name="Picture 6" descr="Central Piedmont Community College logo icon">
            <a:extLst>
              <a:ext uri="{FF2B5EF4-FFF2-40B4-BE49-F238E27FC236}">
                <a16:creationId xmlns:a16="http://schemas.microsoft.com/office/drawing/2014/main" id="{0FD76385-171C-6BC2-9D86-22A626B63367}"/>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302ECA29-2D2C-B696-0439-7C850A6FC5D7}"/>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58BE2E-9FF4-8640-A1E4-5D0F6E23F174}"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66470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chemeClr val="tx2"/>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bg1"/>
                </a:solidFill>
              </a:defRPr>
            </a:lvl1pPr>
          </a:lstStyle>
          <a:p>
            <a:r>
              <a:rPr lang="en-US"/>
              <a:t>Click to edit title</a:t>
            </a:r>
          </a:p>
        </p:txBody>
      </p:sp>
      <p:sp>
        <p:nvSpPr>
          <p:cNvPr id="4" name="Slide Number Placeholder 16">
            <a:extLst>
              <a:ext uri="{FF2B5EF4-FFF2-40B4-BE49-F238E27FC236}">
                <a16:creationId xmlns:a16="http://schemas.microsoft.com/office/drawing/2014/main" id="{0BD9C978-E5F2-7032-1762-F4F9882369BF}"/>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87F2D3-1CA8-F64F-B7D8-BE241141D83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063C6AB-B919-132A-6874-BA4A350FEE2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836481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 gold">
    <p:bg>
      <p:bgPr>
        <a:solidFill>
          <a:schemeClr val="accent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1"/>
                </a:solidFill>
              </a:defRPr>
            </a:lvl1pPr>
          </a:lstStyle>
          <a:p>
            <a:r>
              <a:rPr lang="en-US"/>
              <a:t>Click to edit title</a:t>
            </a:r>
          </a:p>
        </p:txBody>
      </p:sp>
      <p:pic>
        <p:nvPicPr>
          <p:cNvPr id="3" name="Picture 2" descr="Central Piedmont Community College logo icon">
            <a:extLst>
              <a:ext uri="{FF2B5EF4-FFF2-40B4-BE49-F238E27FC236}">
                <a16:creationId xmlns:a16="http://schemas.microsoft.com/office/drawing/2014/main" id="{5FF25915-B227-25A3-3481-0672268E84FF}"/>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5" name="Slide Number Placeholder 16">
            <a:extLst>
              <a:ext uri="{FF2B5EF4-FFF2-40B4-BE49-F238E27FC236}">
                <a16:creationId xmlns:a16="http://schemas.microsoft.com/office/drawing/2014/main" id="{8AD37DAC-DE94-5649-39D3-BE7FEEDAED0D}"/>
              </a:ext>
            </a:extLst>
          </p:cNvPr>
          <p:cNvSpPr txBox="1">
            <a:spLocks/>
          </p:cNvSpPr>
          <p:nvPr userDrawn="1"/>
        </p:nvSpPr>
        <p:spPr>
          <a:xfrm>
            <a:off x="813816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87AFE7-13C6-3C4A-9B1A-F46E15D42B34}"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26970974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xt layout 3">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6DC8E862-56E3-09C4-54B3-ED9BEF0FAFC6}"/>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5" name="Content Placeholder 3">
            <a:extLst>
              <a:ext uri="{FF2B5EF4-FFF2-40B4-BE49-F238E27FC236}">
                <a16:creationId xmlns:a16="http://schemas.microsoft.com/office/drawing/2014/main" id="{10318965-82A6-60D5-CB9E-10383E6F34F6}"/>
              </a:ext>
            </a:extLst>
          </p:cNvPr>
          <p:cNvSpPr>
            <a:spLocks noGrp="1"/>
          </p:cNvSpPr>
          <p:nvPr>
            <p:ph sz="half" idx="30" hasCustomPrompt="1"/>
          </p:nvPr>
        </p:nvSpPr>
        <p:spPr>
          <a:xfrm>
            <a:off x="731520"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Content Placeholder 2">
            <a:extLst>
              <a:ext uri="{FF2B5EF4-FFF2-40B4-BE49-F238E27FC236}">
                <a16:creationId xmlns:a16="http://schemas.microsoft.com/office/drawing/2014/main" id="{FC869A70-027C-2916-C9A1-E704D801AEAD}"/>
              </a:ext>
            </a:extLst>
          </p:cNvPr>
          <p:cNvSpPr>
            <a:spLocks noGrp="1"/>
          </p:cNvSpPr>
          <p:nvPr>
            <p:ph sz="half" idx="1" hasCustomPrompt="1"/>
          </p:nvPr>
        </p:nvSpPr>
        <p:spPr>
          <a:xfrm>
            <a:off x="1645920" y="2073206"/>
            <a:ext cx="4290388" cy="1246142"/>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US"/>
              <a:t>Click to edit text</a:t>
            </a:r>
          </a:p>
        </p:txBody>
      </p:sp>
      <p:sp>
        <p:nvSpPr>
          <p:cNvPr id="8" name="Content Placeholder 3">
            <a:extLst>
              <a:ext uri="{FF2B5EF4-FFF2-40B4-BE49-F238E27FC236}">
                <a16:creationId xmlns:a16="http://schemas.microsoft.com/office/drawing/2014/main" id="{10F82DE2-301B-0C0C-E0A0-05D59007BD63}"/>
              </a:ext>
            </a:extLst>
          </p:cNvPr>
          <p:cNvSpPr>
            <a:spLocks noGrp="1"/>
          </p:cNvSpPr>
          <p:nvPr>
            <p:ph sz="half" idx="44" hasCustomPrompt="1"/>
          </p:nvPr>
        </p:nvSpPr>
        <p:spPr>
          <a:xfrm>
            <a:off x="6225482" y="2073206"/>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3" name="Content Placeholder 2">
            <a:extLst>
              <a:ext uri="{FF2B5EF4-FFF2-40B4-BE49-F238E27FC236}">
                <a16:creationId xmlns:a16="http://schemas.microsoft.com/office/drawing/2014/main" id="{C17CDE85-C4A3-836B-96DA-E848F1D4AFDE}"/>
              </a:ext>
            </a:extLst>
          </p:cNvPr>
          <p:cNvSpPr>
            <a:spLocks noGrp="1"/>
          </p:cNvSpPr>
          <p:nvPr>
            <p:ph sz="half" idx="11" hasCustomPrompt="1"/>
          </p:nvPr>
        </p:nvSpPr>
        <p:spPr>
          <a:xfrm>
            <a:off x="7139612" y="207320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Content Placeholder 3">
            <a:extLst>
              <a:ext uri="{FF2B5EF4-FFF2-40B4-BE49-F238E27FC236}">
                <a16:creationId xmlns:a16="http://schemas.microsoft.com/office/drawing/2014/main" id="{0AB89278-731C-9B1F-0F5D-2A2869CDC1EF}"/>
              </a:ext>
            </a:extLst>
          </p:cNvPr>
          <p:cNvSpPr>
            <a:spLocks noGrp="1"/>
          </p:cNvSpPr>
          <p:nvPr>
            <p:ph sz="half" idx="43" hasCustomPrompt="1"/>
          </p:nvPr>
        </p:nvSpPr>
        <p:spPr>
          <a:xfrm>
            <a:off x="731520"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4" name="Content Placeholder 2">
            <a:extLst>
              <a:ext uri="{FF2B5EF4-FFF2-40B4-BE49-F238E27FC236}">
                <a16:creationId xmlns:a16="http://schemas.microsoft.com/office/drawing/2014/main" id="{1049FC87-3CA6-D535-7986-91F05BFC82D9}"/>
              </a:ext>
            </a:extLst>
          </p:cNvPr>
          <p:cNvSpPr>
            <a:spLocks noGrp="1"/>
          </p:cNvSpPr>
          <p:nvPr>
            <p:ph sz="half" idx="40" hasCustomPrompt="1"/>
          </p:nvPr>
        </p:nvSpPr>
        <p:spPr>
          <a:xfrm>
            <a:off x="1645920"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Content Placeholder 3">
            <a:extLst>
              <a:ext uri="{FF2B5EF4-FFF2-40B4-BE49-F238E27FC236}">
                <a16:creationId xmlns:a16="http://schemas.microsoft.com/office/drawing/2014/main" id="{6DCA0E1E-E9D1-F4F0-6F1E-16BA617311BB}"/>
              </a:ext>
            </a:extLst>
          </p:cNvPr>
          <p:cNvSpPr>
            <a:spLocks noGrp="1"/>
          </p:cNvSpPr>
          <p:nvPr>
            <p:ph sz="half" idx="45" hasCustomPrompt="1"/>
          </p:nvPr>
        </p:nvSpPr>
        <p:spPr>
          <a:xfrm>
            <a:off x="6225482" y="3792003"/>
            <a:ext cx="884237" cy="884238"/>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5" name="Content Placeholder 2">
            <a:extLst>
              <a:ext uri="{FF2B5EF4-FFF2-40B4-BE49-F238E27FC236}">
                <a16:creationId xmlns:a16="http://schemas.microsoft.com/office/drawing/2014/main" id="{71EB4CDD-0ABD-13EC-24DD-291ACBC8C2C7}"/>
              </a:ext>
            </a:extLst>
          </p:cNvPr>
          <p:cNvSpPr>
            <a:spLocks noGrp="1"/>
          </p:cNvSpPr>
          <p:nvPr>
            <p:ph sz="half" idx="42" hasCustomPrompt="1"/>
          </p:nvPr>
        </p:nvSpPr>
        <p:spPr>
          <a:xfrm>
            <a:off x="7139612" y="3792866"/>
            <a:ext cx="4290388" cy="124614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200"/>
            </a:lvl2pPr>
            <a:lvl3pPr>
              <a:defRPr sz="1200"/>
            </a:lvl3pPr>
            <a:lvl4pPr>
              <a:defRPr sz="1200"/>
            </a:lvl4pPr>
            <a:lvl5pPr>
              <a:defRPr sz="12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Slide Number Placeholder 16">
            <a:extLst>
              <a:ext uri="{FF2B5EF4-FFF2-40B4-BE49-F238E27FC236}">
                <a16:creationId xmlns:a16="http://schemas.microsoft.com/office/drawing/2014/main" id="{169A664E-B702-510E-FF9E-C8CEF03681F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0F90A9-453F-9E4B-BC92-B494B615DB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00F3BF-7C7D-BAF6-3335-323D57B40F6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6177815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ext layout 6">
    <p:bg>
      <p:bgPr>
        <a:solidFill>
          <a:schemeClr val="bg1"/>
        </a:solidFill>
        <a:effectLst/>
      </p:bgPr>
    </p:bg>
    <p:spTree>
      <p:nvGrpSpPr>
        <p:cNvPr id="1" name=""/>
        <p:cNvGrpSpPr/>
        <p:nvPr/>
      </p:nvGrpSpPr>
      <p:grpSpPr>
        <a:xfrm>
          <a:off x="0" y="0"/>
          <a:ext cx="0" cy="0"/>
          <a:chOff x="0" y="0"/>
          <a:chExt cx="0" cy="0"/>
        </a:xfrm>
      </p:grpSpPr>
      <p:sp>
        <p:nvSpPr>
          <p:cNvPr id="24" name="Title 9">
            <a:extLst>
              <a:ext uri="{FF2B5EF4-FFF2-40B4-BE49-F238E27FC236}">
                <a16:creationId xmlns:a16="http://schemas.microsoft.com/office/drawing/2014/main" id="{AA5FE9F6-B21A-67B9-A740-E74548D27B91}"/>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AB13BF67-38EA-28D4-D2D0-98A7C133F3D3}"/>
              </a:ext>
            </a:extLst>
          </p:cNvPr>
          <p:cNvSpPr>
            <a:spLocks noGrp="1"/>
          </p:cNvSpPr>
          <p:nvPr>
            <p:ph sz="half" idx="30" hasCustomPrompt="1"/>
          </p:nvPr>
        </p:nvSpPr>
        <p:spPr>
          <a:xfrm>
            <a:off x="731520" y="1923604"/>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4" name="Text Placeholder 5">
            <a:extLst>
              <a:ext uri="{FF2B5EF4-FFF2-40B4-BE49-F238E27FC236}">
                <a16:creationId xmlns:a16="http://schemas.microsoft.com/office/drawing/2014/main" id="{58A1616D-B2F0-CFDD-4045-4A81D7C39A10}"/>
              </a:ext>
            </a:extLst>
          </p:cNvPr>
          <p:cNvSpPr>
            <a:spLocks noGrp="1"/>
          </p:cNvSpPr>
          <p:nvPr>
            <p:ph type="body" sz="quarter" idx="53" hasCustomPrompt="1"/>
          </p:nvPr>
        </p:nvSpPr>
        <p:spPr>
          <a:xfrm>
            <a:off x="1379684" y="1922001"/>
            <a:ext cx="10080793"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7957D47A-B7DA-D01A-699F-9EC3E72F2D5A}"/>
              </a:ext>
            </a:extLst>
          </p:cNvPr>
          <p:cNvSpPr>
            <a:spLocks noGrp="1"/>
          </p:cNvSpPr>
          <p:nvPr>
            <p:ph sz="half" idx="51" hasCustomPrompt="1"/>
          </p:nvPr>
        </p:nvSpPr>
        <p:spPr>
          <a:xfrm>
            <a:off x="1379685" y="2261136"/>
            <a:ext cx="10080795"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10" name="Content Placeholder 3">
            <a:extLst>
              <a:ext uri="{FF2B5EF4-FFF2-40B4-BE49-F238E27FC236}">
                <a16:creationId xmlns:a16="http://schemas.microsoft.com/office/drawing/2014/main" id="{C78F1D90-0356-DB8D-4B23-3B40B526BBF5}"/>
              </a:ext>
            </a:extLst>
          </p:cNvPr>
          <p:cNvSpPr>
            <a:spLocks noGrp="1"/>
          </p:cNvSpPr>
          <p:nvPr>
            <p:ph sz="half" idx="57" hasCustomPrompt="1"/>
          </p:nvPr>
        </p:nvSpPr>
        <p:spPr>
          <a:xfrm>
            <a:off x="731520"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5">
            <a:extLst>
              <a:ext uri="{FF2B5EF4-FFF2-40B4-BE49-F238E27FC236}">
                <a16:creationId xmlns:a16="http://schemas.microsoft.com/office/drawing/2014/main" id="{64A64925-D6CF-41A8-56BF-41A2AAEE14AE}"/>
              </a:ext>
            </a:extLst>
          </p:cNvPr>
          <p:cNvSpPr>
            <a:spLocks noGrp="1"/>
          </p:cNvSpPr>
          <p:nvPr>
            <p:ph type="body" sz="quarter" idx="36" hasCustomPrompt="1"/>
          </p:nvPr>
        </p:nvSpPr>
        <p:spPr>
          <a:xfrm>
            <a:off x="1377452"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BAC2D67-019D-3D96-FDE6-CC78328CF91A}"/>
              </a:ext>
            </a:extLst>
          </p:cNvPr>
          <p:cNvSpPr>
            <a:spLocks noGrp="1"/>
          </p:cNvSpPr>
          <p:nvPr>
            <p:ph sz="half" idx="34" hasCustomPrompt="1"/>
          </p:nvPr>
        </p:nvSpPr>
        <p:spPr>
          <a:xfrm>
            <a:off x="1377452"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12" name="Content Placeholder 3">
            <a:extLst>
              <a:ext uri="{FF2B5EF4-FFF2-40B4-BE49-F238E27FC236}">
                <a16:creationId xmlns:a16="http://schemas.microsoft.com/office/drawing/2014/main" id="{480274E7-90E6-C708-DB75-6F02ACE21B0E}"/>
              </a:ext>
            </a:extLst>
          </p:cNvPr>
          <p:cNvSpPr>
            <a:spLocks noGrp="1"/>
          </p:cNvSpPr>
          <p:nvPr>
            <p:ph sz="half" idx="58" hasCustomPrompt="1"/>
          </p:nvPr>
        </p:nvSpPr>
        <p:spPr>
          <a:xfrm>
            <a:off x="6601671" y="4006786"/>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3" name="Text Placeholder 5">
            <a:extLst>
              <a:ext uri="{FF2B5EF4-FFF2-40B4-BE49-F238E27FC236}">
                <a16:creationId xmlns:a16="http://schemas.microsoft.com/office/drawing/2014/main" id="{0CE483CB-3917-1FC2-755F-24F786C29D89}"/>
              </a:ext>
            </a:extLst>
          </p:cNvPr>
          <p:cNvSpPr>
            <a:spLocks noGrp="1"/>
          </p:cNvSpPr>
          <p:nvPr>
            <p:ph type="body" sz="quarter" idx="56" hasCustomPrompt="1"/>
          </p:nvPr>
        </p:nvSpPr>
        <p:spPr>
          <a:xfrm>
            <a:off x="7244360" y="4018516"/>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1" name="Content Placeholder 3">
            <a:extLst>
              <a:ext uri="{FF2B5EF4-FFF2-40B4-BE49-F238E27FC236}">
                <a16:creationId xmlns:a16="http://schemas.microsoft.com/office/drawing/2014/main" id="{12524766-B21B-394A-74C6-E76BA793162B}"/>
              </a:ext>
            </a:extLst>
          </p:cNvPr>
          <p:cNvSpPr>
            <a:spLocks noGrp="1"/>
          </p:cNvSpPr>
          <p:nvPr>
            <p:ph sz="half" idx="54" hasCustomPrompt="1"/>
          </p:nvPr>
        </p:nvSpPr>
        <p:spPr>
          <a:xfrm>
            <a:off x="7244360" y="4353942"/>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628650" indent="-285750">
              <a:buClr>
                <a:schemeClr val="accent1"/>
              </a:buClr>
              <a:buFont typeface="Arial" panose="020B0604020202020204" pitchFamily="34" charset="0"/>
              <a:buChar char="•"/>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3" name="Slide Number Placeholder 16">
            <a:extLst>
              <a:ext uri="{FF2B5EF4-FFF2-40B4-BE49-F238E27FC236}">
                <a16:creationId xmlns:a16="http://schemas.microsoft.com/office/drawing/2014/main" id="{78C3EFB8-1EDD-BE2C-2D12-F2B813F62A05}"/>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3E3739-6817-824C-B701-FF5026CDD2C3}"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4FEB7D7C-2477-1900-6FF7-46917ED01B1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05500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eam 4 - white">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8" name="Picture Placeholder 7">
            <a:extLst>
              <a:ext uri="{FF2B5EF4-FFF2-40B4-BE49-F238E27FC236}">
                <a16:creationId xmlns:a16="http://schemas.microsoft.com/office/drawing/2014/main" id="{1F08A55C-4CC9-5BE7-09A7-0D0186151463}"/>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8112"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5D9A104-18D9-3360-D575-84408E04343A}"/>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8784"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1" name="Picture Placeholder 7">
            <a:extLst>
              <a:ext uri="{FF2B5EF4-FFF2-40B4-BE49-F238E27FC236}">
                <a16:creationId xmlns:a16="http://schemas.microsoft.com/office/drawing/2014/main" id="{380D9FB5-B349-68A8-620B-75CFEDB0FCD1}"/>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1153"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Picture Placeholder 7">
            <a:extLst>
              <a:ext uri="{FF2B5EF4-FFF2-40B4-BE49-F238E27FC236}">
                <a16:creationId xmlns:a16="http://schemas.microsoft.com/office/drawing/2014/main" id="{2AFE9064-AE0A-7FC3-1ECC-4D2B6A99CDA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3197" y="3120221"/>
            <a:ext cx="2247677" cy="645155"/>
          </a:xfrm>
        </p:spPr>
        <p:txBody>
          <a:bodyPr anchor="b">
            <a:noAutofit/>
          </a:bodyPr>
          <a:lstStyle>
            <a:lvl1pPr marL="0" indent="0" algn="ctr">
              <a:lnSpc>
                <a:spcPct val="100000"/>
              </a:lnSpc>
              <a:buNone/>
              <a:defRPr sz="20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59608"/>
            <a:ext cx="2249424" cy="2286000"/>
          </a:xfrm>
        </p:spPr>
        <p:txBody>
          <a:bodyPr anchor="t">
            <a:norm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 name="Slide Number Placeholder 16">
            <a:extLst>
              <a:ext uri="{FF2B5EF4-FFF2-40B4-BE49-F238E27FC236}">
                <a16:creationId xmlns:a16="http://schemas.microsoft.com/office/drawing/2014/main" id="{E68FD2D2-A8DD-B155-FBE9-078D9000F6B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E88C9E7-B0CE-D048-A114-42E0AE88939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BAF21EF6-4197-627D-DD67-43392CE1B054}"/>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579971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4 - gray">
    <p:bg>
      <p:bgPr>
        <a:solidFill>
          <a:schemeClr val="tx2"/>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D542531-E471-09B7-7EC8-4AD27379D30F}"/>
              </a:ext>
              <a:ext uri="{C183D7F6-B498-43B3-948B-1728B52AA6E4}">
                <adec:decorative xmlns:adec="http://schemas.microsoft.com/office/drawing/2017/decorative" val="1"/>
              </a:ext>
            </a:extLst>
          </p:cNvPr>
          <p:cNvCxnSpPr>
            <a:cxnSpLocks/>
          </p:cNvCxnSpPr>
          <p:nvPr userDrawn="1"/>
        </p:nvCxnSpPr>
        <p:spPr>
          <a:xfrm>
            <a:off x="8874108"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15">
            <a:extLst>
              <a:ext uri="{FF2B5EF4-FFF2-40B4-BE49-F238E27FC236}">
                <a16:creationId xmlns:a16="http://schemas.microsoft.com/office/drawing/2014/main" id="{D1C75FBE-4B44-2273-1D9F-769A3CEF7768}"/>
              </a:ext>
              <a:ext uri="{C183D7F6-B498-43B3-948B-1728B52AA6E4}">
                <adec:decorative xmlns:adec="http://schemas.microsoft.com/office/drawing/2017/decorative" val="1"/>
              </a:ext>
            </a:extLst>
          </p:cNvPr>
          <p:cNvCxnSpPr>
            <a:cxnSpLocks/>
          </p:cNvCxnSpPr>
          <p:nvPr userDrawn="1"/>
        </p:nvCxnSpPr>
        <p:spPr>
          <a:xfrm>
            <a:off x="6041804"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5">
            <a:extLst>
              <a:ext uri="{FF2B5EF4-FFF2-40B4-BE49-F238E27FC236}">
                <a16:creationId xmlns:a16="http://schemas.microsoft.com/office/drawing/2014/main" id="{2A2FE1A7-B775-C9B1-7486-A9FC4A4F4DC6}"/>
              </a:ext>
              <a:ext uri="{C183D7F6-B498-43B3-948B-1728B52AA6E4}">
                <adec:decorative xmlns:adec="http://schemas.microsoft.com/office/drawing/2017/decorative" val="1"/>
              </a:ext>
            </a:extLst>
          </p:cNvPr>
          <p:cNvCxnSpPr>
            <a:cxnSpLocks/>
          </p:cNvCxnSpPr>
          <p:nvPr userDrawn="1"/>
        </p:nvCxnSpPr>
        <p:spPr>
          <a:xfrm>
            <a:off x="3246126" y="1371600"/>
            <a:ext cx="0" cy="475488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bg1"/>
                </a:solidFill>
              </a:defRPr>
            </a:lvl1pPr>
          </a:lstStyle>
          <a:p>
            <a:r>
              <a:rPr lang="en-US"/>
              <a:t>Click to edit title</a:t>
            </a:r>
          </a:p>
        </p:txBody>
      </p:sp>
      <p:sp>
        <p:nvSpPr>
          <p:cNvPr id="2" name="Picture Placeholder 7">
            <a:extLst>
              <a:ext uri="{FF2B5EF4-FFF2-40B4-BE49-F238E27FC236}">
                <a16:creationId xmlns:a16="http://schemas.microsoft.com/office/drawing/2014/main" id="{9275A227-E208-EA01-1BF4-E8BD467695BA}"/>
              </a:ext>
            </a:extLst>
          </p:cNvPr>
          <p:cNvSpPr>
            <a:spLocks noGrp="1"/>
          </p:cNvSpPr>
          <p:nvPr>
            <p:ph type="pic" sz="quarter" idx="28"/>
          </p:nvPr>
        </p:nvSpPr>
        <p:spPr>
          <a:xfrm>
            <a:off x="983588" y="1371600"/>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1" name="Text Placeholder 10">
            <a:extLst>
              <a:ext uri="{FF2B5EF4-FFF2-40B4-BE49-F238E27FC236}">
                <a16:creationId xmlns:a16="http://schemas.microsoft.com/office/drawing/2014/main" id="{C0D3C34A-E0A2-C97B-0E92-936C503D9AC4}"/>
              </a:ext>
            </a:extLst>
          </p:cNvPr>
          <p:cNvSpPr>
            <a:spLocks noGrp="1"/>
          </p:cNvSpPr>
          <p:nvPr>
            <p:ph type="body" sz="quarter" idx="13" hasCustomPrompt="1"/>
          </p:nvPr>
        </p:nvSpPr>
        <p:spPr>
          <a:xfrm>
            <a:off x="727238"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2" name="Text Placeholder 10">
            <a:extLst>
              <a:ext uri="{FF2B5EF4-FFF2-40B4-BE49-F238E27FC236}">
                <a16:creationId xmlns:a16="http://schemas.microsoft.com/office/drawing/2014/main" id="{48B01600-90DA-8295-1063-D7C0804C0561}"/>
              </a:ext>
            </a:extLst>
          </p:cNvPr>
          <p:cNvSpPr>
            <a:spLocks noGrp="1"/>
          </p:cNvSpPr>
          <p:nvPr>
            <p:ph type="body" sz="quarter" idx="14" hasCustomPrompt="1"/>
          </p:nvPr>
        </p:nvSpPr>
        <p:spPr>
          <a:xfrm>
            <a:off x="727238"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 name="Picture Placeholder 7">
            <a:extLst>
              <a:ext uri="{FF2B5EF4-FFF2-40B4-BE49-F238E27FC236}">
                <a16:creationId xmlns:a16="http://schemas.microsoft.com/office/drawing/2014/main" id="{B83D3D51-A0F5-00C2-BF20-25F48983368D}"/>
              </a:ext>
            </a:extLst>
          </p:cNvPr>
          <p:cNvSpPr>
            <a:spLocks noGrp="1"/>
          </p:cNvSpPr>
          <p:nvPr>
            <p:ph type="pic" sz="quarter" idx="29"/>
          </p:nvPr>
        </p:nvSpPr>
        <p:spPr>
          <a:xfrm>
            <a:off x="3774260"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5" name="Text Placeholder 10">
            <a:extLst>
              <a:ext uri="{FF2B5EF4-FFF2-40B4-BE49-F238E27FC236}">
                <a16:creationId xmlns:a16="http://schemas.microsoft.com/office/drawing/2014/main" id="{4D5118A7-B25E-1D23-63FF-11AB00DA64DF}"/>
              </a:ext>
            </a:extLst>
          </p:cNvPr>
          <p:cNvSpPr>
            <a:spLocks noGrp="1"/>
          </p:cNvSpPr>
          <p:nvPr>
            <p:ph type="body" sz="quarter" idx="15" hasCustomPrompt="1"/>
          </p:nvPr>
        </p:nvSpPr>
        <p:spPr>
          <a:xfrm>
            <a:off x="3517910"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6" name="Text Placeholder 10">
            <a:extLst>
              <a:ext uri="{FF2B5EF4-FFF2-40B4-BE49-F238E27FC236}">
                <a16:creationId xmlns:a16="http://schemas.microsoft.com/office/drawing/2014/main" id="{8A0A2AD2-59B5-3D0B-1BB0-A57C40793F1D}"/>
              </a:ext>
            </a:extLst>
          </p:cNvPr>
          <p:cNvSpPr>
            <a:spLocks noGrp="1"/>
          </p:cNvSpPr>
          <p:nvPr>
            <p:ph type="body" sz="quarter" idx="16" hasCustomPrompt="1"/>
          </p:nvPr>
        </p:nvSpPr>
        <p:spPr>
          <a:xfrm>
            <a:off x="3517910"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9" name="Picture Placeholder 7">
            <a:extLst>
              <a:ext uri="{FF2B5EF4-FFF2-40B4-BE49-F238E27FC236}">
                <a16:creationId xmlns:a16="http://schemas.microsoft.com/office/drawing/2014/main" id="{F1F42278-4F01-68AA-B962-142EDB381AF0}"/>
              </a:ext>
            </a:extLst>
          </p:cNvPr>
          <p:cNvSpPr>
            <a:spLocks noGrp="1"/>
          </p:cNvSpPr>
          <p:nvPr>
            <p:ph type="pic" sz="quarter" idx="30"/>
          </p:nvPr>
        </p:nvSpPr>
        <p:spPr>
          <a:xfrm>
            <a:off x="6586629" y="1382861"/>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28" name="Text Placeholder 10">
            <a:extLst>
              <a:ext uri="{FF2B5EF4-FFF2-40B4-BE49-F238E27FC236}">
                <a16:creationId xmlns:a16="http://schemas.microsoft.com/office/drawing/2014/main" id="{0BB1AF7C-C865-1B7F-B118-6FFC0D8E5BF8}"/>
              </a:ext>
            </a:extLst>
          </p:cNvPr>
          <p:cNvSpPr>
            <a:spLocks noGrp="1"/>
          </p:cNvSpPr>
          <p:nvPr>
            <p:ph type="body" sz="quarter" idx="17" hasCustomPrompt="1"/>
          </p:nvPr>
        </p:nvSpPr>
        <p:spPr>
          <a:xfrm>
            <a:off x="6330279"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9" name="Text Placeholder 10">
            <a:extLst>
              <a:ext uri="{FF2B5EF4-FFF2-40B4-BE49-F238E27FC236}">
                <a16:creationId xmlns:a16="http://schemas.microsoft.com/office/drawing/2014/main" id="{EE5868B7-B08E-5AC2-30CF-7AB7E083815E}"/>
              </a:ext>
            </a:extLst>
          </p:cNvPr>
          <p:cNvSpPr>
            <a:spLocks noGrp="1"/>
          </p:cNvSpPr>
          <p:nvPr>
            <p:ph type="body" sz="quarter" idx="18" hasCustomPrompt="1"/>
          </p:nvPr>
        </p:nvSpPr>
        <p:spPr>
          <a:xfrm>
            <a:off x="6330279"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0" name="Picture Placeholder 7">
            <a:extLst>
              <a:ext uri="{FF2B5EF4-FFF2-40B4-BE49-F238E27FC236}">
                <a16:creationId xmlns:a16="http://schemas.microsoft.com/office/drawing/2014/main" id="{9142F987-D39E-D68C-7CC6-38F1B48F100A}"/>
              </a:ext>
            </a:extLst>
          </p:cNvPr>
          <p:cNvSpPr>
            <a:spLocks noGrp="1"/>
          </p:cNvSpPr>
          <p:nvPr>
            <p:ph type="pic" sz="quarter" idx="31"/>
          </p:nvPr>
        </p:nvSpPr>
        <p:spPr>
          <a:xfrm>
            <a:off x="9438673" y="1394122"/>
            <a:ext cx="1736725" cy="1737360"/>
          </a:xfrm>
          <a:prstGeom prst="round2SameRect">
            <a:avLst>
              <a:gd name="adj1" fmla="val 4517"/>
              <a:gd name="adj2" fmla="val 0"/>
            </a:avLst>
          </a:prstGeom>
        </p:spPr>
        <p:txBody>
          <a:bodyPr anchor="ctr">
            <a:normAutofit/>
          </a:bodyPr>
          <a:lstStyle>
            <a:lvl1pPr marL="0" indent="0" algn="ctr">
              <a:buFontTx/>
              <a:buNone/>
              <a:defRPr sz="1800">
                <a:solidFill>
                  <a:schemeClr val="bg1"/>
                </a:solidFill>
              </a:defRPr>
            </a:lvl1pPr>
          </a:lstStyle>
          <a:p>
            <a:endParaRPr lang="en-US"/>
          </a:p>
        </p:txBody>
      </p:sp>
      <p:sp>
        <p:nvSpPr>
          <p:cNvPr id="31" name="Text Placeholder 10">
            <a:extLst>
              <a:ext uri="{FF2B5EF4-FFF2-40B4-BE49-F238E27FC236}">
                <a16:creationId xmlns:a16="http://schemas.microsoft.com/office/drawing/2014/main" id="{57D66628-F0C7-0F16-CD8A-0697027BC6B9}"/>
              </a:ext>
            </a:extLst>
          </p:cNvPr>
          <p:cNvSpPr>
            <a:spLocks noGrp="1"/>
          </p:cNvSpPr>
          <p:nvPr>
            <p:ph type="body" sz="quarter" idx="19" hasCustomPrompt="1"/>
          </p:nvPr>
        </p:nvSpPr>
        <p:spPr>
          <a:xfrm>
            <a:off x="9182323" y="3131508"/>
            <a:ext cx="2247677" cy="645155"/>
          </a:xfrm>
        </p:spPr>
        <p:txBody>
          <a:bodyPr anchor="b">
            <a:noAutofit/>
          </a:bodyPr>
          <a:lstStyle>
            <a:lvl1pPr marL="0" indent="0" algn="ctr">
              <a:lnSpc>
                <a:spcPct val="100000"/>
              </a:lnSpc>
              <a:buNone/>
              <a:defRPr sz="20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2" name="Text Placeholder 10">
            <a:extLst>
              <a:ext uri="{FF2B5EF4-FFF2-40B4-BE49-F238E27FC236}">
                <a16:creationId xmlns:a16="http://schemas.microsoft.com/office/drawing/2014/main" id="{704B3EC4-8616-2CBB-5EC4-4E9F03F68240}"/>
              </a:ext>
            </a:extLst>
          </p:cNvPr>
          <p:cNvSpPr>
            <a:spLocks noGrp="1"/>
          </p:cNvSpPr>
          <p:nvPr>
            <p:ph type="body" sz="quarter" idx="20" hasCustomPrompt="1"/>
          </p:nvPr>
        </p:nvSpPr>
        <p:spPr>
          <a:xfrm>
            <a:off x="9182323" y="3870895"/>
            <a:ext cx="2247676" cy="2286000"/>
          </a:xfrm>
        </p:spPr>
        <p:txBody>
          <a:bodyPr anchor="t">
            <a:norm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7" name="Slide Number Placeholder 16">
            <a:extLst>
              <a:ext uri="{FF2B5EF4-FFF2-40B4-BE49-F238E27FC236}">
                <a16:creationId xmlns:a16="http://schemas.microsoft.com/office/drawing/2014/main" id="{7CDC4E0E-00D7-ED0C-C6C2-AC4AD88E6B3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EAF3ABF-09BB-0D48-99F1-B1C27C01D9B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27A9394-0015-2141-3F2D-660962FB40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9428646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eam 8 - whit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chorCtr="0">
            <a:normAutofit/>
          </a:bodyPr>
          <a:lstStyle>
            <a:lvl1pPr algn="ctr">
              <a:defRPr sz="2800">
                <a:solidFill>
                  <a:schemeClr val="tx2"/>
                </a:solidFill>
              </a:defRPr>
            </a:lvl1pPr>
          </a:lstStyle>
          <a:p>
            <a:r>
              <a:rPr lang="en-US"/>
              <a:t>Click to edit title</a:t>
            </a:r>
          </a:p>
        </p:txBody>
      </p:sp>
      <p:sp>
        <p:nvSpPr>
          <p:cNvPr id="38" name="Picture Placeholder 41">
            <a:extLst>
              <a:ext uri="{FF2B5EF4-FFF2-40B4-BE49-F238E27FC236}">
                <a16:creationId xmlns:a16="http://schemas.microsoft.com/office/drawing/2014/main" id="{1B9870A1-640F-8FEB-897B-CB7E9DF0A186}"/>
              </a:ext>
            </a:extLst>
          </p:cNvPr>
          <p:cNvSpPr>
            <a:spLocks noGrp="1"/>
          </p:cNvSpPr>
          <p:nvPr>
            <p:ph type="pic" sz="quarter" idx="21"/>
          </p:nvPr>
        </p:nvSpPr>
        <p:spPr>
          <a:xfrm>
            <a:off x="1122685"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6" name="Text Placeholder 10">
            <a:extLst>
              <a:ext uri="{FF2B5EF4-FFF2-40B4-BE49-F238E27FC236}">
                <a16:creationId xmlns:a16="http://schemas.microsoft.com/office/drawing/2014/main" id="{3D80DBB4-0591-3859-E590-C6C13FF98CFE}"/>
              </a:ext>
            </a:extLst>
          </p:cNvPr>
          <p:cNvSpPr>
            <a:spLocks noGrp="1"/>
          </p:cNvSpPr>
          <p:nvPr>
            <p:ph type="body" sz="quarter" idx="13" hasCustomPrompt="1"/>
          </p:nvPr>
        </p:nvSpPr>
        <p:spPr>
          <a:xfrm>
            <a:off x="786250" y="2779306"/>
            <a:ext cx="2247677" cy="303902"/>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7" name="Text Placeholder 10">
            <a:extLst>
              <a:ext uri="{FF2B5EF4-FFF2-40B4-BE49-F238E27FC236}">
                <a16:creationId xmlns:a16="http://schemas.microsoft.com/office/drawing/2014/main" id="{67FCB537-3D8F-7EA2-754C-79A3235528C1}"/>
              </a:ext>
            </a:extLst>
          </p:cNvPr>
          <p:cNvSpPr>
            <a:spLocks noGrp="1"/>
          </p:cNvSpPr>
          <p:nvPr>
            <p:ph type="body" sz="quarter" idx="14" hasCustomPrompt="1"/>
          </p:nvPr>
        </p:nvSpPr>
        <p:spPr>
          <a:xfrm>
            <a:off x="786250"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0" name="Picture Placeholder 41">
            <a:extLst>
              <a:ext uri="{FF2B5EF4-FFF2-40B4-BE49-F238E27FC236}">
                <a16:creationId xmlns:a16="http://schemas.microsoft.com/office/drawing/2014/main" id="{738706E8-AC98-57DC-0E58-D263FB3A96DF}"/>
              </a:ext>
            </a:extLst>
          </p:cNvPr>
          <p:cNvSpPr>
            <a:spLocks noGrp="1"/>
          </p:cNvSpPr>
          <p:nvPr>
            <p:ph type="pic" sz="quarter" idx="38"/>
          </p:nvPr>
        </p:nvSpPr>
        <p:spPr>
          <a:xfrm>
            <a:off x="388006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8" name="Text Placeholder 10">
            <a:extLst>
              <a:ext uri="{FF2B5EF4-FFF2-40B4-BE49-F238E27FC236}">
                <a16:creationId xmlns:a16="http://schemas.microsoft.com/office/drawing/2014/main" id="{82F12E24-9884-99FC-3AE8-9956D6614366}"/>
              </a:ext>
            </a:extLst>
          </p:cNvPr>
          <p:cNvSpPr>
            <a:spLocks noGrp="1"/>
          </p:cNvSpPr>
          <p:nvPr>
            <p:ph type="body" sz="quarter" idx="15" hasCustomPrompt="1"/>
          </p:nvPr>
        </p:nvSpPr>
        <p:spPr>
          <a:xfrm>
            <a:off x="3546046" y="2779306"/>
            <a:ext cx="2247677" cy="324316"/>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9" name="Text Placeholder 10">
            <a:extLst>
              <a:ext uri="{FF2B5EF4-FFF2-40B4-BE49-F238E27FC236}">
                <a16:creationId xmlns:a16="http://schemas.microsoft.com/office/drawing/2014/main" id="{32128A31-CCB6-708D-239C-38CAA60B41E5}"/>
              </a:ext>
            </a:extLst>
          </p:cNvPr>
          <p:cNvSpPr>
            <a:spLocks noGrp="1"/>
          </p:cNvSpPr>
          <p:nvPr>
            <p:ph type="body" sz="quarter" idx="16" hasCustomPrompt="1"/>
          </p:nvPr>
        </p:nvSpPr>
        <p:spPr>
          <a:xfrm>
            <a:off x="3546046"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2" name="Picture Placeholder 41">
            <a:extLst>
              <a:ext uri="{FF2B5EF4-FFF2-40B4-BE49-F238E27FC236}">
                <a16:creationId xmlns:a16="http://schemas.microsoft.com/office/drawing/2014/main" id="{286862B3-DB4E-B8E5-2807-6A258B53D7C6}"/>
              </a:ext>
            </a:extLst>
          </p:cNvPr>
          <p:cNvSpPr>
            <a:spLocks noGrp="1"/>
          </p:cNvSpPr>
          <p:nvPr>
            <p:ph type="pic" sz="quarter" idx="40"/>
          </p:nvPr>
        </p:nvSpPr>
        <p:spPr>
          <a:xfrm>
            <a:off x="6630350"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0" name="Text Placeholder 10">
            <a:extLst>
              <a:ext uri="{FF2B5EF4-FFF2-40B4-BE49-F238E27FC236}">
                <a16:creationId xmlns:a16="http://schemas.microsoft.com/office/drawing/2014/main" id="{86516FD1-D68D-3C3E-805B-0F025C3D17A8}"/>
              </a:ext>
            </a:extLst>
          </p:cNvPr>
          <p:cNvSpPr>
            <a:spLocks noGrp="1"/>
          </p:cNvSpPr>
          <p:nvPr>
            <p:ph type="body" sz="quarter" idx="17" hasCustomPrompt="1"/>
          </p:nvPr>
        </p:nvSpPr>
        <p:spPr>
          <a:xfrm>
            <a:off x="6302143"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1" name="Text Placeholder 10">
            <a:extLst>
              <a:ext uri="{FF2B5EF4-FFF2-40B4-BE49-F238E27FC236}">
                <a16:creationId xmlns:a16="http://schemas.microsoft.com/office/drawing/2014/main" id="{D7637D7B-C383-DADD-C8F3-74FAB84E09A5}"/>
              </a:ext>
            </a:extLst>
          </p:cNvPr>
          <p:cNvSpPr>
            <a:spLocks noGrp="1"/>
          </p:cNvSpPr>
          <p:nvPr>
            <p:ph type="body" sz="quarter" idx="18" hasCustomPrompt="1"/>
          </p:nvPr>
        </p:nvSpPr>
        <p:spPr>
          <a:xfrm>
            <a:off x="6302143"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4" name="Picture Placeholder 41">
            <a:extLst>
              <a:ext uri="{FF2B5EF4-FFF2-40B4-BE49-F238E27FC236}">
                <a16:creationId xmlns:a16="http://schemas.microsoft.com/office/drawing/2014/main" id="{A7CF8B9D-EC3E-432A-4B1F-B11EF897CCE3}"/>
              </a:ext>
            </a:extLst>
          </p:cNvPr>
          <p:cNvSpPr>
            <a:spLocks noGrp="1"/>
          </p:cNvSpPr>
          <p:nvPr>
            <p:ph type="pic" sz="quarter" idx="42"/>
          </p:nvPr>
        </p:nvSpPr>
        <p:spPr>
          <a:xfrm>
            <a:off x="9408992" y="1464925"/>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2" name="Text Placeholder 10">
            <a:extLst>
              <a:ext uri="{FF2B5EF4-FFF2-40B4-BE49-F238E27FC236}">
                <a16:creationId xmlns:a16="http://schemas.microsoft.com/office/drawing/2014/main" id="{4DBB3C47-65B4-4282-5248-8D21BA3EE389}"/>
              </a:ext>
            </a:extLst>
          </p:cNvPr>
          <p:cNvSpPr>
            <a:spLocks noGrp="1"/>
          </p:cNvSpPr>
          <p:nvPr>
            <p:ph type="body" sz="quarter" idx="19" hasCustomPrompt="1"/>
          </p:nvPr>
        </p:nvSpPr>
        <p:spPr>
          <a:xfrm>
            <a:off x="9071564" y="2779305"/>
            <a:ext cx="2247677" cy="324317"/>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3" name="Text Placeholder 10">
            <a:extLst>
              <a:ext uri="{FF2B5EF4-FFF2-40B4-BE49-F238E27FC236}">
                <a16:creationId xmlns:a16="http://schemas.microsoft.com/office/drawing/2014/main" id="{04AA065C-4E1F-70A2-9049-D901EF08A98E}"/>
              </a:ext>
            </a:extLst>
          </p:cNvPr>
          <p:cNvSpPr>
            <a:spLocks noGrp="1"/>
          </p:cNvSpPr>
          <p:nvPr>
            <p:ph type="body" sz="quarter" idx="20" hasCustomPrompt="1"/>
          </p:nvPr>
        </p:nvSpPr>
        <p:spPr>
          <a:xfrm>
            <a:off x="9071564" y="3165619"/>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39" name="Picture Placeholder 41">
            <a:extLst>
              <a:ext uri="{FF2B5EF4-FFF2-40B4-BE49-F238E27FC236}">
                <a16:creationId xmlns:a16="http://schemas.microsoft.com/office/drawing/2014/main" id="{A9C1D866-5728-BDE2-6166-10F7650D4220}"/>
              </a:ext>
            </a:extLst>
          </p:cNvPr>
          <p:cNvSpPr>
            <a:spLocks noGrp="1"/>
          </p:cNvSpPr>
          <p:nvPr>
            <p:ph type="pic" sz="quarter" idx="37"/>
          </p:nvPr>
        </p:nvSpPr>
        <p:spPr>
          <a:xfrm>
            <a:off x="1122685"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4" name="Text Placeholder 10">
            <a:extLst>
              <a:ext uri="{FF2B5EF4-FFF2-40B4-BE49-F238E27FC236}">
                <a16:creationId xmlns:a16="http://schemas.microsoft.com/office/drawing/2014/main" id="{B16A6C0F-EA62-8EDF-1F5D-97503259BE3A}"/>
              </a:ext>
            </a:extLst>
          </p:cNvPr>
          <p:cNvSpPr>
            <a:spLocks noGrp="1"/>
          </p:cNvSpPr>
          <p:nvPr>
            <p:ph type="body" sz="quarter" idx="29" hasCustomPrompt="1"/>
          </p:nvPr>
        </p:nvSpPr>
        <p:spPr>
          <a:xfrm>
            <a:off x="786250"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5" name="Text Placeholder 10">
            <a:extLst>
              <a:ext uri="{FF2B5EF4-FFF2-40B4-BE49-F238E27FC236}">
                <a16:creationId xmlns:a16="http://schemas.microsoft.com/office/drawing/2014/main" id="{ADC6F1FA-93A9-872C-1544-9B6B12B81FE2}"/>
              </a:ext>
            </a:extLst>
          </p:cNvPr>
          <p:cNvSpPr>
            <a:spLocks noGrp="1"/>
          </p:cNvSpPr>
          <p:nvPr>
            <p:ph type="body" sz="quarter" idx="30" hasCustomPrompt="1"/>
          </p:nvPr>
        </p:nvSpPr>
        <p:spPr>
          <a:xfrm>
            <a:off x="786250"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1" name="Picture Placeholder 41">
            <a:extLst>
              <a:ext uri="{FF2B5EF4-FFF2-40B4-BE49-F238E27FC236}">
                <a16:creationId xmlns:a16="http://schemas.microsoft.com/office/drawing/2014/main" id="{060CFCBA-F51E-F688-AE81-644A4BE4A7C9}"/>
              </a:ext>
            </a:extLst>
          </p:cNvPr>
          <p:cNvSpPr>
            <a:spLocks noGrp="1"/>
          </p:cNvSpPr>
          <p:nvPr>
            <p:ph type="pic" sz="quarter" idx="39"/>
          </p:nvPr>
        </p:nvSpPr>
        <p:spPr>
          <a:xfrm>
            <a:off x="388006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6" name="Text Placeholder 10">
            <a:extLst>
              <a:ext uri="{FF2B5EF4-FFF2-40B4-BE49-F238E27FC236}">
                <a16:creationId xmlns:a16="http://schemas.microsoft.com/office/drawing/2014/main" id="{9A1BBDD7-DDF0-F2C1-A20A-8C1878B65770}"/>
              </a:ext>
            </a:extLst>
          </p:cNvPr>
          <p:cNvSpPr>
            <a:spLocks noGrp="1"/>
          </p:cNvSpPr>
          <p:nvPr>
            <p:ph type="body" sz="quarter" idx="31" hasCustomPrompt="1"/>
          </p:nvPr>
        </p:nvSpPr>
        <p:spPr>
          <a:xfrm>
            <a:off x="3546046"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18" name="Text Placeholder 10">
            <a:extLst>
              <a:ext uri="{FF2B5EF4-FFF2-40B4-BE49-F238E27FC236}">
                <a16:creationId xmlns:a16="http://schemas.microsoft.com/office/drawing/2014/main" id="{690C3A0A-47FB-7943-94E7-20C3E30B25DE}"/>
              </a:ext>
            </a:extLst>
          </p:cNvPr>
          <p:cNvSpPr>
            <a:spLocks noGrp="1"/>
          </p:cNvSpPr>
          <p:nvPr>
            <p:ph type="body" sz="quarter" idx="32" hasCustomPrompt="1"/>
          </p:nvPr>
        </p:nvSpPr>
        <p:spPr>
          <a:xfrm>
            <a:off x="3546046"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3" name="Picture Placeholder 41">
            <a:extLst>
              <a:ext uri="{FF2B5EF4-FFF2-40B4-BE49-F238E27FC236}">
                <a16:creationId xmlns:a16="http://schemas.microsoft.com/office/drawing/2014/main" id="{C9CD430A-47B9-6FA9-6B0A-3BC1799FE5C9}"/>
              </a:ext>
            </a:extLst>
          </p:cNvPr>
          <p:cNvSpPr>
            <a:spLocks noGrp="1"/>
          </p:cNvSpPr>
          <p:nvPr>
            <p:ph type="pic" sz="quarter" idx="41"/>
          </p:nvPr>
        </p:nvSpPr>
        <p:spPr>
          <a:xfrm>
            <a:off x="6630350"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19" name="Text Placeholder 10">
            <a:extLst>
              <a:ext uri="{FF2B5EF4-FFF2-40B4-BE49-F238E27FC236}">
                <a16:creationId xmlns:a16="http://schemas.microsoft.com/office/drawing/2014/main" id="{2F08DCF6-5902-232E-AE3F-8AEE16457AEC}"/>
              </a:ext>
            </a:extLst>
          </p:cNvPr>
          <p:cNvSpPr>
            <a:spLocks noGrp="1"/>
          </p:cNvSpPr>
          <p:nvPr>
            <p:ph type="body" sz="quarter" idx="33" hasCustomPrompt="1"/>
          </p:nvPr>
        </p:nvSpPr>
        <p:spPr>
          <a:xfrm>
            <a:off x="6302143"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4" name="Text Placeholder 10">
            <a:extLst>
              <a:ext uri="{FF2B5EF4-FFF2-40B4-BE49-F238E27FC236}">
                <a16:creationId xmlns:a16="http://schemas.microsoft.com/office/drawing/2014/main" id="{270A7965-0D73-95BA-DC1B-6543CDDBFDAF}"/>
              </a:ext>
            </a:extLst>
          </p:cNvPr>
          <p:cNvSpPr>
            <a:spLocks noGrp="1"/>
          </p:cNvSpPr>
          <p:nvPr>
            <p:ph type="body" sz="quarter" idx="34" hasCustomPrompt="1"/>
          </p:nvPr>
        </p:nvSpPr>
        <p:spPr>
          <a:xfrm>
            <a:off x="6302143"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45" name="Picture Placeholder 41">
            <a:extLst>
              <a:ext uri="{FF2B5EF4-FFF2-40B4-BE49-F238E27FC236}">
                <a16:creationId xmlns:a16="http://schemas.microsoft.com/office/drawing/2014/main" id="{1C06FD49-DC67-3043-8606-8A23EBDD70C8}"/>
              </a:ext>
            </a:extLst>
          </p:cNvPr>
          <p:cNvSpPr>
            <a:spLocks noGrp="1"/>
          </p:cNvSpPr>
          <p:nvPr>
            <p:ph type="pic" sz="quarter" idx="43"/>
          </p:nvPr>
        </p:nvSpPr>
        <p:spPr>
          <a:xfrm>
            <a:off x="9408992" y="3887573"/>
            <a:ext cx="1574806" cy="1231603"/>
          </a:xfrm>
          <a:prstGeom prst="roundRect">
            <a:avLst>
              <a:gd name="adj" fmla="val 5156"/>
            </a:avLst>
          </a:prstGeom>
        </p:spPr>
        <p:txBody>
          <a:bodyPr wrap="square">
            <a:noAutofit/>
          </a:bodyPr>
          <a:lstStyle>
            <a:lvl1pPr marL="0" indent="0" algn="ctr">
              <a:buFontTx/>
              <a:buNone/>
              <a:defRPr sz="1600">
                <a:solidFill>
                  <a:srgbClr val="636466"/>
                </a:solidFill>
              </a:defRPr>
            </a:lvl1pPr>
          </a:lstStyle>
          <a:p>
            <a:endParaRPr lang="zh-CN" altLang="en-US"/>
          </a:p>
        </p:txBody>
      </p:sp>
      <p:sp>
        <p:nvSpPr>
          <p:cNvPr id="35" name="Text Placeholder 10">
            <a:extLst>
              <a:ext uri="{FF2B5EF4-FFF2-40B4-BE49-F238E27FC236}">
                <a16:creationId xmlns:a16="http://schemas.microsoft.com/office/drawing/2014/main" id="{9CDFF0E4-C5D0-5D05-C791-9E4E1052628D}"/>
              </a:ext>
            </a:extLst>
          </p:cNvPr>
          <p:cNvSpPr>
            <a:spLocks noGrp="1"/>
          </p:cNvSpPr>
          <p:nvPr>
            <p:ph type="body" sz="quarter" idx="35" hasCustomPrompt="1"/>
          </p:nvPr>
        </p:nvSpPr>
        <p:spPr>
          <a:xfrm>
            <a:off x="9071564" y="5193539"/>
            <a:ext cx="2247677" cy="303903"/>
          </a:xfrm>
        </p:spPr>
        <p:txBody>
          <a:bodyPr anchor="t">
            <a:noAutofit/>
          </a:bodyPr>
          <a:lstStyle>
            <a:lvl1pPr marL="0" indent="0" algn="ctr">
              <a:lnSpc>
                <a:spcPct val="100000"/>
              </a:lnSpc>
              <a:buNone/>
              <a:defRPr sz="1800" b="0" i="0">
                <a:solidFill>
                  <a:schemeClr val="tx2"/>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6" name="Text Placeholder 10">
            <a:extLst>
              <a:ext uri="{FF2B5EF4-FFF2-40B4-BE49-F238E27FC236}">
                <a16:creationId xmlns:a16="http://schemas.microsoft.com/office/drawing/2014/main" id="{F0CA6E08-225D-5349-6493-C0C01D64F39A}"/>
              </a:ext>
            </a:extLst>
          </p:cNvPr>
          <p:cNvSpPr>
            <a:spLocks noGrp="1"/>
          </p:cNvSpPr>
          <p:nvPr>
            <p:ph type="body" sz="quarter" idx="36" hasCustomPrompt="1"/>
          </p:nvPr>
        </p:nvSpPr>
        <p:spPr>
          <a:xfrm>
            <a:off x="9071564" y="5579853"/>
            <a:ext cx="2247676" cy="365760"/>
          </a:xfrm>
        </p:spPr>
        <p:txBody>
          <a:bodyPr anchor="t">
            <a:noAutofit/>
          </a:bodyPr>
          <a:lstStyle>
            <a:lvl1pPr marL="0" indent="0" algn="ctr">
              <a:lnSpc>
                <a:spcPct val="120000"/>
              </a:lnSpc>
              <a:spcBef>
                <a:spcPts val="0"/>
              </a:spcBef>
              <a:buNone/>
              <a:defRPr sz="1800" b="0" i="0">
                <a:solidFill>
                  <a:schemeClr val="tx2"/>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E1B633D8-7358-C206-06E3-1973234D816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EAA0136-0EE0-6C44-AEE9-1D49BD6CD564}"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573743F2-3387-8E7F-A201-3EC2EDA577C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2531887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eam 8 - gray">
    <p:bg>
      <p:bgPr>
        <a:solidFill>
          <a:schemeClr val="tx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6CE2843-C227-4814-E7C1-B993C1969FDC}"/>
              </a:ext>
            </a:extLst>
          </p:cNvPr>
          <p:cNvSpPr>
            <a:spLocks noGrp="1"/>
          </p:cNvSpPr>
          <p:nvPr>
            <p:ph type="title" hasCustomPrompt="1"/>
          </p:nvPr>
        </p:nvSpPr>
        <p:spPr>
          <a:xfrm>
            <a:off x="731520" y="457200"/>
            <a:ext cx="10698480" cy="640080"/>
          </a:xfrm>
        </p:spPr>
        <p:txBody>
          <a:bodyPr anchor="ctr">
            <a:normAutofit/>
          </a:bodyPr>
          <a:lstStyle>
            <a:lvl1pPr algn="ctr">
              <a:defRPr sz="2800">
                <a:solidFill>
                  <a:schemeClr val="bg1"/>
                </a:solidFill>
              </a:defRPr>
            </a:lvl1pPr>
          </a:lstStyle>
          <a:p>
            <a:r>
              <a:rPr lang="en-US"/>
              <a:t>Click to edit title</a:t>
            </a:r>
          </a:p>
        </p:txBody>
      </p:sp>
      <p:sp>
        <p:nvSpPr>
          <p:cNvPr id="53" name="Picture Placeholder 41">
            <a:extLst>
              <a:ext uri="{FF2B5EF4-FFF2-40B4-BE49-F238E27FC236}">
                <a16:creationId xmlns:a16="http://schemas.microsoft.com/office/drawing/2014/main" id="{DD0753FD-9C09-9317-EA8E-8B68D10EEBDE}"/>
              </a:ext>
            </a:extLst>
          </p:cNvPr>
          <p:cNvSpPr>
            <a:spLocks noGrp="1"/>
          </p:cNvSpPr>
          <p:nvPr>
            <p:ph type="pic" sz="quarter" idx="21"/>
          </p:nvPr>
        </p:nvSpPr>
        <p:spPr>
          <a:xfrm>
            <a:off x="1122685"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1" name="Text Placeholder 10">
            <a:extLst>
              <a:ext uri="{FF2B5EF4-FFF2-40B4-BE49-F238E27FC236}">
                <a16:creationId xmlns:a16="http://schemas.microsoft.com/office/drawing/2014/main" id="{53317ADE-8E7A-9A55-67EF-E230967DBAD0}"/>
              </a:ext>
            </a:extLst>
          </p:cNvPr>
          <p:cNvSpPr>
            <a:spLocks noGrp="1"/>
          </p:cNvSpPr>
          <p:nvPr>
            <p:ph type="body" sz="quarter" idx="13" hasCustomPrompt="1"/>
          </p:nvPr>
        </p:nvSpPr>
        <p:spPr>
          <a:xfrm>
            <a:off x="786250" y="2821683"/>
            <a:ext cx="2247677" cy="303902"/>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2" name="Text Placeholder 10">
            <a:extLst>
              <a:ext uri="{FF2B5EF4-FFF2-40B4-BE49-F238E27FC236}">
                <a16:creationId xmlns:a16="http://schemas.microsoft.com/office/drawing/2014/main" id="{2A34B426-E809-4ED0-A198-416CB4F8F19A}"/>
              </a:ext>
            </a:extLst>
          </p:cNvPr>
          <p:cNvSpPr>
            <a:spLocks noGrp="1"/>
          </p:cNvSpPr>
          <p:nvPr>
            <p:ph type="body" sz="quarter" idx="14" hasCustomPrompt="1"/>
          </p:nvPr>
        </p:nvSpPr>
        <p:spPr>
          <a:xfrm>
            <a:off x="786250"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5" name="Picture Placeholder 41">
            <a:extLst>
              <a:ext uri="{FF2B5EF4-FFF2-40B4-BE49-F238E27FC236}">
                <a16:creationId xmlns:a16="http://schemas.microsoft.com/office/drawing/2014/main" id="{F2D47287-A360-5247-3A4C-D2EBC85C0801}"/>
              </a:ext>
            </a:extLst>
          </p:cNvPr>
          <p:cNvSpPr>
            <a:spLocks noGrp="1"/>
          </p:cNvSpPr>
          <p:nvPr>
            <p:ph type="pic" sz="quarter" idx="38"/>
          </p:nvPr>
        </p:nvSpPr>
        <p:spPr>
          <a:xfrm>
            <a:off x="388006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5" name="Text Placeholder 10">
            <a:extLst>
              <a:ext uri="{FF2B5EF4-FFF2-40B4-BE49-F238E27FC236}">
                <a16:creationId xmlns:a16="http://schemas.microsoft.com/office/drawing/2014/main" id="{B8C18248-16EA-AE15-EEED-226DEC78AED4}"/>
              </a:ext>
            </a:extLst>
          </p:cNvPr>
          <p:cNvSpPr>
            <a:spLocks noGrp="1"/>
          </p:cNvSpPr>
          <p:nvPr>
            <p:ph type="body" sz="quarter" idx="15" hasCustomPrompt="1"/>
          </p:nvPr>
        </p:nvSpPr>
        <p:spPr>
          <a:xfrm>
            <a:off x="3546046" y="2821683"/>
            <a:ext cx="2247677" cy="324316"/>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6" name="Text Placeholder 10">
            <a:extLst>
              <a:ext uri="{FF2B5EF4-FFF2-40B4-BE49-F238E27FC236}">
                <a16:creationId xmlns:a16="http://schemas.microsoft.com/office/drawing/2014/main" id="{97DB3B95-197F-E904-71FF-534A5F2E16FC}"/>
              </a:ext>
            </a:extLst>
          </p:cNvPr>
          <p:cNvSpPr>
            <a:spLocks noGrp="1"/>
          </p:cNvSpPr>
          <p:nvPr>
            <p:ph type="body" sz="quarter" idx="16" hasCustomPrompt="1"/>
          </p:nvPr>
        </p:nvSpPr>
        <p:spPr>
          <a:xfrm>
            <a:off x="3546046"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7" name="Picture Placeholder 41">
            <a:extLst>
              <a:ext uri="{FF2B5EF4-FFF2-40B4-BE49-F238E27FC236}">
                <a16:creationId xmlns:a16="http://schemas.microsoft.com/office/drawing/2014/main" id="{79A65319-C1FA-1057-F704-BE0BD100B67E}"/>
              </a:ext>
            </a:extLst>
          </p:cNvPr>
          <p:cNvSpPr>
            <a:spLocks noGrp="1"/>
          </p:cNvSpPr>
          <p:nvPr>
            <p:ph type="pic" sz="quarter" idx="40"/>
          </p:nvPr>
        </p:nvSpPr>
        <p:spPr>
          <a:xfrm>
            <a:off x="6630350"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28" name="Text Placeholder 10">
            <a:extLst>
              <a:ext uri="{FF2B5EF4-FFF2-40B4-BE49-F238E27FC236}">
                <a16:creationId xmlns:a16="http://schemas.microsoft.com/office/drawing/2014/main" id="{207AC997-A744-542F-9239-D95FEF4CFDF5}"/>
              </a:ext>
            </a:extLst>
          </p:cNvPr>
          <p:cNvSpPr>
            <a:spLocks noGrp="1"/>
          </p:cNvSpPr>
          <p:nvPr>
            <p:ph type="body" sz="quarter" idx="17" hasCustomPrompt="1"/>
          </p:nvPr>
        </p:nvSpPr>
        <p:spPr>
          <a:xfrm>
            <a:off x="6302143"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29" name="Text Placeholder 10">
            <a:extLst>
              <a:ext uri="{FF2B5EF4-FFF2-40B4-BE49-F238E27FC236}">
                <a16:creationId xmlns:a16="http://schemas.microsoft.com/office/drawing/2014/main" id="{AD455023-F166-D2A4-2739-8D4752BD91F9}"/>
              </a:ext>
            </a:extLst>
          </p:cNvPr>
          <p:cNvSpPr>
            <a:spLocks noGrp="1"/>
          </p:cNvSpPr>
          <p:nvPr>
            <p:ph type="body" sz="quarter" idx="18" hasCustomPrompt="1"/>
          </p:nvPr>
        </p:nvSpPr>
        <p:spPr>
          <a:xfrm>
            <a:off x="6302143"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9" name="Picture Placeholder 41">
            <a:extLst>
              <a:ext uri="{FF2B5EF4-FFF2-40B4-BE49-F238E27FC236}">
                <a16:creationId xmlns:a16="http://schemas.microsoft.com/office/drawing/2014/main" id="{91FA03A9-1704-37FA-E0B1-D0C8A44B28FF}"/>
              </a:ext>
            </a:extLst>
          </p:cNvPr>
          <p:cNvSpPr>
            <a:spLocks noGrp="1"/>
          </p:cNvSpPr>
          <p:nvPr>
            <p:ph type="pic" sz="quarter" idx="42"/>
          </p:nvPr>
        </p:nvSpPr>
        <p:spPr>
          <a:xfrm>
            <a:off x="9408992" y="1507302"/>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1" name="Text Placeholder 10">
            <a:extLst>
              <a:ext uri="{FF2B5EF4-FFF2-40B4-BE49-F238E27FC236}">
                <a16:creationId xmlns:a16="http://schemas.microsoft.com/office/drawing/2014/main" id="{F0EFFD53-7F68-DEC7-1920-94996236FCEC}"/>
              </a:ext>
            </a:extLst>
          </p:cNvPr>
          <p:cNvSpPr>
            <a:spLocks noGrp="1"/>
          </p:cNvSpPr>
          <p:nvPr>
            <p:ph type="body" sz="quarter" idx="19" hasCustomPrompt="1"/>
          </p:nvPr>
        </p:nvSpPr>
        <p:spPr>
          <a:xfrm>
            <a:off x="9071564" y="2821682"/>
            <a:ext cx="2247677" cy="324317"/>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2" name="Text Placeholder 10">
            <a:extLst>
              <a:ext uri="{FF2B5EF4-FFF2-40B4-BE49-F238E27FC236}">
                <a16:creationId xmlns:a16="http://schemas.microsoft.com/office/drawing/2014/main" id="{EA376381-8546-ADC4-D808-0CD165329359}"/>
              </a:ext>
            </a:extLst>
          </p:cNvPr>
          <p:cNvSpPr>
            <a:spLocks noGrp="1"/>
          </p:cNvSpPr>
          <p:nvPr>
            <p:ph type="body" sz="quarter" idx="20" hasCustomPrompt="1"/>
          </p:nvPr>
        </p:nvSpPr>
        <p:spPr>
          <a:xfrm>
            <a:off x="9071564" y="3207996"/>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4" name="Picture Placeholder 41">
            <a:extLst>
              <a:ext uri="{FF2B5EF4-FFF2-40B4-BE49-F238E27FC236}">
                <a16:creationId xmlns:a16="http://schemas.microsoft.com/office/drawing/2014/main" id="{2DE9B4F5-8AFE-0752-D916-7B972BC16BF2}"/>
              </a:ext>
            </a:extLst>
          </p:cNvPr>
          <p:cNvSpPr>
            <a:spLocks noGrp="1"/>
          </p:cNvSpPr>
          <p:nvPr>
            <p:ph type="pic" sz="quarter" idx="37"/>
          </p:nvPr>
        </p:nvSpPr>
        <p:spPr>
          <a:xfrm>
            <a:off x="1122685"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3" name="Text Placeholder 10">
            <a:extLst>
              <a:ext uri="{FF2B5EF4-FFF2-40B4-BE49-F238E27FC236}">
                <a16:creationId xmlns:a16="http://schemas.microsoft.com/office/drawing/2014/main" id="{EE9011A8-4BE2-E2F7-35A8-8E60AA234EF6}"/>
              </a:ext>
            </a:extLst>
          </p:cNvPr>
          <p:cNvSpPr>
            <a:spLocks noGrp="1"/>
          </p:cNvSpPr>
          <p:nvPr>
            <p:ph type="body" sz="quarter" idx="29" hasCustomPrompt="1"/>
          </p:nvPr>
        </p:nvSpPr>
        <p:spPr>
          <a:xfrm>
            <a:off x="786250"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4" name="Text Placeholder 10">
            <a:extLst>
              <a:ext uri="{FF2B5EF4-FFF2-40B4-BE49-F238E27FC236}">
                <a16:creationId xmlns:a16="http://schemas.microsoft.com/office/drawing/2014/main" id="{68343F8B-DB8E-D92C-B617-C0011158D313}"/>
              </a:ext>
            </a:extLst>
          </p:cNvPr>
          <p:cNvSpPr>
            <a:spLocks noGrp="1"/>
          </p:cNvSpPr>
          <p:nvPr>
            <p:ph type="body" sz="quarter" idx="30" hasCustomPrompt="1"/>
          </p:nvPr>
        </p:nvSpPr>
        <p:spPr>
          <a:xfrm>
            <a:off x="786250"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6" name="Picture Placeholder 41">
            <a:extLst>
              <a:ext uri="{FF2B5EF4-FFF2-40B4-BE49-F238E27FC236}">
                <a16:creationId xmlns:a16="http://schemas.microsoft.com/office/drawing/2014/main" id="{D0EFCB7D-1884-7ADB-DFBC-231C4A5C6AA1}"/>
              </a:ext>
            </a:extLst>
          </p:cNvPr>
          <p:cNvSpPr>
            <a:spLocks noGrp="1"/>
          </p:cNvSpPr>
          <p:nvPr>
            <p:ph type="pic" sz="quarter" idx="39"/>
          </p:nvPr>
        </p:nvSpPr>
        <p:spPr>
          <a:xfrm>
            <a:off x="388006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7" name="Text Placeholder 10">
            <a:extLst>
              <a:ext uri="{FF2B5EF4-FFF2-40B4-BE49-F238E27FC236}">
                <a16:creationId xmlns:a16="http://schemas.microsoft.com/office/drawing/2014/main" id="{6DD3846D-1A52-95BF-02DF-FF9FE5CAA028}"/>
              </a:ext>
            </a:extLst>
          </p:cNvPr>
          <p:cNvSpPr>
            <a:spLocks noGrp="1"/>
          </p:cNvSpPr>
          <p:nvPr>
            <p:ph type="body" sz="quarter" idx="31" hasCustomPrompt="1"/>
          </p:nvPr>
        </p:nvSpPr>
        <p:spPr>
          <a:xfrm>
            <a:off x="354604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38" name="Text Placeholder 10">
            <a:extLst>
              <a:ext uri="{FF2B5EF4-FFF2-40B4-BE49-F238E27FC236}">
                <a16:creationId xmlns:a16="http://schemas.microsoft.com/office/drawing/2014/main" id="{F35CEF85-84C8-FFB9-3F11-9A5639AE535F}"/>
              </a:ext>
            </a:extLst>
          </p:cNvPr>
          <p:cNvSpPr>
            <a:spLocks noGrp="1"/>
          </p:cNvSpPr>
          <p:nvPr>
            <p:ph type="body" sz="quarter" idx="32" hasCustomPrompt="1"/>
          </p:nvPr>
        </p:nvSpPr>
        <p:spPr>
          <a:xfrm>
            <a:off x="3546046"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58" name="Picture Placeholder 41">
            <a:extLst>
              <a:ext uri="{FF2B5EF4-FFF2-40B4-BE49-F238E27FC236}">
                <a16:creationId xmlns:a16="http://schemas.microsoft.com/office/drawing/2014/main" id="{D37D354A-5131-5166-AE21-79251871FDA3}"/>
              </a:ext>
            </a:extLst>
          </p:cNvPr>
          <p:cNvSpPr>
            <a:spLocks noGrp="1"/>
          </p:cNvSpPr>
          <p:nvPr>
            <p:ph type="pic" sz="quarter" idx="41"/>
          </p:nvPr>
        </p:nvSpPr>
        <p:spPr>
          <a:xfrm>
            <a:off x="6630350"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39" name="Text Placeholder 10">
            <a:extLst>
              <a:ext uri="{FF2B5EF4-FFF2-40B4-BE49-F238E27FC236}">
                <a16:creationId xmlns:a16="http://schemas.microsoft.com/office/drawing/2014/main" id="{738A4258-E048-B6E6-0C68-4DE21B73CC5B}"/>
              </a:ext>
            </a:extLst>
          </p:cNvPr>
          <p:cNvSpPr>
            <a:spLocks noGrp="1"/>
          </p:cNvSpPr>
          <p:nvPr>
            <p:ph type="body" sz="quarter" idx="33" hasCustomPrompt="1"/>
          </p:nvPr>
        </p:nvSpPr>
        <p:spPr>
          <a:xfrm>
            <a:off x="6302143"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0" name="Text Placeholder 10">
            <a:extLst>
              <a:ext uri="{FF2B5EF4-FFF2-40B4-BE49-F238E27FC236}">
                <a16:creationId xmlns:a16="http://schemas.microsoft.com/office/drawing/2014/main" id="{C980A1D8-EBC5-B850-8426-B654F7681D65}"/>
              </a:ext>
            </a:extLst>
          </p:cNvPr>
          <p:cNvSpPr>
            <a:spLocks noGrp="1"/>
          </p:cNvSpPr>
          <p:nvPr>
            <p:ph type="body" sz="quarter" idx="34" hasCustomPrompt="1"/>
          </p:nvPr>
        </p:nvSpPr>
        <p:spPr>
          <a:xfrm>
            <a:off x="6302143"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60" name="Picture Placeholder 41">
            <a:extLst>
              <a:ext uri="{FF2B5EF4-FFF2-40B4-BE49-F238E27FC236}">
                <a16:creationId xmlns:a16="http://schemas.microsoft.com/office/drawing/2014/main" id="{8051CAAE-7027-2D90-0D8F-EB402B1A5BBA}"/>
              </a:ext>
            </a:extLst>
          </p:cNvPr>
          <p:cNvSpPr>
            <a:spLocks noGrp="1"/>
          </p:cNvSpPr>
          <p:nvPr>
            <p:ph type="pic" sz="quarter" idx="43"/>
          </p:nvPr>
        </p:nvSpPr>
        <p:spPr>
          <a:xfrm>
            <a:off x="9408992" y="3918661"/>
            <a:ext cx="1574806" cy="1231603"/>
          </a:xfrm>
          <a:prstGeom prst="roundRect">
            <a:avLst>
              <a:gd name="adj" fmla="val 5156"/>
            </a:avLst>
          </a:prstGeom>
        </p:spPr>
        <p:txBody>
          <a:bodyPr wrap="square">
            <a:noAutofit/>
          </a:bodyPr>
          <a:lstStyle>
            <a:lvl1pPr marL="0" indent="0" algn="ctr">
              <a:buFontTx/>
              <a:buNone/>
              <a:defRPr sz="1600">
                <a:solidFill>
                  <a:schemeClr val="bg1"/>
                </a:solidFill>
              </a:defRPr>
            </a:lvl1pPr>
          </a:lstStyle>
          <a:p>
            <a:endParaRPr lang="zh-CN" altLang="en-US"/>
          </a:p>
        </p:txBody>
      </p:sp>
      <p:sp>
        <p:nvSpPr>
          <p:cNvPr id="61" name="Text Placeholder 10">
            <a:extLst>
              <a:ext uri="{FF2B5EF4-FFF2-40B4-BE49-F238E27FC236}">
                <a16:creationId xmlns:a16="http://schemas.microsoft.com/office/drawing/2014/main" id="{FA993FCF-BAF4-B832-B335-5FDAEB1FBE85}"/>
              </a:ext>
            </a:extLst>
          </p:cNvPr>
          <p:cNvSpPr>
            <a:spLocks noGrp="1"/>
          </p:cNvSpPr>
          <p:nvPr>
            <p:ph type="body" sz="quarter" idx="44" hasCustomPrompt="1"/>
          </p:nvPr>
        </p:nvSpPr>
        <p:spPr>
          <a:xfrm>
            <a:off x="9073696" y="5224627"/>
            <a:ext cx="2247677" cy="303903"/>
          </a:xfrm>
        </p:spPr>
        <p:txBody>
          <a:bodyPr anchor="t">
            <a:noAutofit/>
          </a:bodyPr>
          <a:lstStyle>
            <a:lvl1pPr marL="0" indent="0" algn="ctr">
              <a:lnSpc>
                <a:spcPct val="100000"/>
              </a:lnSpc>
              <a:buNone/>
              <a:defRPr sz="1800" b="0" i="0">
                <a:solidFill>
                  <a:schemeClr val="bg1"/>
                </a:solidFill>
                <a:latin typeface="Franklin Gothic Medium" panose="020B0603020102020204" pitchFamily="34" charset="0"/>
              </a:defRPr>
            </a:lvl1pPr>
            <a:lvl2pPr algn="ctr">
              <a:lnSpc>
                <a:spcPct val="100000"/>
              </a:lnSpc>
              <a:defRPr sz="1800" b="1">
                <a:latin typeface="+mj-lt"/>
              </a:defRPr>
            </a:lvl2pPr>
            <a:lvl3pPr algn="ctr">
              <a:lnSpc>
                <a:spcPct val="100000"/>
              </a:lnSpc>
              <a:defRPr sz="1800" b="1">
                <a:latin typeface="+mj-lt"/>
              </a:defRPr>
            </a:lvl3pPr>
            <a:lvl4pPr algn="ctr">
              <a:lnSpc>
                <a:spcPct val="100000"/>
              </a:lnSpc>
              <a:defRPr sz="1800" b="1">
                <a:latin typeface="+mj-lt"/>
              </a:defRPr>
            </a:lvl4pPr>
            <a:lvl5pPr algn="ctr">
              <a:lnSpc>
                <a:spcPct val="100000"/>
              </a:lnSpc>
              <a:defRPr sz="1800" b="1">
                <a:latin typeface="+mj-lt"/>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First and Last Name</a:t>
            </a:r>
          </a:p>
        </p:txBody>
      </p:sp>
      <p:sp>
        <p:nvSpPr>
          <p:cNvPr id="41" name="Text Placeholder 10">
            <a:extLst>
              <a:ext uri="{FF2B5EF4-FFF2-40B4-BE49-F238E27FC236}">
                <a16:creationId xmlns:a16="http://schemas.microsoft.com/office/drawing/2014/main" id="{CEF2909F-A972-5D27-9592-60FE7D51A2D3}"/>
              </a:ext>
            </a:extLst>
          </p:cNvPr>
          <p:cNvSpPr>
            <a:spLocks noGrp="1"/>
          </p:cNvSpPr>
          <p:nvPr>
            <p:ph type="body" sz="quarter" idx="36" hasCustomPrompt="1"/>
          </p:nvPr>
        </p:nvSpPr>
        <p:spPr>
          <a:xfrm>
            <a:off x="9071564" y="5610941"/>
            <a:ext cx="2247676" cy="365760"/>
          </a:xfrm>
        </p:spPr>
        <p:txBody>
          <a:bodyPr anchor="t">
            <a:noAutofit/>
          </a:bodyPr>
          <a:lstStyle>
            <a:lvl1pPr marL="0" indent="0" algn="ctr">
              <a:lnSpc>
                <a:spcPct val="120000"/>
              </a:lnSpc>
              <a:spcBef>
                <a:spcPts val="0"/>
              </a:spcBef>
              <a:buNone/>
              <a:defRPr sz="1800" b="0" i="0">
                <a:solidFill>
                  <a:schemeClr val="bg1"/>
                </a:solidFill>
                <a:latin typeface="Franklin Gothic Book" panose="020B0503020102020204" pitchFamily="34" charset="0"/>
              </a:defRPr>
            </a:lvl1pPr>
            <a:lvl2pPr marL="0" algn="ctr">
              <a:lnSpc>
                <a:spcPct val="120000"/>
              </a:lnSpc>
              <a:spcBef>
                <a:spcPts val="0"/>
              </a:spcBef>
              <a:defRPr sz="1400" b="0">
                <a:latin typeface="+mn-lt"/>
              </a:defRPr>
            </a:lvl2pPr>
            <a:lvl3pPr marL="0" algn="ctr">
              <a:lnSpc>
                <a:spcPct val="120000"/>
              </a:lnSpc>
              <a:spcBef>
                <a:spcPts val="0"/>
              </a:spcBef>
              <a:defRPr sz="1400" b="0">
                <a:latin typeface="+mn-lt"/>
              </a:defRPr>
            </a:lvl3pPr>
            <a:lvl4pPr marL="0" algn="ctr">
              <a:lnSpc>
                <a:spcPct val="120000"/>
              </a:lnSpc>
              <a:spcBef>
                <a:spcPts val="0"/>
              </a:spcBef>
              <a:defRPr sz="1400" b="0">
                <a:latin typeface="+mn-lt"/>
              </a:defRPr>
            </a:lvl4pPr>
            <a:lvl5pPr marL="0" algn="ctr">
              <a:lnSpc>
                <a:spcPct val="120000"/>
              </a:lnSpc>
              <a:spcBef>
                <a:spcPts val="0"/>
              </a:spcBef>
              <a:defRPr sz="1400" b="0">
                <a:latin typeface="+mn-lt"/>
              </a:defRPr>
            </a:lvl5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Title</a:t>
            </a:r>
          </a:p>
        </p:txBody>
      </p:sp>
      <p:sp>
        <p:nvSpPr>
          <p:cNvPr id="2" name="Slide Number Placeholder 16">
            <a:extLst>
              <a:ext uri="{FF2B5EF4-FFF2-40B4-BE49-F238E27FC236}">
                <a16:creationId xmlns:a16="http://schemas.microsoft.com/office/drawing/2014/main" id="{6D5FEADF-5CAB-0F5C-8777-6340F3AD3D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6D01297-6C53-234B-9B24-260CF3DCAED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81D8B82A-9E62-A69B-31E1-73B298FE0C5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582798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esenter 4 - gold bar">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2645F74F-7571-5679-F9FD-928D799F3C7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152C49E4-E022-EDD4-07EB-7B3DBE68AC2E}"/>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F891B4C5-17CC-0DE6-86C1-CF19C1608D0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FB4ADE-2713-0847-BAD0-E9FAD669E8C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5980924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resenter 4 - gray ba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8D3F467-544E-2E70-8EDA-0BCBB35718C8}"/>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4" name="Picture Placeholder 41">
            <a:extLst>
              <a:ext uri="{FF2B5EF4-FFF2-40B4-BE49-F238E27FC236}">
                <a16:creationId xmlns:a16="http://schemas.microsoft.com/office/drawing/2014/main" id="{0CE2110E-138D-6117-53A1-972B90A3D83E}"/>
              </a:ext>
            </a:extLst>
          </p:cNvPr>
          <p:cNvSpPr>
            <a:spLocks noGrp="1"/>
          </p:cNvSpPr>
          <p:nvPr>
            <p:ph type="pic" sz="quarter" idx="25"/>
          </p:nvPr>
        </p:nvSpPr>
        <p:spPr>
          <a:xfrm>
            <a:off x="731520" y="1428062"/>
            <a:ext cx="1574806" cy="1871374"/>
          </a:xfrm>
          <a:prstGeom prst="roundRect">
            <a:avLst>
              <a:gd name="adj" fmla="val 3614"/>
            </a:avLst>
          </a:prstGeom>
        </p:spPr>
        <p:txBody>
          <a:bodyPr wrap="square" anchor="ctr">
            <a:noAutofit/>
          </a:bodyPr>
          <a:lstStyle>
            <a:lvl1pPr marL="0" indent="0" algn="ctr">
              <a:buFontTx/>
              <a:buNone/>
              <a:defRPr sz="1600" b="0" i="0">
                <a:solidFill>
                  <a:srgbClr val="636466"/>
                </a:solidFill>
                <a:latin typeface="Franklin Gothic Book" panose="020B0503020102020204" pitchFamily="34" charset="0"/>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396741"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396741"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1" name="Picture Placeholder 41">
            <a:extLst>
              <a:ext uri="{FF2B5EF4-FFF2-40B4-BE49-F238E27FC236}">
                <a16:creationId xmlns:a16="http://schemas.microsoft.com/office/drawing/2014/main" id="{024F3288-35EC-35B8-01CE-C7722F459D40}"/>
              </a:ext>
            </a:extLst>
          </p:cNvPr>
          <p:cNvSpPr>
            <a:spLocks noGrp="1"/>
          </p:cNvSpPr>
          <p:nvPr>
            <p:ph type="pic" sz="quarter" idx="30"/>
          </p:nvPr>
        </p:nvSpPr>
        <p:spPr>
          <a:xfrm>
            <a:off x="6370014" y="1428062"/>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1" name="Text Placeholder 34">
            <a:extLst>
              <a:ext uri="{FF2B5EF4-FFF2-40B4-BE49-F238E27FC236}">
                <a16:creationId xmlns:a16="http://schemas.microsoft.com/office/drawing/2014/main" id="{DAE5387E-E991-D229-6007-B16B5792AC06}"/>
              </a:ext>
            </a:extLst>
          </p:cNvPr>
          <p:cNvSpPr>
            <a:spLocks noGrp="1"/>
          </p:cNvSpPr>
          <p:nvPr>
            <p:ph type="body" sz="quarter" idx="20" hasCustomPrompt="1"/>
          </p:nvPr>
        </p:nvSpPr>
        <p:spPr>
          <a:xfrm>
            <a:off x="8040222" y="1946886"/>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2" name="Text Placeholder 34">
            <a:extLst>
              <a:ext uri="{FF2B5EF4-FFF2-40B4-BE49-F238E27FC236}">
                <a16:creationId xmlns:a16="http://schemas.microsoft.com/office/drawing/2014/main" id="{955E2E8E-B4DC-7E76-8609-B8FB70E4B53E}"/>
              </a:ext>
            </a:extLst>
          </p:cNvPr>
          <p:cNvSpPr>
            <a:spLocks noGrp="1"/>
          </p:cNvSpPr>
          <p:nvPr>
            <p:ph type="body" sz="quarter" idx="21" hasCustomPrompt="1"/>
          </p:nvPr>
        </p:nvSpPr>
        <p:spPr>
          <a:xfrm>
            <a:off x="8040222" y="2308836"/>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6" name="Picture Placeholder 41">
            <a:extLst>
              <a:ext uri="{FF2B5EF4-FFF2-40B4-BE49-F238E27FC236}">
                <a16:creationId xmlns:a16="http://schemas.microsoft.com/office/drawing/2014/main" id="{329FFDB3-CFE6-9799-623C-2E3A0F4F576F}"/>
              </a:ext>
            </a:extLst>
          </p:cNvPr>
          <p:cNvSpPr>
            <a:spLocks noGrp="1"/>
          </p:cNvSpPr>
          <p:nvPr>
            <p:ph type="pic" sz="quarter" idx="29"/>
          </p:nvPr>
        </p:nvSpPr>
        <p:spPr>
          <a:xfrm>
            <a:off x="731520"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8" name="Text Placeholder 34">
            <a:extLst>
              <a:ext uri="{FF2B5EF4-FFF2-40B4-BE49-F238E27FC236}">
                <a16:creationId xmlns:a16="http://schemas.microsoft.com/office/drawing/2014/main" id="{962A4293-8440-1366-FAE5-67A0052CD8F3}"/>
              </a:ext>
            </a:extLst>
          </p:cNvPr>
          <p:cNvSpPr>
            <a:spLocks noGrp="1"/>
          </p:cNvSpPr>
          <p:nvPr>
            <p:ph type="body" sz="quarter" idx="17" hasCustomPrompt="1"/>
          </p:nvPr>
        </p:nvSpPr>
        <p:spPr>
          <a:xfrm>
            <a:off x="2396741"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39" name="Text Placeholder 34">
            <a:extLst>
              <a:ext uri="{FF2B5EF4-FFF2-40B4-BE49-F238E27FC236}">
                <a16:creationId xmlns:a16="http://schemas.microsoft.com/office/drawing/2014/main" id="{0F982E16-BA70-DF17-B7C6-01AF01C7A465}"/>
              </a:ext>
            </a:extLst>
          </p:cNvPr>
          <p:cNvSpPr>
            <a:spLocks noGrp="1"/>
          </p:cNvSpPr>
          <p:nvPr>
            <p:ph type="body" sz="quarter" idx="18" hasCustomPrompt="1"/>
          </p:nvPr>
        </p:nvSpPr>
        <p:spPr>
          <a:xfrm>
            <a:off x="2396741"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sp>
        <p:nvSpPr>
          <p:cNvPr id="12" name="Picture Placeholder 41">
            <a:extLst>
              <a:ext uri="{FF2B5EF4-FFF2-40B4-BE49-F238E27FC236}">
                <a16:creationId xmlns:a16="http://schemas.microsoft.com/office/drawing/2014/main" id="{82F5E343-7307-4DDE-D776-7F6D164E98BE}"/>
              </a:ext>
            </a:extLst>
          </p:cNvPr>
          <p:cNvSpPr>
            <a:spLocks noGrp="1"/>
          </p:cNvSpPr>
          <p:nvPr>
            <p:ph type="pic" sz="quarter" idx="31"/>
          </p:nvPr>
        </p:nvSpPr>
        <p:spPr>
          <a:xfrm>
            <a:off x="6370014" y="3429608"/>
            <a:ext cx="1574806" cy="1871374"/>
          </a:xfrm>
          <a:prstGeom prst="roundRect">
            <a:avLst>
              <a:gd name="adj" fmla="val 3614"/>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44" name="Text Placeholder 34">
            <a:extLst>
              <a:ext uri="{FF2B5EF4-FFF2-40B4-BE49-F238E27FC236}">
                <a16:creationId xmlns:a16="http://schemas.microsoft.com/office/drawing/2014/main" id="{EC049B94-9251-6FD7-931D-CFD25CB25B3C}"/>
              </a:ext>
            </a:extLst>
          </p:cNvPr>
          <p:cNvSpPr>
            <a:spLocks noGrp="1"/>
          </p:cNvSpPr>
          <p:nvPr>
            <p:ph type="body" sz="quarter" idx="23" hasCustomPrompt="1"/>
          </p:nvPr>
        </p:nvSpPr>
        <p:spPr>
          <a:xfrm>
            <a:off x="8040222" y="3954192"/>
            <a:ext cx="3389778" cy="377825"/>
          </a:xfrm>
        </p:spPr>
        <p:txBody>
          <a:bodyPr>
            <a:noAutofit/>
          </a:bodyPr>
          <a:lstStyle>
            <a:lvl1pPr marL="0" indent="0">
              <a:buNone/>
              <a:defRPr sz="2000" b="0" i="0">
                <a:solidFill>
                  <a:schemeClr val="accent2"/>
                </a:solidFill>
                <a:latin typeface="Franklin Gothic Medium" panose="020B0603020102020204" pitchFamily="34" charset="0"/>
              </a:defRPr>
            </a:lvl1pPr>
          </a:lstStyle>
          <a:p>
            <a:pPr lvl="0"/>
            <a:r>
              <a:rPr lang="en-US" dirty="0"/>
              <a:t>Presenter Name</a:t>
            </a:r>
          </a:p>
        </p:txBody>
      </p:sp>
      <p:sp>
        <p:nvSpPr>
          <p:cNvPr id="45" name="Text Placeholder 34">
            <a:extLst>
              <a:ext uri="{FF2B5EF4-FFF2-40B4-BE49-F238E27FC236}">
                <a16:creationId xmlns:a16="http://schemas.microsoft.com/office/drawing/2014/main" id="{11021999-DA35-4709-F5DC-C453397BB946}"/>
              </a:ext>
            </a:extLst>
          </p:cNvPr>
          <p:cNvSpPr>
            <a:spLocks noGrp="1"/>
          </p:cNvSpPr>
          <p:nvPr>
            <p:ph type="body" sz="quarter" idx="24" hasCustomPrompt="1"/>
          </p:nvPr>
        </p:nvSpPr>
        <p:spPr>
          <a:xfrm>
            <a:off x="8040222" y="4316142"/>
            <a:ext cx="3389778" cy="377825"/>
          </a:xfrm>
        </p:spPr>
        <p:txBody>
          <a:bodyPr>
            <a:noAutofit/>
          </a:bodyPr>
          <a:lstStyle>
            <a:lvl1pPr marL="0" indent="0">
              <a:buNone/>
              <a:defRPr sz="1800" b="0">
                <a:solidFill>
                  <a:srgbClr val="636466"/>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33484631-BF3C-1382-44F2-21B8F248203F}"/>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2" name="Slide Number Placeholder 16">
            <a:extLst>
              <a:ext uri="{FF2B5EF4-FFF2-40B4-BE49-F238E27FC236}">
                <a16:creationId xmlns:a16="http://schemas.microsoft.com/office/drawing/2014/main" id="{E079D78F-15E2-4E98-1D16-6E87A6F2E17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8639673-D02C-E84A-A858-7F6237DF675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4911663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resenter 6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7A23247-E72C-BE09-908F-9F4BDA3661E4}"/>
              </a:ext>
              <a:ext uri="{C183D7F6-B498-43B3-948B-1728B52AA6E4}">
                <adec:decorative xmlns:adec="http://schemas.microsoft.com/office/drawing/2017/decorative" val="1"/>
              </a:ext>
            </a:extLst>
          </p:cNvPr>
          <p:cNvSpPr/>
          <p:nvPr userDrawn="1"/>
        </p:nvSpPr>
        <p:spPr>
          <a:xfrm>
            <a:off x="-8828" y="5555380"/>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spc="0" baseline="0">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a:t>Presenter.name@cpcc.edu</a:t>
            </a:r>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5" name="Picture 4" descr="Central Piedmont Community College logo icon">
            <a:extLst>
              <a:ext uri="{FF2B5EF4-FFF2-40B4-BE49-F238E27FC236}">
                <a16:creationId xmlns:a16="http://schemas.microsoft.com/office/drawing/2014/main" id="{1B82272A-AE9D-CEDB-C009-E0A5CAC2CE6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2" name="Slide Number Placeholder 16">
            <a:extLst>
              <a:ext uri="{FF2B5EF4-FFF2-40B4-BE49-F238E27FC236}">
                <a16:creationId xmlns:a16="http://schemas.microsoft.com/office/drawing/2014/main" id="{EB7D39A7-D400-780E-8104-242B1F9806E6}"/>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33F7FE5-72D8-D347-B297-FAE3A480F71D}"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433557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esenter 6 - gray bar">
    <p:bg>
      <p:bgPr>
        <a:solidFill>
          <a:schemeClr val="bg1"/>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1669DD5-4C33-0532-975D-4089232DE48E}"/>
              </a:ext>
              <a:ext uri="{C183D7F6-B498-43B3-948B-1728B52AA6E4}">
                <adec:decorative xmlns:adec="http://schemas.microsoft.com/office/drawing/2017/decorative" val="1"/>
              </a:ext>
            </a:extLst>
          </p:cNvPr>
          <p:cNvSpPr/>
          <p:nvPr userDrawn="1"/>
        </p:nvSpPr>
        <p:spPr>
          <a:xfrm>
            <a:off x="0" y="5555380"/>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p>
            <a:r>
              <a:rPr lang="en-US"/>
              <a:t>Click to edit title</a:t>
            </a:r>
          </a:p>
        </p:txBody>
      </p:sp>
      <p:sp>
        <p:nvSpPr>
          <p:cNvPr id="30" name="Picture Placeholder 41">
            <a:extLst>
              <a:ext uri="{FF2B5EF4-FFF2-40B4-BE49-F238E27FC236}">
                <a16:creationId xmlns:a16="http://schemas.microsoft.com/office/drawing/2014/main" id="{843837B0-E49F-99CC-94AA-322FB169D3D4}"/>
              </a:ext>
            </a:extLst>
          </p:cNvPr>
          <p:cNvSpPr>
            <a:spLocks noGrp="1"/>
          </p:cNvSpPr>
          <p:nvPr>
            <p:ph type="pic" sz="quarter" idx="25"/>
          </p:nvPr>
        </p:nvSpPr>
        <p:spPr>
          <a:xfrm>
            <a:off x="731520"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35" name="Text Placeholder 34">
            <a:extLst>
              <a:ext uri="{FF2B5EF4-FFF2-40B4-BE49-F238E27FC236}">
                <a16:creationId xmlns:a16="http://schemas.microsoft.com/office/drawing/2014/main" id="{18163CBB-7F90-7838-97CF-ABEB275D3441}"/>
              </a:ext>
            </a:extLst>
          </p:cNvPr>
          <p:cNvSpPr>
            <a:spLocks noGrp="1"/>
          </p:cNvSpPr>
          <p:nvPr>
            <p:ph type="body" sz="quarter" idx="14" hasCustomPrompt="1"/>
          </p:nvPr>
        </p:nvSpPr>
        <p:spPr>
          <a:xfrm>
            <a:off x="2260553" y="1475933"/>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36" name="Text Placeholder 34">
            <a:extLst>
              <a:ext uri="{FF2B5EF4-FFF2-40B4-BE49-F238E27FC236}">
                <a16:creationId xmlns:a16="http://schemas.microsoft.com/office/drawing/2014/main" id="{21DEB068-B037-5309-9BDC-0308AF2D7C5D}"/>
              </a:ext>
            </a:extLst>
          </p:cNvPr>
          <p:cNvSpPr>
            <a:spLocks noGrp="1"/>
          </p:cNvSpPr>
          <p:nvPr>
            <p:ph type="body" sz="quarter" idx="15" hasCustomPrompt="1"/>
          </p:nvPr>
        </p:nvSpPr>
        <p:spPr>
          <a:xfrm>
            <a:off x="2260553" y="1837883"/>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3" name="Picture Placeholder 41">
            <a:extLst>
              <a:ext uri="{FF2B5EF4-FFF2-40B4-BE49-F238E27FC236}">
                <a16:creationId xmlns:a16="http://schemas.microsoft.com/office/drawing/2014/main" id="{6C652810-9231-4986-2469-8661541E8AE8}"/>
              </a:ext>
            </a:extLst>
          </p:cNvPr>
          <p:cNvSpPr>
            <a:spLocks noGrp="1"/>
          </p:cNvSpPr>
          <p:nvPr>
            <p:ph type="pic" sz="quarter" idx="43"/>
          </p:nvPr>
        </p:nvSpPr>
        <p:spPr>
          <a:xfrm>
            <a:off x="6416749" y="1277174"/>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7" name="Text Placeholder 34">
            <a:extLst>
              <a:ext uri="{FF2B5EF4-FFF2-40B4-BE49-F238E27FC236}">
                <a16:creationId xmlns:a16="http://schemas.microsoft.com/office/drawing/2014/main" id="{2DFE7937-623D-47A2-3C8C-9C3C795641EC}"/>
              </a:ext>
            </a:extLst>
          </p:cNvPr>
          <p:cNvSpPr>
            <a:spLocks noGrp="1"/>
          </p:cNvSpPr>
          <p:nvPr>
            <p:ph type="body" sz="quarter" idx="32" hasCustomPrompt="1"/>
          </p:nvPr>
        </p:nvSpPr>
        <p:spPr>
          <a:xfrm>
            <a:off x="7949288" y="1475933"/>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0" name="Text Placeholder 34">
            <a:extLst>
              <a:ext uri="{FF2B5EF4-FFF2-40B4-BE49-F238E27FC236}">
                <a16:creationId xmlns:a16="http://schemas.microsoft.com/office/drawing/2014/main" id="{B59F641B-8238-8A92-5883-A71004D44952}"/>
              </a:ext>
            </a:extLst>
          </p:cNvPr>
          <p:cNvSpPr>
            <a:spLocks noGrp="1"/>
          </p:cNvSpPr>
          <p:nvPr>
            <p:ph type="body" sz="quarter" idx="33" hasCustomPrompt="1"/>
          </p:nvPr>
        </p:nvSpPr>
        <p:spPr>
          <a:xfrm>
            <a:off x="7949288" y="1837883"/>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1" name="Picture Placeholder 41">
            <a:extLst>
              <a:ext uri="{FF2B5EF4-FFF2-40B4-BE49-F238E27FC236}">
                <a16:creationId xmlns:a16="http://schemas.microsoft.com/office/drawing/2014/main" id="{BD9D552E-E743-29E1-9890-1523E5270273}"/>
              </a:ext>
            </a:extLst>
          </p:cNvPr>
          <p:cNvSpPr>
            <a:spLocks noGrp="1"/>
          </p:cNvSpPr>
          <p:nvPr>
            <p:ph type="pic" sz="quarter" idx="41"/>
          </p:nvPr>
        </p:nvSpPr>
        <p:spPr>
          <a:xfrm>
            <a:off x="731520"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1" name="Text Placeholder 34">
            <a:extLst>
              <a:ext uri="{FF2B5EF4-FFF2-40B4-BE49-F238E27FC236}">
                <a16:creationId xmlns:a16="http://schemas.microsoft.com/office/drawing/2014/main" id="{6C2BC698-1476-6E6D-FEDB-DB53A5F85A47}"/>
              </a:ext>
            </a:extLst>
          </p:cNvPr>
          <p:cNvSpPr>
            <a:spLocks noGrp="1"/>
          </p:cNvSpPr>
          <p:nvPr>
            <p:ph type="body" sz="quarter" idx="26" hasCustomPrompt="1"/>
          </p:nvPr>
        </p:nvSpPr>
        <p:spPr>
          <a:xfrm>
            <a:off x="2260553" y="2844222"/>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2" name="Text Placeholder 34">
            <a:extLst>
              <a:ext uri="{FF2B5EF4-FFF2-40B4-BE49-F238E27FC236}">
                <a16:creationId xmlns:a16="http://schemas.microsoft.com/office/drawing/2014/main" id="{910353C4-FA68-AB0C-27A3-8E8D205A87A2}"/>
              </a:ext>
            </a:extLst>
          </p:cNvPr>
          <p:cNvSpPr>
            <a:spLocks noGrp="1"/>
          </p:cNvSpPr>
          <p:nvPr>
            <p:ph type="body" sz="quarter" idx="27" hasCustomPrompt="1"/>
          </p:nvPr>
        </p:nvSpPr>
        <p:spPr>
          <a:xfrm>
            <a:off x="2260553" y="3206172"/>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4" name="Picture Placeholder 41">
            <a:extLst>
              <a:ext uri="{FF2B5EF4-FFF2-40B4-BE49-F238E27FC236}">
                <a16:creationId xmlns:a16="http://schemas.microsoft.com/office/drawing/2014/main" id="{FFEAC070-B898-DD55-0F1C-787E99A3F50C}"/>
              </a:ext>
            </a:extLst>
          </p:cNvPr>
          <p:cNvSpPr>
            <a:spLocks noGrp="1"/>
          </p:cNvSpPr>
          <p:nvPr>
            <p:ph type="pic" sz="quarter" idx="44"/>
          </p:nvPr>
        </p:nvSpPr>
        <p:spPr>
          <a:xfrm>
            <a:off x="6416749" y="2646216"/>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2" name="Text Placeholder 34">
            <a:extLst>
              <a:ext uri="{FF2B5EF4-FFF2-40B4-BE49-F238E27FC236}">
                <a16:creationId xmlns:a16="http://schemas.microsoft.com/office/drawing/2014/main" id="{874AB36A-9821-AD19-88A7-AC4A7286101C}"/>
              </a:ext>
            </a:extLst>
          </p:cNvPr>
          <p:cNvSpPr>
            <a:spLocks noGrp="1"/>
          </p:cNvSpPr>
          <p:nvPr>
            <p:ph type="body" sz="quarter" idx="35" hasCustomPrompt="1"/>
          </p:nvPr>
        </p:nvSpPr>
        <p:spPr>
          <a:xfrm>
            <a:off x="7949288" y="2844222"/>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3" name="Text Placeholder 34">
            <a:extLst>
              <a:ext uri="{FF2B5EF4-FFF2-40B4-BE49-F238E27FC236}">
                <a16:creationId xmlns:a16="http://schemas.microsoft.com/office/drawing/2014/main" id="{1605FFD7-972F-8AB1-249C-6797D1517088}"/>
              </a:ext>
            </a:extLst>
          </p:cNvPr>
          <p:cNvSpPr>
            <a:spLocks noGrp="1"/>
          </p:cNvSpPr>
          <p:nvPr>
            <p:ph type="body" sz="quarter" idx="36" hasCustomPrompt="1"/>
          </p:nvPr>
        </p:nvSpPr>
        <p:spPr>
          <a:xfrm>
            <a:off x="7949288" y="3206172"/>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2" name="Picture Placeholder 41">
            <a:extLst>
              <a:ext uri="{FF2B5EF4-FFF2-40B4-BE49-F238E27FC236}">
                <a16:creationId xmlns:a16="http://schemas.microsoft.com/office/drawing/2014/main" id="{EFAC9455-6E8F-34E2-72AF-F32D1DD03495}"/>
              </a:ext>
            </a:extLst>
          </p:cNvPr>
          <p:cNvSpPr>
            <a:spLocks noGrp="1"/>
          </p:cNvSpPr>
          <p:nvPr>
            <p:ph type="pic" sz="quarter" idx="42"/>
          </p:nvPr>
        </p:nvSpPr>
        <p:spPr>
          <a:xfrm>
            <a:off x="731520"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14" name="Text Placeholder 34">
            <a:extLst>
              <a:ext uri="{FF2B5EF4-FFF2-40B4-BE49-F238E27FC236}">
                <a16:creationId xmlns:a16="http://schemas.microsoft.com/office/drawing/2014/main" id="{8F196516-504E-3BA8-2FF3-CFD9B87F44C5}"/>
              </a:ext>
            </a:extLst>
          </p:cNvPr>
          <p:cNvSpPr>
            <a:spLocks noGrp="1"/>
          </p:cNvSpPr>
          <p:nvPr>
            <p:ph type="body" sz="quarter" idx="29" hasCustomPrompt="1"/>
          </p:nvPr>
        </p:nvSpPr>
        <p:spPr>
          <a:xfrm>
            <a:off x="2260553" y="4212510"/>
            <a:ext cx="3566160"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15" name="Text Placeholder 34">
            <a:extLst>
              <a:ext uri="{FF2B5EF4-FFF2-40B4-BE49-F238E27FC236}">
                <a16:creationId xmlns:a16="http://schemas.microsoft.com/office/drawing/2014/main" id="{EB37A9E6-ADD4-CD0F-3A45-2C134FF40744}"/>
              </a:ext>
            </a:extLst>
          </p:cNvPr>
          <p:cNvSpPr>
            <a:spLocks noGrp="1"/>
          </p:cNvSpPr>
          <p:nvPr>
            <p:ph type="body" sz="quarter" idx="30" hasCustomPrompt="1"/>
          </p:nvPr>
        </p:nvSpPr>
        <p:spPr>
          <a:xfrm>
            <a:off x="2260553" y="4574460"/>
            <a:ext cx="3566160"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sp>
        <p:nvSpPr>
          <p:cNvPr id="37" name="Picture Placeholder 41">
            <a:extLst>
              <a:ext uri="{FF2B5EF4-FFF2-40B4-BE49-F238E27FC236}">
                <a16:creationId xmlns:a16="http://schemas.microsoft.com/office/drawing/2014/main" id="{A92C5461-C07A-CE5D-2690-A9BA56F9579D}"/>
              </a:ext>
            </a:extLst>
          </p:cNvPr>
          <p:cNvSpPr>
            <a:spLocks noGrp="1"/>
          </p:cNvSpPr>
          <p:nvPr>
            <p:ph type="pic" sz="quarter" idx="45"/>
          </p:nvPr>
        </p:nvSpPr>
        <p:spPr>
          <a:xfrm>
            <a:off x="6416749" y="4008170"/>
            <a:ext cx="1470498" cy="1196945"/>
          </a:xfrm>
          <a:prstGeom prst="roundRect">
            <a:avLst>
              <a:gd name="adj" fmla="val 4823"/>
            </a:avLst>
          </a:prstGeom>
        </p:spPr>
        <p:txBody>
          <a:bodyPr wrap="square" anchor="ctr">
            <a:noAutofit/>
          </a:bodyPr>
          <a:lstStyle>
            <a:lvl1pPr marL="0" indent="0" algn="ctr">
              <a:buFontTx/>
              <a:buNone/>
              <a:defRPr sz="1600">
                <a:solidFill>
                  <a:srgbClr val="636466"/>
                </a:solidFill>
              </a:defRPr>
            </a:lvl1pPr>
          </a:lstStyle>
          <a:p>
            <a:endParaRPr lang="zh-CN" altLang="en-US"/>
          </a:p>
        </p:txBody>
      </p:sp>
      <p:sp>
        <p:nvSpPr>
          <p:cNvPr id="25" name="Text Placeholder 34">
            <a:extLst>
              <a:ext uri="{FF2B5EF4-FFF2-40B4-BE49-F238E27FC236}">
                <a16:creationId xmlns:a16="http://schemas.microsoft.com/office/drawing/2014/main" id="{53580D1E-52E7-E822-4E4C-BF5DDE5F0672}"/>
              </a:ext>
            </a:extLst>
          </p:cNvPr>
          <p:cNvSpPr>
            <a:spLocks noGrp="1"/>
          </p:cNvSpPr>
          <p:nvPr>
            <p:ph type="body" sz="quarter" idx="38" hasCustomPrompt="1"/>
          </p:nvPr>
        </p:nvSpPr>
        <p:spPr>
          <a:xfrm>
            <a:off x="7949288" y="4212510"/>
            <a:ext cx="3511192" cy="377825"/>
          </a:xfrm>
        </p:spPr>
        <p:txBody>
          <a:bodyPr>
            <a:noAutofit/>
          </a:bodyPr>
          <a:lstStyle>
            <a:lvl1pPr marL="0" indent="0">
              <a:buNone/>
              <a:defRPr sz="1800" b="1">
                <a:solidFill>
                  <a:schemeClr val="accent2"/>
                </a:solidFill>
                <a:latin typeface="Franklin Gothic Medium" panose="020B0603020102020204" pitchFamily="34" charset="0"/>
              </a:defRPr>
            </a:lvl1pPr>
          </a:lstStyle>
          <a:p>
            <a:pPr lvl="0"/>
            <a:r>
              <a:rPr lang="en-US" dirty="0"/>
              <a:t>Presenter Name</a:t>
            </a:r>
          </a:p>
        </p:txBody>
      </p:sp>
      <p:sp>
        <p:nvSpPr>
          <p:cNvPr id="26" name="Text Placeholder 34">
            <a:extLst>
              <a:ext uri="{FF2B5EF4-FFF2-40B4-BE49-F238E27FC236}">
                <a16:creationId xmlns:a16="http://schemas.microsoft.com/office/drawing/2014/main" id="{E2CD4FDB-5A8D-0FCD-63F1-E40A93F45795}"/>
              </a:ext>
            </a:extLst>
          </p:cNvPr>
          <p:cNvSpPr>
            <a:spLocks noGrp="1"/>
          </p:cNvSpPr>
          <p:nvPr>
            <p:ph type="body" sz="quarter" idx="39" hasCustomPrompt="1"/>
          </p:nvPr>
        </p:nvSpPr>
        <p:spPr>
          <a:xfrm>
            <a:off x="7949288" y="4574460"/>
            <a:ext cx="3511192" cy="377825"/>
          </a:xfrm>
        </p:spPr>
        <p:txBody>
          <a:bodyPr>
            <a:noAutofit/>
          </a:bodyPr>
          <a:lstStyle>
            <a:lvl1pPr marL="0" indent="0">
              <a:buNone/>
              <a:defRPr sz="1600" b="0">
                <a:solidFill>
                  <a:schemeClr val="tx1"/>
                </a:solidFill>
              </a:defRPr>
            </a:lvl1pPr>
          </a:lstStyle>
          <a:p>
            <a:pPr lvl="0"/>
            <a:r>
              <a:rPr lang="en-US" err="1"/>
              <a:t>Presenter.name@cpcc.edu</a:t>
            </a:r>
            <a:endParaRPr lang="en-US"/>
          </a:p>
        </p:txBody>
      </p:sp>
      <p:pic>
        <p:nvPicPr>
          <p:cNvPr id="7" name="Picture 6" descr="Central Piedmont Community College logo icon">
            <a:extLst>
              <a:ext uri="{FF2B5EF4-FFF2-40B4-BE49-F238E27FC236}">
                <a16:creationId xmlns:a16="http://schemas.microsoft.com/office/drawing/2014/main" id="{D8C83982-D2F4-2912-AFD5-EC3EE5A91175}"/>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4" name="Slide Number Placeholder 16">
            <a:extLst>
              <a:ext uri="{FF2B5EF4-FFF2-40B4-BE49-F238E27FC236}">
                <a16:creationId xmlns:a16="http://schemas.microsoft.com/office/drawing/2014/main" id="{13D2EDD6-3C45-2C91-ED91-150306CAD544}"/>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43F978E-CB80-0140-999E-5FFBE7A58D8D}"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679970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4 Columns - white">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4A99435-A592-0672-645A-0E90DBE004D3}"/>
              </a:ext>
              <a:ext uri="{C183D7F6-B498-43B3-948B-1728B52AA6E4}">
                <adec:decorative xmlns:adec="http://schemas.microsoft.com/office/drawing/2017/decorative" val="1"/>
              </a:ext>
            </a:extLst>
          </p:cNvPr>
          <p:cNvCxnSpPr>
            <a:cxnSpLocks/>
          </p:cNvCxnSpPr>
          <p:nvPr userDrawn="1"/>
        </p:nvCxnSpPr>
        <p:spPr>
          <a:xfrm>
            <a:off x="8855020" y="1280565"/>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DBA0915-CF72-99A4-A300-2FC787917F80}"/>
              </a:ext>
              <a:ext uri="{C183D7F6-B498-43B3-948B-1728B52AA6E4}">
                <adec:decorative xmlns:adec="http://schemas.microsoft.com/office/drawing/2017/decorative" val="1"/>
              </a:ext>
            </a:extLst>
          </p:cNvPr>
          <p:cNvCxnSpPr>
            <a:cxnSpLocks/>
          </p:cNvCxnSpPr>
          <p:nvPr userDrawn="1"/>
        </p:nvCxnSpPr>
        <p:spPr>
          <a:xfrm>
            <a:off x="6074307"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3286559" y="1280566"/>
            <a:ext cx="0" cy="475488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0567"/>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19" y="2367780"/>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03B64BA7-E775-D0C4-8933-3B3EF1ACC1D7}"/>
              </a:ext>
            </a:extLst>
          </p:cNvPr>
          <p:cNvSpPr>
            <a:spLocks noGrp="1"/>
          </p:cNvSpPr>
          <p:nvPr>
            <p:ph type="body" sz="quarter" idx="23" hasCustomPrompt="1"/>
          </p:nvPr>
        </p:nvSpPr>
        <p:spPr>
          <a:xfrm>
            <a:off x="3533192"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122A9712-1A6B-900D-D77A-4633F4C6002F}"/>
              </a:ext>
            </a:extLst>
          </p:cNvPr>
          <p:cNvSpPr>
            <a:spLocks noGrp="1"/>
          </p:cNvSpPr>
          <p:nvPr>
            <p:ph type="body" sz="quarter" idx="24" hasCustomPrompt="1"/>
          </p:nvPr>
        </p:nvSpPr>
        <p:spPr>
          <a:xfrm>
            <a:off x="3533189"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Text Placeholder 8">
            <a:extLst>
              <a:ext uri="{FF2B5EF4-FFF2-40B4-BE49-F238E27FC236}">
                <a16:creationId xmlns:a16="http://schemas.microsoft.com/office/drawing/2014/main" id="{E78881F4-CB40-8803-A31C-1BE8505FC09A}"/>
              </a:ext>
            </a:extLst>
          </p:cNvPr>
          <p:cNvSpPr>
            <a:spLocks noGrp="1"/>
          </p:cNvSpPr>
          <p:nvPr>
            <p:ph type="body" sz="quarter" idx="25" hasCustomPrompt="1"/>
          </p:nvPr>
        </p:nvSpPr>
        <p:spPr>
          <a:xfrm>
            <a:off x="6334864" y="1280566"/>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7" name="Text Placeholder 7">
            <a:extLst>
              <a:ext uri="{FF2B5EF4-FFF2-40B4-BE49-F238E27FC236}">
                <a16:creationId xmlns:a16="http://schemas.microsoft.com/office/drawing/2014/main" id="{A1EE8B2E-60A1-8710-B4A1-45507234B5B0}"/>
              </a:ext>
            </a:extLst>
          </p:cNvPr>
          <p:cNvSpPr>
            <a:spLocks noGrp="1"/>
          </p:cNvSpPr>
          <p:nvPr>
            <p:ph type="body" sz="quarter" idx="26" hasCustomPrompt="1"/>
          </p:nvPr>
        </p:nvSpPr>
        <p:spPr>
          <a:xfrm>
            <a:off x="6334864" y="2367779"/>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8" name="Text Placeholder 8">
            <a:extLst>
              <a:ext uri="{FF2B5EF4-FFF2-40B4-BE49-F238E27FC236}">
                <a16:creationId xmlns:a16="http://schemas.microsoft.com/office/drawing/2014/main" id="{3D50DD6A-7B35-CFD5-7197-73F381CEF40A}"/>
              </a:ext>
            </a:extLst>
          </p:cNvPr>
          <p:cNvSpPr>
            <a:spLocks noGrp="1"/>
          </p:cNvSpPr>
          <p:nvPr>
            <p:ph type="body" sz="quarter" idx="27" hasCustomPrompt="1"/>
          </p:nvPr>
        </p:nvSpPr>
        <p:spPr>
          <a:xfrm>
            <a:off x="9136535" y="1280565"/>
            <a:ext cx="228600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9" name="Text Placeholder 7">
            <a:extLst>
              <a:ext uri="{FF2B5EF4-FFF2-40B4-BE49-F238E27FC236}">
                <a16:creationId xmlns:a16="http://schemas.microsoft.com/office/drawing/2014/main" id="{BC771E7D-A259-169B-3D31-38E7DDA4B0B4}"/>
              </a:ext>
            </a:extLst>
          </p:cNvPr>
          <p:cNvSpPr>
            <a:spLocks noGrp="1"/>
          </p:cNvSpPr>
          <p:nvPr>
            <p:ph type="body" sz="quarter" idx="28" hasCustomPrompt="1"/>
          </p:nvPr>
        </p:nvSpPr>
        <p:spPr>
          <a:xfrm>
            <a:off x="9136534" y="2367778"/>
            <a:ext cx="2286000" cy="3657600"/>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12" name="Slide Number Placeholder 16">
            <a:extLst>
              <a:ext uri="{FF2B5EF4-FFF2-40B4-BE49-F238E27FC236}">
                <a16:creationId xmlns:a16="http://schemas.microsoft.com/office/drawing/2014/main" id="{AAD14C32-3060-F53C-F152-2F9F7E0D823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911C25-9157-0E40-9FC0-D584ED53CE0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D67E73CE-131B-9945-E953-A1730224227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6238983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Columns - white">
    <p:bg>
      <p:bgPr>
        <a:solidFill>
          <a:schemeClr val="bg1"/>
        </a:solid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787697DE-8A56-31EA-95F2-92B3119C90C2}"/>
              </a:ext>
              <a:ext uri="{C183D7F6-B498-43B3-948B-1728B52AA6E4}">
                <adec:decorative xmlns:adec="http://schemas.microsoft.com/office/drawing/2017/decorative" val="1"/>
              </a:ext>
            </a:extLst>
          </p:cNvPr>
          <p:cNvCxnSpPr>
            <a:cxnSpLocks/>
          </p:cNvCxnSpPr>
          <p:nvPr userDrawn="1"/>
        </p:nvCxnSpPr>
        <p:spPr>
          <a:xfrm flipH="1">
            <a:off x="7965414" y="1303144"/>
            <a:ext cx="1270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4186891" y="1303144"/>
            <a:ext cx="0" cy="484632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25426" y="2390358"/>
            <a:ext cx="3108953"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5" name="Text Placeholder 8">
            <a:extLst>
              <a:ext uri="{FF2B5EF4-FFF2-40B4-BE49-F238E27FC236}">
                <a16:creationId xmlns:a16="http://schemas.microsoft.com/office/drawing/2014/main" id="{6DE4249E-4EE0-79B7-EFBF-77BAE2C2C61B}"/>
              </a:ext>
            </a:extLst>
          </p:cNvPr>
          <p:cNvSpPr>
            <a:spLocks noGrp="1"/>
          </p:cNvSpPr>
          <p:nvPr>
            <p:ph type="body" sz="quarter" idx="33" hasCustomPrompt="1"/>
          </p:nvPr>
        </p:nvSpPr>
        <p:spPr>
          <a:xfrm>
            <a:off x="4527209"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6" name="Text Placeholder 7">
            <a:extLst>
              <a:ext uri="{FF2B5EF4-FFF2-40B4-BE49-F238E27FC236}">
                <a16:creationId xmlns:a16="http://schemas.microsoft.com/office/drawing/2014/main" id="{326E4305-CD9C-8B8B-32E2-C53ECF5E8460}"/>
              </a:ext>
            </a:extLst>
          </p:cNvPr>
          <p:cNvSpPr>
            <a:spLocks noGrp="1"/>
          </p:cNvSpPr>
          <p:nvPr>
            <p:ph type="body" sz="quarter" idx="34" hasCustomPrompt="1"/>
          </p:nvPr>
        </p:nvSpPr>
        <p:spPr>
          <a:xfrm>
            <a:off x="4527203"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1" name="Text Placeholder 8">
            <a:extLst>
              <a:ext uri="{FF2B5EF4-FFF2-40B4-BE49-F238E27FC236}">
                <a16:creationId xmlns:a16="http://schemas.microsoft.com/office/drawing/2014/main" id="{D1F6264A-EEB9-3DBE-120A-999AF33D48EE}"/>
              </a:ext>
            </a:extLst>
          </p:cNvPr>
          <p:cNvSpPr>
            <a:spLocks noGrp="1"/>
          </p:cNvSpPr>
          <p:nvPr>
            <p:ph type="body" sz="quarter" idx="31" hasCustomPrompt="1"/>
          </p:nvPr>
        </p:nvSpPr>
        <p:spPr>
          <a:xfrm>
            <a:off x="8322898" y="1303145"/>
            <a:ext cx="3108960" cy="870466"/>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2" name="Text Placeholder 7">
            <a:extLst>
              <a:ext uri="{FF2B5EF4-FFF2-40B4-BE49-F238E27FC236}">
                <a16:creationId xmlns:a16="http://schemas.microsoft.com/office/drawing/2014/main" id="{B12F4FAD-EB61-C421-00FD-D53CFFCE2562}"/>
              </a:ext>
            </a:extLst>
          </p:cNvPr>
          <p:cNvSpPr>
            <a:spLocks noGrp="1"/>
          </p:cNvSpPr>
          <p:nvPr>
            <p:ph type="body" sz="quarter" idx="32" hasCustomPrompt="1"/>
          </p:nvPr>
        </p:nvSpPr>
        <p:spPr>
          <a:xfrm>
            <a:off x="8300875" y="2390358"/>
            <a:ext cx="3108960" cy="3749039"/>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Slide Number Placeholder 16">
            <a:extLst>
              <a:ext uri="{FF2B5EF4-FFF2-40B4-BE49-F238E27FC236}">
                <a16:creationId xmlns:a16="http://schemas.microsoft.com/office/drawing/2014/main" id="{AE5882E2-6C97-3517-6A23-A416C8F0BC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6172E38-5556-BF44-B5A7-337A068D787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1791BF8-E647-FCB3-0F1E-40C9E58742D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811794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lumns - white">
    <p:bg>
      <p:bgPr>
        <a:solidFill>
          <a:schemeClr val="bg1"/>
        </a:solidFill>
        <a:effectLst/>
      </p:bgPr>
    </p:bg>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600CBDA5-9803-BA49-E2D0-F1DDAB86D4B7}"/>
              </a:ext>
              <a:ext uri="{C183D7F6-B498-43B3-948B-1728B52AA6E4}">
                <adec:decorative xmlns:adec="http://schemas.microsoft.com/office/drawing/2017/decorative" val="1"/>
              </a:ext>
            </a:extLst>
          </p:cNvPr>
          <p:cNvCxnSpPr>
            <a:cxnSpLocks/>
          </p:cNvCxnSpPr>
          <p:nvPr userDrawn="1"/>
        </p:nvCxnSpPr>
        <p:spPr>
          <a:xfrm>
            <a:off x="6096000" y="1337011"/>
            <a:ext cx="0" cy="478946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731520"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731520"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2" name="Text Placeholder 8">
            <a:extLst>
              <a:ext uri="{FF2B5EF4-FFF2-40B4-BE49-F238E27FC236}">
                <a16:creationId xmlns:a16="http://schemas.microsoft.com/office/drawing/2014/main" id="{6B5B2FE0-17C5-67D8-7C04-96741B1212E1}"/>
              </a:ext>
            </a:extLst>
          </p:cNvPr>
          <p:cNvSpPr>
            <a:spLocks noGrp="1"/>
          </p:cNvSpPr>
          <p:nvPr>
            <p:ph type="body" sz="quarter" idx="23" hasCustomPrompt="1"/>
          </p:nvPr>
        </p:nvSpPr>
        <p:spPr>
          <a:xfrm>
            <a:off x="6339841" y="1281288"/>
            <a:ext cx="5120640" cy="914400"/>
          </a:xfrm>
        </p:spPr>
        <p:txBody>
          <a:bodyPr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 name="Text Placeholder 7">
            <a:extLst>
              <a:ext uri="{FF2B5EF4-FFF2-40B4-BE49-F238E27FC236}">
                <a16:creationId xmlns:a16="http://schemas.microsoft.com/office/drawing/2014/main" id="{A5A54266-8E11-F73B-6207-99DEC28E4A90}"/>
              </a:ext>
            </a:extLst>
          </p:cNvPr>
          <p:cNvSpPr>
            <a:spLocks noGrp="1"/>
          </p:cNvSpPr>
          <p:nvPr>
            <p:ph type="body" sz="quarter" idx="24" hasCustomPrompt="1"/>
          </p:nvPr>
        </p:nvSpPr>
        <p:spPr>
          <a:xfrm>
            <a:off x="6339841" y="2378568"/>
            <a:ext cx="5120640" cy="3749039"/>
          </a:xfrm>
        </p:spPr>
        <p:txBody>
          <a:bodyPr>
            <a:noAutofit/>
          </a:bodyPr>
          <a:lstStyle>
            <a:lvl1pPr marL="0" indent="0" algn="l">
              <a:buFont typeface="Arial" panose="020B0604020202020204" pitchFamily="34" charset="0"/>
              <a:buNone/>
              <a:defRPr sz="1800" b="0" i="0">
                <a:solidFill>
                  <a:schemeClr val="tx2"/>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a:p>
            <a:endParaRPr lang="en-US" altLang="zh-CN" noProof="1"/>
          </a:p>
        </p:txBody>
      </p:sp>
      <p:sp>
        <p:nvSpPr>
          <p:cNvPr id="5" name="Slide Number Placeholder 16">
            <a:extLst>
              <a:ext uri="{FF2B5EF4-FFF2-40B4-BE49-F238E27FC236}">
                <a16:creationId xmlns:a16="http://schemas.microsoft.com/office/drawing/2014/main" id="{64BDCA32-6ADC-2C54-D9C7-5ED93894121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AE6B5AB-A27F-644A-8A93-F0665ABD7E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B29234C9-E2BD-6571-EB9D-C1BAF0582B5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12774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 Angled Images - white">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FD56F58E-75CF-245F-E2A4-536EB9AF7092}"/>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02D3FA-D541-7E4A-9405-5FD846B83FA7}"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769424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Angled Images - white B">
    <p:bg>
      <p:bgPr>
        <a:solidFill>
          <a:schemeClr val="bg1"/>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6" name="Text Placeholder 19">
            <a:extLst>
              <a:ext uri="{FF2B5EF4-FFF2-40B4-BE49-F238E27FC236}">
                <a16:creationId xmlns:a16="http://schemas.microsoft.com/office/drawing/2014/main" id="{8495308D-E692-B8DB-8435-AE8B28A1605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5" name="Slide Number Placeholder 5">
            <a:extLst>
              <a:ext uri="{FF2B5EF4-FFF2-40B4-BE49-F238E27FC236}">
                <a16:creationId xmlns:a16="http://schemas.microsoft.com/office/drawing/2014/main" id="{BFEE5D0B-41E6-D6C2-B9A4-683D0A5D372F}"/>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8EEB6A-ABD2-E348-9F5F-92A581429E3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302855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3 Angled Images - gray">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Graphic 12">
            <a:extLst>
              <a:ext uri="{FF2B5EF4-FFF2-40B4-BE49-F238E27FC236}">
                <a16:creationId xmlns:a16="http://schemas.microsoft.com/office/drawing/2014/main" id="{D027DA34-00C1-4077-1DC6-DADC97E50D1C}"/>
              </a:ext>
              <a:ext uri="{C183D7F6-B498-43B3-948B-1728B52AA6E4}">
                <adec:decorative xmlns:adec="http://schemas.microsoft.com/office/drawing/2017/decorative" val="1"/>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37BF8A-6EEB-754E-939A-B97A04E6D915}"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07215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Angled Images - gray B">
    <p:bg>
      <p:bgPr>
        <a:solidFill>
          <a:schemeClr val="tx2"/>
        </a:solidFill>
        <a:effectLst/>
      </p:bgPr>
    </p:bg>
    <p:spTree>
      <p:nvGrpSpPr>
        <p:cNvPr id="1" name=""/>
        <p:cNvGrpSpPr/>
        <p:nvPr/>
      </p:nvGrpSpPr>
      <p:grpSpPr>
        <a:xfrm>
          <a:off x="0" y="0"/>
          <a:ext cx="0" cy="0"/>
          <a:chOff x="0" y="0"/>
          <a:chExt cx="0" cy="0"/>
        </a:xfrm>
      </p:grpSpPr>
      <p:sp>
        <p:nvSpPr>
          <p:cNvPr id="18" name="Picture Placeholder 10">
            <a:extLst>
              <a:ext uri="{FF2B5EF4-FFF2-40B4-BE49-F238E27FC236}">
                <a16:creationId xmlns:a16="http://schemas.microsoft.com/office/drawing/2014/main" id="{5A74CD16-15BA-7FA3-9052-D0DF73D4B916}"/>
              </a:ext>
            </a:extLst>
          </p:cNvPr>
          <p:cNvSpPr>
            <a:spLocks noGrp="1"/>
          </p:cNvSpPr>
          <p:nvPr>
            <p:ph type="pic" sz="quarter" idx="20"/>
          </p:nvPr>
        </p:nvSpPr>
        <p:spPr>
          <a:xfrm>
            <a:off x="-12700" y="0"/>
            <a:ext cx="4102100" cy="6858000"/>
          </a:xfrm>
          <a:custGeom>
            <a:avLst/>
            <a:gdLst>
              <a:gd name="connsiteX0" fmla="*/ 0 w 4102100"/>
              <a:gd name="connsiteY0" fmla="*/ 0 h 6858000"/>
              <a:gd name="connsiteX1" fmla="*/ 4102100 w 4102100"/>
              <a:gd name="connsiteY1" fmla="*/ 0 h 6858000"/>
              <a:gd name="connsiteX2" fmla="*/ 4102100 w 4102100"/>
              <a:gd name="connsiteY2" fmla="*/ 6858000 h 6858000"/>
              <a:gd name="connsiteX3" fmla="*/ 0 w 4102100"/>
              <a:gd name="connsiteY3" fmla="*/ 6858000 h 6858000"/>
              <a:gd name="connsiteX4" fmla="*/ 0 w 4102100"/>
              <a:gd name="connsiteY4" fmla="*/ 0 h 6858000"/>
              <a:gd name="connsiteX0" fmla="*/ 0 w 4102100"/>
              <a:gd name="connsiteY0" fmla="*/ 0 h 6858000"/>
              <a:gd name="connsiteX1" fmla="*/ 4102100 w 4102100"/>
              <a:gd name="connsiteY1" fmla="*/ 0 h 6858000"/>
              <a:gd name="connsiteX2" fmla="*/ 3454400 w 4102100"/>
              <a:gd name="connsiteY2" fmla="*/ 6858000 h 6858000"/>
              <a:gd name="connsiteX3" fmla="*/ 0 w 4102100"/>
              <a:gd name="connsiteY3" fmla="*/ 6858000 h 6858000"/>
              <a:gd name="connsiteX4" fmla="*/ 0 w 41021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4102100" y="0"/>
                </a:lnTo>
                <a:lnTo>
                  <a:pt x="3454400" y="6858000"/>
                </a:lnTo>
                <a:lnTo>
                  <a:pt x="0" y="6858000"/>
                </a:lnTo>
                <a:lnTo>
                  <a:pt x="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0" name="Picture Placeholder 16">
            <a:extLst>
              <a:ext uri="{FF2B5EF4-FFF2-40B4-BE49-F238E27FC236}">
                <a16:creationId xmlns:a16="http://schemas.microsoft.com/office/drawing/2014/main" id="{6487AB1C-CB24-1044-9469-281BD3EB1788}"/>
              </a:ext>
            </a:extLst>
          </p:cNvPr>
          <p:cNvSpPr>
            <a:spLocks noGrp="1"/>
          </p:cNvSpPr>
          <p:nvPr>
            <p:ph type="pic" sz="quarter" idx="22"/>
          </p:nvPr>
        </p:nvSpPr>
        <p:spPr>
          <a:xfrm>
            <a:off x="3556000" y="-12700"/>
            <a:ext cx="4965700" cy="6870700"/>
          </a:xfrm>
          <a:custGeom>
            <a:avLst/>
            <a:gdLst>
              <a:gd name="connsiteX0" fmla="*/ 0 w 3657600"/>
              <a:gd name="connsiteY0" fmla="*/ 0 h 6870700"/>
              <a:gd name="connsiteX1" fmla="*/ 3657600 w 3657600"/>
              <a:gd name="connsiteY1" fmla="*/ 0 h 6870700"/>
              <a:gd name="connsiteX2" fmla="*/ 3657600 w 3657600"/>
              <a:gd name="connsiteY2" fmla="*/ 6870700 h 6870700"/>
              <a:gd name="connsiteX3" fmla="*/ 0 w 3657600"/>
              <a:gd name="connsiteY3" fmla="*/ 6870700 h 6870700"/>
              <a:gd name="connsiteX4" fmla="*/ 0 w 3657600"/>
              <a:gd name="connsiteY4" fmla="*/ 0 h 6870700"/>
              <a:gd name="connsiteX0" fmla="*/ 647700 w 4305300"/>
              <a:gd name="connsiteY0" fmla="*/ 0 h 6870700"/>
              <a:gd name="connsiteX1" fmla="*/ 4305300 w 4305300"/>
              <a:gd name="connsiteY1" fmla="*/ 0 h 6870700"/>
              <a:gd name="connsiteX2" fmla="*/ 4305300 w 4305300"/>
              <a:gd name="connsiteY2" fmla="*/ 6870700 h 6870700"/>
              <a:gd name="connsiteX3" fmla="*/ 0 w 4305300"/>
              <a:gd name="connsiteY3" fmla="*/ 6858000 h 6870700"/>
              <a:gd name="connsiteX4" fmla="*/ 647700 w 4305300"/>
              <a:gd name="connsiteY4" fmla="*/ 0 h 6870700"/>
              <a:gd name="connsiteX0" fmla="*/ 647700 w 4965700"/>
              <a:gd name="connsiteY0" fmla="*/ 0 h 6870700"/>
              <a:gd name="connsiteX1" fmla="*/ 4965700 w 4965700"/>
              <a:gd name="connsiteY1" fmla="*/ 12700 h 6870700"/>
              <a:gd name="connsiteX2" fmla="*/ 4305300 w 4965700"/>
              <a:gd name="connsiteY2" fmla="*/ 6870700 h 6870700"/>
              <a:gd name="connsiteX3" fmla="*/ 0 w 4965700"/>
              <a:gd name="connsiteY3" fmla="*/ 6858000 h 6870700"/>
              <a:gd name="connsiteX4" fmla="*/ 647700 w 49657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700" h="6870700">
                <a:moveTo>
                  <a:pt x="647700" y="0"/>
                </a:moveTo>
                <a:lnTo>
                  <a:pt x="4965700" y="12700"/>
                </a:lnTo>
                <a:lnTo>
                  <a:pt x="4305300" y="6870700"/>
                </a:lnTo>
                <a:lnTo>
                  <a:pt x="0" y="6858000"/>
                </a:lnTo>
                <a:lnTo>
                  <a:pt x="6477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9" name="Picture Placeholder 12">
            <a:extLst>
              <a:ext uri="{FF2B5EF4-FFF2-40B4-BE49-F238E27FC236}">
                <a16:creationId xmlns:a16="http://schemas.microsoft.com/office/drawing/2014/main" id="{E5263A31-DBD1-DC5B-F5AA-26C2D4C97843}"/>
              </a:ext>
            </a:extLst>
          </p:cNvPr>
          <p:cNvSpPr>
            <a:spLocks noGrp="1"/>
          </p:cNvSpPr>
          <p:nvPr>
            <p:ph type="pic" sz="quarter" idx="21"/>
          </p:nvPr>
        </p:nvSpPr>
        <p:spPr>
          <a:xfrm>
            <a:off x="8013700" y="-12700"/>
            <a:ext cx="4178300" cy="6870700"/>
          </a:xfrm>
          <a:custGeom>
            <a:avLst/>
            <a:gdLst>
              <a:gd name="connsiteX0" fmla="*/ 0 w 4178300"/>
              <a:gd name="connsiteY0" fmla="*/ 0 h 6858000"/>
              <a:gd name="connsiteX1" fmla="*/ 4178300 w 4178300"/>
              <a:gd name="connsiteY1" fmla="*/ 0 h 6858000"/>
              <a:gd name="connsiteX2" fmla="*/ 4178300 w 4178300"/>
              <a:gd name="connsiteY2" fmla="*/ 6858000 h 6858000"/>
              <a:gd name="connsiteX3" fmla="*/ 0 w 4178300"/>
              <a:gd name="connsiteY3" fmla="*/ 6858000 h 6858000"/>
              <a:gd name="connsiteX4" fmla="*/ 0 w 4178300"/>
              <a:gd name="connsiteY4" fmla="*/ 0 h 6858000"/>
              <a:gd name="connsiteX0" fmla="*/ 609600 w 4178300"/>
              <a:gd name="connsiteY0" fmla="*/ 0 h 6870700"/>
              <a:gd name="connsiteX1" fmla="*/ 4178300 w 4178300"/>
              <a:gd name="connsiteY1" fmla="*/ 12700 h 6870700"/>
              <a:gd name="connsiteX2" fmla="*/ 4178300 w 4178300"/>
              <a:gd name="connsiteY2" fmla="*/ 6870700 h 6870700"/>
              <a:gd name="connsiteX3" fmla="*/ 0 w 4178300"/>
              <a:gd name="connsiteY3" fmla="*/ 6870700 h 6870700"/>
              <a:gd name="connsiteX4" fmla="*/ 609600 w 41783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300" h="6870700">
                <a:moveTo>
                  <a:pt x="609600" y="0"/>
                </a:moveTo>
                <a:lnTo>
                  <a:pt x="4178300" y="12700"/>
                </a:lnTo>
                <a:lnTo>
                  <a:pt x="4178300" y="6870700"/>
                </a:lnTo>
                <a:lnTo>
                  <a:pt x="0" y="6870700"/>
                </a:lnTo>
                <a:lnTo>
                  <a:pt x="609600" y="0"/>
                </a:lnTo>
                <a:close/>
              </a:path>
            </a:pathLst>
          </a:custGeo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4" name="Text Placeholder 19">
            <a:extLst>
              <a:ext uri="{FF2B5EF4-FFF2-40B4-BE49-F238E27FC236}">
                <a16:creationId xmlns:a16="http://schemas.microsoft.com/office/drawing/2014/main" id="{883ADFE3-8166-49DA-5A34-E3A83018C710}"/>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3" name="Slide Number Placeholder 5">
            <a:extLst>
              <a:ext uri="{FF2B5EF4-FFF2-40B4-BE49-F238E27FC236}">
                <a16:creationId xmlns:a16="http://schemas.microsoft.com/office/drawing/2014/main" id="{18FCFD82-9A80-BE63-CF62-D6CCD6DBFC06}"/>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D5F85B-A681-8648-BC14-DCDB7A9F450F}"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343854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old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b="0" i="0">
              <a:latin typeface="Franklin Gothic Book" panose="020B0503020102020204" pitchFamily="34" charset="0"/>
            </a:endParaRP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tx1"/>
                </a:solidFill>
                <a:latin typeface="+mj-lt"/>
              </a:defRPr>
            </a:lvl1pPr>
          </a:lstStyle>
          <a:p>
            <a:pPr lvl="0"/>
            <a:r>
              <a:rPr lang="en-US" dirty="0"/>
              <a:t>Edit Title</a:t>
            </a:r>
          </a:p>
        </p:txBody>
      </p:sp>
      <p:sp>
        <p:nvSpPr>
          <p:cNvPr id="3" name="Text Placeholder 19">
            <a:extLst>
              <a:ext uri="{FF2B5EF4-FFF2-40B4-BE49-F238E27FC236}">
                <a16:creationId xmlns:a16="http://schemas.microsoft.com/office/drawing/2014/main" id="{7B805B98-7B63-D05D-129D-EA07F13F8051}"/>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tx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157021-0640-7648-9E25-81F1754ADCE9}"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4873583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ay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ext Placeholder 19">
            <a:extLst>
              <a:ext uri="{FF2B5EF4-FFF2-40B4-BE49-F238E27FC236}">
                <a16:creationId xmlns:a16="http://schemas.microsoft.com/office/drawing/2014/main" id="{8EC415B0-5FE1-AA87-0AC5-262D255A948E}"/>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74D7C6F9-E312-C398-DDA7-2F9AAEF1486A}"/>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2840"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4642F7-D098-014A-9155-5D1C1C19EB6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9880121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ue box with ima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211229-AEED-22B1-2276-1BF2BCFB610D}"/>
              </a:ext>
              <a:ext uri="{C183D7F6-B498-43B3-948B-1728B52AA6E4}">
                <adec:decorative xmlns:adec="http://schemas.microsoft.com/office/drawing/2017/decorative" val="1"/>
              </a:ext>
            </a:extLst>
          </p:cNvPr>
          <p:cNvSpPr/>
          <p:nvPr userDrawn="1"/>
        </p:nvSpPr>
        <p:spPr>
          <a:xfrm>
            <a:off x="-11959" y="0"/>
            <a:ext cx="41148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19">
            <a:extLst>
              <a:ext uri="{FF2B5EF4-FFF2-40B4-BE49-F238E27FC236}">
                <a16:creationId xmlns:a16="http://schemas.microsoft.com/office/drawing/2014/main" id="{8D2627D1-FA72-CD01-CEAE-1D38F0AAE0B1}"/>
              </a:ext>
            </a:extLst>
          </p:cNvPr>
          <p:cNvSpPr>
            <a:spLocks noGrp="1"/>
          </p:cNvSpPr>
          <p:nvPr>
            <p:ph type="body" sz="quarter" idx="11" hasCustomPrompt="1"/>
          </p:nvPr>
        </p:nvSpPr>
        <p:spPr>
          <a:xfrm>
            <a:off x="578591" y="570297"/>
            <a:ext cx="3200400" cy="2743200"/>
          </a:xfrm>
        </p:spPr>
        <p:txBody>
          <a:bodyPr anchor="b" anchorCtr="0">
            <a:normAutofit/>
          </a:bodyPr>
          <a:lstStyle>
            <a:lvl1pPr marL="0" indent="0">
              <a:buClr>
                <a:schemeClr val="tx1"/>
              </a:buClr>
              <a:buFont typeface="Arial" panose="020B0604020202020204" pitchFamily="34" charset="0"/>
              <a:buNone/>
              <a:defRPr sz="2800" b="0" i="0">
                <a:solidFill>
                  <a:schemeClr val="bg1"/>
                </a:solidFill>
                <a:latin typeface="+mj-lt"/>
              </a:defRPr>
            </a:lvl1pPr>
          </a:lstStyle>
          <a:p>
            <a:pPr lvl="0"/>
            <a:r>
              <a:rPr lang="en-US" dirty="0"/>
              <a:t>Edit Title</a:t>
            </a:r>
          </a:p>
        </p:txBody>
      </p:sp>
      <p:sp>
        <p:nvSpPr>
          <p:cNvPr id="7" name="Text Placeholder 19">
            <a:extLst>
              <a:ext uri="{FF2B5EF4-FFF2-40B4-BE49-F238E27FC236}">
                <a16:creationId xmlns:a16="http://schemas.microsoft.com/office/drawing/2014/main" id="{6DC26EC5-14DA-8029-18F5-4B5EB116D1E9}"/>
              </a:ext>
            </a:extLst>
          </p:cNvPr>
          <p:cNvSpPr>
            <a:spLocks noGrp="1"/>
          </p:cNvSpPr>
          <p:nvPr>
            <p:ph type="body" sz="quarter" idx="13" hasCustomPrompt="1"/>
          </p:nvPr>
        </p:nvSpPr>
        <p:spPr>
          <a:xfrm>
            <a:off x="578591" y="3544504"/>
            <a:ext cx="3200400" cy="2743200"/>
          </a:xfrm>
        </p:spPr>
        <p:txBody>
          <a:bodyPr anchor="t" anchorCtr="0">
            <a:normAutofit/>
          </a:bodyPr>
          <a:lstStyle>
            <a:lvl1pPr marL="0" indent="0">
              <a:buClr>
                <a:schemeClr val="tx1"/>
              </a:buClr>
              <a:buFont typeface="Arial" panose="020B0604020202020204" pitchFamily="34" charset="0"/>
              <a:buNone/>
              <a:defRPr sz="2400" b="0" i="0">
                <a:solidFill>
                  <a:schemeClr val="bg1"/>
                </a:solidFill>
                <a:latin typeface="+mn-lt"/>
              </a:defRPr>
            </a:lvl1pPr>
          </a:lstStyle>
          <a:p>
            <a:pPr lvl="0"/>
            <a:r>
              <a:rPr lang="en-US" dirty="0"/>
              <a:t>Edit text</a:t>
            </a:r>
          </a:p>
        </p:txBody>
      </p:sp>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4105656" y="0"/>
            <a:ext cx="8089159"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B02B77-D294-D542-B636-372ABCC8421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6325000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ull Image with gold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7" name="Text Placeholder 19">
            <a:extLst>
              <a:ext uri="{FF2B5EF4-FFF2-40B4-BE49-F238E27FC236}">
                <a16:creationId xmlns:a16="http://schemas.microsoft.com/office/drawing/2014/main" id="{4685D150-0F6D-3BAA-7BD6-BD99EC3B637B}"/>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tx1"/>
                </a:solidFill>
                <a:latin typeface="Franklin Gothic Medium" panose="020B0603020102020204" pitchFamily="34" charset="0"/>
              </a:defRPr>
            </a:lvl1pPr>
          </a:lstStyle>
          <a:p>
            <a:pPr lvl="0"/>
            <a:r>
              <a:rPr lang="en-US" dirty="0"/>
              <a:t>Edit Title</a:t>
            </a:r>
          </a:p>
        </p:txBody>
      </p:sp>
      <p:sp>
        <p:nvSpPr>
          <p:cNvPr id="4" name="Slide Number Placeholder 5">
            <a:extLst>
              <a:ext uri="{FF2B5EF4-FFF2-40B4-BE49-F238E27FC236}">
                <a16:creationId xmlns:a16="http://schemas.microsoft.com/office/drawing/2014/main" id="{9DDA559D-A089-AE36-850C-6A8DBF3EFDB5}"/>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C6818D5-495C-1442-8B46-2A7B0ABE7343}"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809258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ull Image with gray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25FF997D-5073-142F-914A-5FC09AEE342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E56B146-6802-C44C-AD6B-B19A32E19184}"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5496436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Image with blue box overlay">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C89F1390-B5E7-7BB3-FB78-BE5626ED65D5}"/>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3" name="Text Placeholder 19">
            <a:extLst>
              <a:ext uri="{FF2B5EF4-FFF2-40B4-BE49-F238E27FC236}">
                <a16:creationId xmlns:a16="http://schemas.microsoft.com/office/drawing/2014/main" id="{747E02F5-DFE4-4E69-8B13-2A9F0FB4E530}"/>
              </a:ext>
            </a:extLst>
          </p:cNvPr>
          <p:cNvSpPr>
            <a:spLocks noGrp="1"/>
          </p:cNvSpPr>
          <p:nvPr>
            <p:ph type="body" sz="quarter" idx="11" hasCustomPrompt="1"/>
          </p:nvPr>
        </p:nvSpPr>
        <p:spPr>
          <a:xfrm>
            <a:off x="578591" y="451105"/>
            <a:ext cx="3200400" cy="5874066"/>
          </a:xfrm>
        </p:spPr>
        <p:txBody>
          <a:bodyPr anchor="ctr">
            <a:normAutofit/>
          </a:bodyPr>
          <a:lstStyle>
            <a:lvl1pPr marL="0" indent="0">
              <a:buNone/>
              <a:defRPr sz="2800" b="0" i="0">
                <a:solidFill>
                  <a:schemeClr val="bg1"/>
                </a:solidFill>
                <a:latin typeface="Franklin Gothic Medium" panose="020B0603020102020204" pitchFamily="34" charset="0"/>
              </a:defRPr>
            </a:lvl1pPr>
          </a:lstStyle>
          <a:p>
            <a:pPr lvl="0"/>
            <a:r>
              <a:rPr lang="en-US" dirty="0"/>
              <a:t>Edit Title</a:t>
            </a:r>
          </a:p>
        </p:txBody>
      </p:sp>
      <p:sp>
        <p:nvSpPr>
          <p:cNvPr id="6" name="Slide Number Placeholder 5">
            <a:extLst>
              <a:ext uri="{FF2B5EF4-FFF2-40B4-BE49-F238E27FC236}">
                <a16:creationId xmlns:a16="http://schemas.microsoft.com/office/drawing/2014/main" id="{847F9245-281C-7AC6-7F79-4B9282DDEB7A}"/>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F01A9-21AA-3B43-AAB2-1EF15A0A806D}"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20452246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Image with small text 1">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15" name="Graphic 12">
            <a:extLst>
              <a:ext uri="{FF2B5EF4-FFF2-40B4-BE49-F238E27FC236}">
                <a16:creationId xmlns:a16="http://schemas.microsoft.com/office/drawing/2014/main" id="{88A5CE47-9381-45A2-2919-0A28B92BEF2B}"/>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A4A159-BD4C-164B-B482-D96E3814328B}"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20759171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ull Image with small text 1B">
    <p:bg>
      <p:bgPr>
        <a:solidFill>
          <a:schemeClr val="bg1"/>
        </a:solidFill>
        <a:effectLst/>
      </p:bgPr>
    </p:bg>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15A1B4E-81B7-2B33-E203-3EE54EAEC968}"/>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4" name="Text Placeholder 19">
            <a:extLst>
              <a:ext uri="{FF2B5EF4-FFF2-40B4-BE49-F238E27FC236}">
                <a16:creationId xmlns:a16="http://schemas.microsoft.com/office/drawing/2014/main" id="{29A6094C-AF08-1A38-E159-090C1D9514FF}"/>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7" name="Slide Number Placeholder 5">
            <a:extLst>
              <a:ext uri="{FF2B5EF4-FFF2-40B4-BE49-F238E27FC236}">
                <a16:creationId xmlns:a16="http://schemas.microsoft.com/office/drawing/2014/main" id="{F3115708-CB96-82D2-ADF6-87A9F6BA4E84}"/>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E7E9EE-3BD4-2C4D-B78A-F05CFD2CD475}" type="slidenum">
              <a:rPr lang="en-CN" sz="1200" b="0" i="0" smtClean="0">
                <a:solidFill>
                  <a:schemeClr val="tx1"/>
                </a:solidFill>
                <a:latin typeface="Franklin Gothic Medium" panose="020B0603020102020204" pitchFamily="34" charset="0"/>
              </a:rPr>
              <a:t>‹#›</a:t>
            </a:fld>
            <a:endParaRPr lang="en-CN" sz="1200" b="0" i="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36307799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 Image with small text 2">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5675AB-875B-0D4D-995D-DD3D4D5B1732}"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
        <p:nvSpPr>
          <p:cNvPr id="14" name="Graphic 12">
            <a:extLst>
              <a:ext uri="{FF2B5EF4-FFF2-40B4-BE49-F238E27FC236}">
                <a16:creationId xmlns:a16="http://schemas.microsoft.com/office/drawing/2014/main" id="{545E1017-6358-51F4-B22E-2A8A3585BEA6}"/>
              </a:ext>
            </a:extLst>
          </p:cNvPr>
          <p:cNvSpPr/>
          <p:nvPr userDrawn="1"/>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15" name="Text Placeholder 19">
            <a:extLst>
              <a:ext uri="{FF2B5EF4-FFF2-40B4-BE49-F238E27FC236}">
                <a16:creationId xmlns:a16="http://schemas.microsoft.com/office/drawing/2014/main" id="{1AA7046A-1CDC-056D-532A-F31A7E12BD77}"/>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Tree>
    <p:extLst>
      <p:ext uri="{BB962C8B-B14F-4D97-AF65-F5344CB8AC3E}">
        <p14:creationId xmlns:p14="http://schemas.microsoft.com/office/powerpoint/2010/main" val="22632168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ull Image with small text 2B">
    <p:bg>
      <p:bgPr>
        <a:solidFill>
          <a:schemeClr val="tx2"/>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4D203AA6-2EA2-626A-FC47-8FFDD0084F04}"/>
              </a:ext>
            </a:extLst>
          </p:cNvPr>
          <p:cNvSpPr>
            <a:spLocks noGrp="1"/>
          </p:cNvSpPr>
          <p:nvPr>
            <p:ph type="pic" sz="quarter" idx="12"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a:t>Click icon to add background image</a:t>
            </a:r>
          </a:p>
        </p:txBody>
      </p:sp>
      <p:sp>
        <p:nvSpPr>
          <p:cNvPr id="8" name="Text Placeholder 19">
            <a:extLst>
              <a:ext uri="{FF2B5EF4-FFF2-40B4-BE49-F238E27FC236}">
                <a16:creationId xmlns:a16="http://schemas.microsoft.com/office/drawing/2014/main" id="{5A8D25AD-BDBF-8B37-D1B0-C4683FA565A1}"/>
              </a:ext>
            </a:extLst>
          </p:cNvPr>
          <p:cNvSpPr>
            <a:spLocks noGrp="1"/>
          </p:cNvSpPr>
          <p:nvPr>
            <p:ph type="body" sz="quarter" idx="11" hasCustomPrompt="1"/>
          </p:nvPr>
        </p:nvSpPr>
        <p:spPr>
          <a:xfrm>
            <a:off x="368788" y="5908711"/>
            <a:ext cx="4927112" cy="416459"/>
          </a:xfrm>
        </p:spPr>
        <p:txBody>
          <a:bodyPr anchor="ctr" anchorCtr="0">
            <a:normAutofit/>
          </a:bodyPr>
          <a:lstStyle>
            <a:lvl1pPr marL="0" indent="0">
              <a:buNone/>
              <a:defRPr sz="2000" b="0" i="0">
                <a:solidFill>
                  <a:schemeClr val="tx1"/>
                </a:solidFill>
                <a:latin typeface="Franklin Gothic Medium" panose="020B0603020102020204" pitchFamily="34" charset="0"/>
              </a:defRPr>
            </a:lvl1pPr>
          </a:lstStyle>
          <a:p>
            <a:pPr lvl="0"/>
            <a:r>
              <a:rPr lang="en-US"/>
              <a:t>Edit Title</a:t>
            </a:r>
          </a:p>
        </p:txBody>
      </p:sp>
      <p:sp>
        <p:nvSpPr>
          <p:cNvPr id="2" name="Slide Number Placeholder 5">
            <a:extLst>
              <a:ext uri="{FF2B5EF4-FFF2-40B4-BE49-F238E27FC236}">
                <a16:creationId xmlns:a16="http://schemas.microsoft.com/office/drawing/2014/main" id="{3109C3A3-D028-1D13-F79B-EA211A7133A2}"/>
              </a:ext>
            </a:extLst>
          </p:cNvPr>
          <p:cNvSpPr txBox="1">
            <a:spLocks/>
          </p:cNvSpPr>
          <p:nvPr userDrawn="1"/>
        </p:nvSpPr>
        <p:spPr>
          <a:xfrm>
            <a:off x="11064240" y="6400800"/>
            <a:ext cx="914400"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A9A4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2C4E44-BBAF-DC41-A3A4-D519FB749328}" type="slidenum">
              <a:rPr lang="en-CN" sz="1200" b="0" i="0" smtClean="0">
                <a:solidFill>
                  <a:schemeClr val="bg1"/>
                </a:solidFill>
                <a:latin typeface="Franklin Gothic Medium" panose="020B0603020102020204" pitchFamily="34" charset="0"/>
              </a:rPr>
              <a:t>‹#›</a:t>
            </a:fld>
            <a:endParaRPr lang="en-CN" sz="1200" b="0" i="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153099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Mosaic 1 - white">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0871882-9EE8-B4E5-78D3-CE832ABBC5F9}"/>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2908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8" name="Picture Placeholder 8">
            <a:extLst>
              <a:ext uri="{FF2B5EF4-FFF2-40B4-BE49-F238E27FC236}">
                <a16:creationId xmlns:a16="http://schemas.microsoft.com/office/drawing/2014/main" id="{8FF02B2A-FCFB-DEC3-AFC3-D9C3833C7FBF}"/>
              </a:ext>
            </a:extLst>
          </p:cNvPr>
          <p:cNvSpPr>
            <a:spLocks noGrp="1"/>
          </p:cNvSpPr>
          <p:nvPr>
            <p:ph type="pic" sz="quarter" idx="19"/>
          </p:nvPr>
        </p:nvSpPr>
        <p:spPr>
          <a:xfrm>
            <a:off x="4686300" y="101600"/>
            <a:ext cx="3619500" cy="11557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3462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101600"/>
            <a:ext cx="3695700" cy="29210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0" name="Picture Placeholder 8">
            <a:extLst>
              <a:ext uri="{FF2B5EF4-FFF2-40B4-BE49-F238E27FC236}">
                <a16:creationId xmlns:a16="http://schemas.microsoft.com/office/drawing/2014/main" id="{33C4D819-9396-05E8-9000-6DDBC39CFCDD}"/>
              </a:ext>
            </a:extLst>
          </p:cNvPr>
          <p:cNvSpPr>
            <a:spLocks noGrp="1"/>
          </p:cNvSpPr>
          <p:nvPr>
            <p:ph type="pic" sz="quarter" idx="11"/>
          </p:nvPr>
        </p:nvSpPr>
        <p:spPr>
          <a:xfrm>
            <a:off x="114300" y="3098800"/>
            <a:ext cx="22733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1" name="Picture Placeholder 8">
            <a:extLst>
              <a:ext uri="{FF2B5EF4-FFF2-40B4-BE49-F238E27FC236}">
                <a16:creationId xmlns:a16="http://schemas.microsoft.com/office/drawing/2014/main" id="{C833A6FF-9691-FFB6-D5CD-743E3081A972}"/>
              </a:ext>
              <a:ext uri="{C183D7F6-B498-43B3-948B-1728B52AA6E4}">
                <adec:decorative xmlns:adec="http://schemas.microsoft.com/office/drawing/2017/decorative" val="0"/>
              </a:ext>
            </a:extLst>
          </p:cNvPr>
          <p:cNvSpPr>
            <a:spLocks noGrp="1"/>
          </p:cNvSpPr>
          <p:nvPr>
            <p:ph type="pic" sz="quarter" idx="12"/>
          </p:nvPr>
        </p:nvSpPr>
        <p:spPr>
          <a:xfrm>
            <a:off x="2476500" y="3098800"/>
            <a:ext cx="3619500" cy="16764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Picture Placeholder 8">
            <a:extLst>
              <a:ext uri="{FF2B5EF4-FFF2-40B4-BE49-F238E27FC236}">
                <a16:creationId xmlns:a16="http://schemas.microsoft.com/office/drawing/2014/main" id="{6FFBB9A9-76F4-16D5-A96C-7C41C85A68A1}"/>
              </a:ext>
              <a:ext uri="{C183D7F6-B498-43B3-948B-1728B52AA6E4}">
                <adec:decorative xmlns:adec="http://schemas.microsoft.com/office/drawing/2017/decorative" val="0"/>
              </a:ext>
            </a:extLst>
          </p:cNvPr>
          <p:cNvSpPr>
            <a:spLocks noGrp="1"/>
          </p:cNvSpPr>
          <p:nvPr>
            <p:ph type="pic" sz="quarter" idx="13"/>
          </p:nvPr>
        </p:nvSpPr>
        <p:spPr>
          <a:xfrm>
            <a:off x="2476500" y="4864100"/>
            <a:ext cx="21336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3" name="Picture Placeholder 8">
            <a:extLst>
              <a:ext uri="{FF2B5EF4-FFF2-40B4-BE49-F238E27FC236}">
                <a16:creationId xmlns:a16="http://schemas.microsoft.com/office/drawing/2014/main" id="{891820B4-67F3-B48D-800C-5F60CE052445}"/>
              </a:ext>
            </a:extLst>
          </p:cNvPr>
          <p:cNvSpPr>
            <a:spLocks noGrp="1"/>
          </p:cNvSpPr>
          <p:nvPr>
            <p:ph type="pic" sz="quarter" idx="14"/>
          </p:nvPr>
        </p:nvSpPr>
        <p:spPr>
          <a:xfrm>
            <a:off x="4699000" y="4864100"/>
            <a:ext cx="1397000" cy="18923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4" name="Picture Placeholder 8">
            <a:extLst>
              <a:ext uri="{FF2B5EF4-FFF2-40B4-BE49-F238E27FC236}">
                <a16:creationId xmlns:a16="http://schemas.microsoft.com/office/drawing/2014/main" id="{08BD8956-5A04-BFD8-BB86-E49CAC826211}"/>
              </a:ext>
            </a:extLst>
          </p:cNvPr>
          <p:cNvSpPr>
            <a:spLocks noGrp="1"/>
          </p:cNvSpPr>
          <p:nvPr>
            <p:ph type="pic" sz="quarter" idx="15"/>
          </p:nvPr>
        </p:nvSpPr>
        <p:spPr>
          <a:xfrm>
            <a:off x="6184900" y="3098800"/>
            <a:ext cx="33274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7" name="Picture Placeholder 8">
            <a:extLst>
              <a:ext uri="{FF2B5EF4-FFF2-40B4-BE49-F238E27FC236}">
                <a16:creationId xmlns:a16="http://schemas.microsoft.com/office/drawing/2014/main" id="{0ED2719F-DAAA-0AE5-5F93-3BF892CD3619}"/>
              </a:ext>
            </a:extLst>
          </p:cNvPr>
          <p:cNvSpPr>
            <a:spLocks noGrp="1"/>
          </p:cNvSpPr>
          <p:nvPr>
            <p:ph type="pic" sz="quarter" idx="18"/>
          </p:nvPr>
        </p:nvSpPr>
        <p:spPr>
          <a:xfrm>
            <a:off x="9588500" y="3098800"/>
            <a:ext cx="2489200" cy="3657600"/>
          </a:xfrm>
        </p:spPr>
        <p:txBody>
          <a:bodyPr anchor="ctr">
            <a:normAutofit/>
          </a:bodyPr>
          <a:lstStyle>
            <a:lvl1pPr marL="0" indent="0" algn="ctr">
              <a:buNone/>
              <a:defRPr sz="1800" b="0" i="0">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85943571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osaic  2 - white">
    <p:bg>
      <p:bgPr>
        <a:solidFill>
          <a:schemeClr val="bg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EEEC6AD8-6957-D7C1-99EF-E0E47436B3C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12773226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Mosaic 2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991F2013-00BD-2777-B009-4CF1D8C906B1}"/>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a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48363132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osaic 2 - gold">
    <p:bg>
      <p:bgPr>
        <a:solidFill>
          <a:schemeClr val="accent1"/>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8E312D49-3D07-F2F3-4091-96EEC198FED0}"/>
              </a:ext>
            </a:extLst>
          </p:cNvPr>
          <p:cNvSpPr>
            <a:spLocks noGrp="1"/>
          </p:cNvSpPr>
          <p:nvPr>
            <p:ph type="title" hasCustomPrompt="1"/>
          </p:nvPr>
        </p:nvSpPr>
        <p:spPr>
          <a:xfrm>
            <a:off x="731520" y="-731520"/>
            <a:ext cx="10698480" cy="731520"/>
          </a:xfrm>
        </p:spPr>
        <p:txBody>
          <a:bodyPr lIns="0"/>
          <a:lstStyle>
            <a:lvl1pPr>
              <a:defRPr b="1" i="0">
                <a:solidFill>
                  <a:schemeClr val="tx2"/>
                </a:solidFill>
              </a:defRPr>
            </a:lvl1pPr>
          </a:lstStyle>
          <a:p>
            <a:r>
              <a:rPr lang="en-US" dirty="0"/>
              <a:t>Add title for a screen reader</a:t>
            </a:r>
          </a:p>
        </p:txBody>
      </p:sp>
      <p:sp>
        <p:nvSpPr>
          <p:cNvPr id="9" name="Picture Placeholder 8">
            <a:extLst>
              <a:ext uri="{FF2B5EF4-FFF2-40B4-BE49-F238E27FC236}">
                <a16:creationId xmlns:a16="http://schemas.microsoft.com/office/drawing/2014/main" id="{27D0585D-C095-3EEE-0F5B-19B858C2EE45}"/>
              </a:ext>
            </a:extLst>
          </p:cNvPr>
          <p:cNvSpPr>
            <a:spLocks noGrp="1"/>
          </p:cNvSpPr>
          <p:nvPr>
            <p:ph type="pic" sz="quarter" idx="10"/>
          </p:nvPr>
        </p:nvSpPr>
        <p:spPr>
          <a:xfrm>
            <a:off x="114300" y="101600"/>
            <a:ext cx="4495800" cy="6654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5" name="Picture Placeholder 8">
            <a:extLst>
              <a:ext uri="{FF2B5EF4-FFF2-40B4-BE49-F238E27FC236}">
                <a16:creationId xmlns:a16="http://schemas.microsoft.com/office/drawing/2014/main" id="{D3B8FFFD-1BC4-9B55-62A9-3B6D36DFEEB4}"/>
              </a:ext>
            </a:extLst>
          </p:cNvPr>
          <p:cNvSpPr>
            <a:spLocks noGrp="1"/>
          </p:cNvSpPr>
          <p:nvPr>
            <p:ph type="pic" sz="quarter" idx="16"/>
          </p:nvPr>
        </p:nvSpPr>
        <p:spPr>
          <a:xfrm>
            <a:off x="4686300" y="101600"/>
            <a:ext cx="36195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3" name="Picture Placeholder 8">
            <a:extLst>
              <a:ext uri="{FF2B5EF4-FFF2-40B4-BE49-F238E27FC236}">
                <a16:creationId xmlns:a16="http://schemas.microsoft.com/office/drawing/2014/main" id="{E8A4DCED-64AD-17C7-173D-5A09A06BB60C}"/>
              </a:ext>
            </a:extLst>
          </p:cNvPr>
          <p:cNvSpPr>
            <a:spLocks noGrp="1"/>
          </p:cNvSpPr>
          <p:nvPr>
            <p:ph type="pic" sz="quarter" idx="19"/>
          </p:nvPr>
        </p:nvSpPr>
        <p:spPr>
          <a:xfrm>
            <a:off x="8382000" y="101600"/>
            <a:ext cx="36957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2" name="Picture Placeholder 8">
            <a:extLst>
              <a:ext uri="{FF2B5EF4-FFF2-40B4-BE49-F238E27FC236}">
                <a16:creationId xmlns:a16="http://schemas.microsoft.com/office/drawing/2014/main" id="{EE1E0890-C5A2-4CC9-35D8-2A8ECDEB9426}"/>
              </a:ext>
            </a:extLst>
          </p:cNvPr>
          <p:cNvSpPr>
            <a:spLocks noGrp="1"/>
          </p:cNvSpPr>
          <p:nvPr>
            <p:ph type="pic" sz="quarter" idx="18"/>
          </p:nvPr>
        </p:nvSpPr>
        <p:spPr>
          <a:xfrm>
            <a:off x="4686300" y="4178300"/>
            <a:ext cx="3619500" cy="25781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
        <p:nvSpPr>
          <p:cNvPr id="16" name="Picture Placeholder 8">
            <a:extLst>
              <a:ext uri="{FF2B5EF4-FFF2-40B4-BE49-F238E27FC236}">
                <a16:creationId xmlns:a16="http://schemas.microsoft.com/office/drawing/2014/main" id="{433551BD-9F14-A61E-3F27-1091EBBA2807}"/>
              </a:ext>
            </a:extLst>
          </p:cNvPr>
          <p:cNvSpPr>
            <a:spLocks noGrp="1"/>
          </p:cNvSpPr>
          <p:nvPr>
            <p:ph type="pic" sz="quarter" idx="17"/>
          </p:nvPr>
        </p:nvSpPr>
        <p:spPr>
          <a:xfrm>
            <a:off x="8382000" y="2768600"/>
            <a:ext cx="3695700" cy="3987800"/>
          </a:xfrm>
        </p:spPr>
        <p:txBody>
          <a:bodyPr anchor="ctr">
            <a:normAutofit/>
          </a:bodyPr>
          <a:lstStyle>
            <a:lvl1pPr marL="0" indent="0" algn="ctr">
              <a:buNone/>
              <a:defRPr sz="1800" b="0" i="0">
                <a:solidFill>
                  <a:schemeClr val="bg1"/>
                </a:solidFill>
                <a:latin typeface="Franklin Gothic Book" panose="020B0503020102020204" pitchFamily="34" charset="0"/>
              </a:defRPr>
            </a:lvl1pPr>
          </a:lstStyle>
          <a:p>
            <a:endParaRPr lang="en-US"/>
          </a:p>
        </p:txBody>
      </p:sp>
    </p:spTree>
    <p:extLst>
      <p:ext uri="{BB962C8B-B14F-4D97-AF65-F5344CB8AC3E}">
        <p14:creationId xmlns:p14="http://schemas.microsoft.com/office/powerpoint/2010/main" val="29248142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3 Part Stat - white">
    <p:bg>
      <p:bgPr>
        <a:solidFill>
          <a:schemeClr val="bg1"/>
        </a:solidFill>
        <a:effectLst/>
      </p:bgPr>
    </p:bg>
    <p:spTree>
      <p:nvGrpSpPr>
        <p:cNvPr id="1" name=""/>
        <p:cNvGrpSpPr/>
        <p:nvPr/>
      </p:nvGrpSpPr>
      <p:grpSpPr>
        <a:xfrm>
          <a:off x="0" y="0"/>
          <a:ext cx="0" cy="0"/>
          <a:chOff x="0" y="0"/>
          <a:chExt cx="0" cy="0"/>
        </a:xfrm>
      </p:grpSpPr>
      <p:sp>
        <p:nvSpPr>
          <p:cNvPr id="27" name="Title 12">
            <a:extLst>
              <a:ext uri="{FF2B5EF4-FFF2-40B4-BE49-F238E27FC236}">
                <a16:creationId xmlns:a16="http://schemas.microsoft.com/office/drawing/2014/main" id="{399269B8-4426-0104-2ACC-8914BFE01777}"/>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Text Placeholder 14">
            <a:extLst>
              <a:ext uri="{FF2B5EF4-FFF2-40B4-BE49-F238E27FC236}">
                <a16:creationId xmlns:a16="http://schemas.microsoft.com/office/drawing/2014/main" id="{8E90701E-7F28-6411-667C-697BA54F4A20}"/>
              </a:ext>
            </a:extLst>
          </p:cNvPr>
          <p:cNvSpPr>
            <a:spLocks noGrp="1"/>
          </p:cNvSpPr>
          <p:nvPr>
            <p:ph type="body" sz="quarter" idx="17" hasCustomPrompt="1"/>
          </p:nvPr>
        </p:nvSpPr>
        <p:spPr>
          <a:xfrm>
            <a:off x="73152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1" name="Text Placeholder 16">
            <a:extLst>
              <a:ext uri="{FF2B5EF4-FFF2-40B4-BE49-F238E27FC236}">
                <a16:creationId xmlns:a16="http://schemas.microsoft.com/office/drawing/2014/main" id="{5AC5FED3-8E19-7F6B-A3E5-4F8543D92EF2}"/>
              </a:ext>
            </a:extLst>
          </p:cNvPr>
          <p:cNvSpPr>
            <a:spLocks noGrp="1"/>
          </p:cNvSpPr>
          <p:nvPr>
            <p:ph type="body" sz="quarter" idx="18" hasCustomPrompt="1"/>
          </p:nvPr>
        </p:nvSpPr>
        <p:spPr>
          <a:xfrm>
            <a:off x="73152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9" name="Content Placeholder 3">
            <a:extLst>
              <a:ext uri="{FF2B5EF4-FFF2-40B4-BE49-F238E27FC236}">
                <a16:creationId xmlns:a16="http://schemas.microsoft.com/office/drawing/2014/main" id="{F8C9EE5B-9A58-7448-02C9-827CA452D2F5}"/>
              </a:ext>
            </a:extLst>
          </p:cNvPr>
          <p:cNvSpPr>
            <a:spLocks noGrp="1"/>
          </p:cNvSpPr>
          <p:nvPr>
            <p:ph sz="half" idx="14" hasCustomPrompt="1"/>
          </p:nvPr>
        </p:nvSpPr>
        <p:spPr>
          <a:xfrm>
            <a:off x="731520" y="2768121"/>
            <a:ext cx="3291840" cy="2950508"/>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text</a:t>
            </a:r>
          </a:p>
        </p:txBody>
      </p:sp>
      <p:sp>
        <p:nvSpPr>
          <p:cNvPr id="3" name="Text Placeholder 14">
            <a:extLst>
              <a:ext uri="{FF2B5EF4-FFF2-40B4-BE49-F238E27FC236}">
                <a16:creationId xmlns:a16="http://schemas.microsoft.com/office/drawing/2014/main" id="{5220CD8A-5235-F534-3DD9-9F519AD62755}"/>
              </a:ext>
            </a:extLst>
          </p:cNvPr>
          <p:cNvSpPr>
            <a:spLocks noGrp="1"/>
          </p:cNvSpPr>
          <p:nvPr>
            <p:ph type="body" sz="quarter" idx="20" hasCustomPrompt="1"/>
          </p:nvPr>
        </p:nvSpPr>
        <p:spPr>
          <a:xfrm>
            <a:off x="4450080"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4" name="Text Placeholder 16">
            <a:extLst>
              <a:ext uri="{FF2B5EF4-FFF2-40B4-BE49-F238E27FC236}">
                <a16:creationId xmlns:a16="http://schemas.microsoft.com/office/drawing/2014/main" id="{1908B3E4-FC71-40C3-DF40-51C788B248FF}"/>
              </a:ext>
            </a:extLst>
          </p:cNvPr>
          <p:cNvSpPr>
            <a:spLocks noGrp="1"/>
          </p:cNvSpPr>
          <p:nvPr>
            <p:ph type="body" sz="quarter" idx="21" hasCustomPrompt="1"/>
          </p:nvPr>
        </p:nvSpPr>
        <p:spPr>
          <a:xfrm>
            <a:off x="4450080"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 name="Content Placeholder 3">
            <a:extLst>
              <a:ext uri="{FF2B5EF4-FFF2-40B4-BE49-F238E27FC236}">
                <a16:creationId xmlns:a16="http://schemas.microsoft.com/office/drawing/2014/main" id="{A1D29AF1-CB93-AB50-BEB4-88DEB96E30A5}"/>
              </a:ext>
            </a:extLst>
          </p:cNvPr>
          <p:cNvSpPr>
            <a:spLocks noGrp="1"/>
          </p:cNvSpPr>
          <p:nvPr>
            <p:ph sz="half" idx="19" hasCustomPrompt="1"/>
          </p:nvPr>
        </p:nvSpPr>
        <p:spPr>
          <a:xfrm>
            <a:off x="4450080"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6" name="Text Placeholder 14">
            <a:extLst>
              <a:ext uri="{FF2B5EF4-FFF2-40B4-BE49-F238E27FC236}">
                <a16:creationId xmlns:a16="http://schemas.microsoft.com/office/drawing/2014/main" id="{0042CB49-A81B-7E0A-C458-41EA1A3E1456}"/>
              </a:ext>
            </a:extLst>
          </p:cNvPr>
          <p:cNvSpPr>
            <a:spLocks noGrp="1"/>
          </p:cNvSpPr>
          <p:nvPr>
            <p:ph type="body" sz="quarter" idx="23" hasCustomPrompt="1"/>
          </p:nvPr>
        </p:nvSpPr>
        <p:spPr>
          <a:xfrm>
            <a:off x="8130695" y="1371600"/>
            <a:ext cx="3291840" cy="811212"/>
          </a:xfrm>
          <a:prstGeom prst="rect">
            <a:avLst/>
          </a:prstGeom>
        </p:spPr>
        <p:txBody>
          <a:bodyPr anchor="b">
            <a:noAutofit/>
          </a:bodyPr>
          <a:lstStyle>
            <a:lvl1pPr marL="0" indent="0" algn="ctr">
              <a:buNone/>
              <a:defRPr sz="4000" b="0" i="0">
                <a:solidFill>
                  <a:schemeClr val="tx2"/>
                </a:solidFill>
                <a:latin typeface="Franklin Gothic Demi" panose="020B0603020102020204" pitchFamily="34" charset="0"/>
                <a:cs typeface="Arial" panose="020B0604020202020204" pitchFamily="34" charset="0"/>
              </a:defRPr>
            </a:lvl1pPr>
          </a:lstStyle>
          <a:p>
            <a:pPr lvl="0"/>
            <a:r>
              <a:rPr lang="en-US"/>
              <a:t>Add stat</a:t>
            </a:r>
          </a:p>
        </p:txBody>
      </p:sp>
      <p:sp>
        <p:nvSpPr>
          <p:cNvPr id="16" name="Text Placeholder 16">
            <a:extLst>
              <a:ext uri="{FF2B5EF4-FFF2-40B4-BE49-F238E27FC236}">
                <a16:creationId xmlns:a16="http://schemas.microsoft.com/office/drawing/2014/main" id="{0EEEBBF9-EFDE-4DBD-0C48-8C8FEA5AE06E}"/>
              </a:ext>
            </a:extLst>
          </p:cNvPr>
          <p:cNvSpPr>
            <a:spLocks noGrp="1"/>
          </p:cNvSpPr>
          <p:nvPr>
            <p:ph type="body" sz="quarter" idx="24" hasCustomPrompt="1"/>
          </p:nvPr>
        </p:nvSpPr>
        <p:spPr>
          <a:xfrm>
            <a:off x="8130695" y="2356343"/>
            <a:ext cx="3291840" cy="384175"/>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BF3A7141-1F97-9A54-2FB3-53968FA43779}"/>
              </a:ext>
            </a:extLst>
          </p:cNvPr>
          <p:cNvSpPr>
            <a:spLocks noGrp="1"/>
          </p:cNvSpPr>
          <p:nvPr>
            <p:ph sz="half" idx="22" hasCustomPrompt="1"/>
          </p:nvPr>
        </p:nvSpPr>
        <p:spPr>
          <a:xfrm>
            <a:off x="8130695" y="2768121"/>
            <a:ext cx="3291840" cy="2950508"/>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7" name="Slide Number Placeholder 16">
            <a:extLst>
              <a:ext uri="{FF2B5EF4-FFF2-40B4-BE49-F238E27FC236}">
                <a16:creationId xmlns:a16="http://schemas.microsoft.com/office/drawing/2014/main" id="{B898A5C4-463E-457A-D8C2-68FB80B3BA8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0521D2F-3FF7-9742-80FF-34EEC4B5AC0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09A5AA0E-BF23-D32C-8CE7-DDF9C144463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605879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Graph 1 - white">
    <p:bg>
      <p:bgPr>
        <a:solidFill>
          <a:schemeClr val="bg1"/>
        </a:solidFill>
        <a:effectLst/>
      </p:bgPr>
    </p:bg>
    <p:spTree>
      <p:nvGrpSpPr>
        <p:cNvPr id="1" name=""/>
        <p:cNvGrpSpPr/>
        <p:nvPr/>
      </p:nvGrpSpPr>
      <p:grpSpPr>
        <a:xfrm>
          <a:off x="0" y="0"/>
          <a:ext cx="0" cy="0"/>
          <a:chOff x="0" y="0"/>
          <a:chExt cx="0" cy="0"/>
        </a:xfrm>
      </p:grpSpPr>
      <p:sp>
        <p:nvSpPr>
          <p:cNvPr id="27" name="Title 4">
            <a:extLst>
              <a:ext uri="{FF2B5EF4-FFF2-40B4-BE49-F238E27FC236}">
                <a16:creationId xmlns:a16="http://schemas.microsoft.com/office/drawing/2014/main" id="{1E4020EF-EA8E-DA11-0F6B-F21E2811D4B2}"/>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 name="Chart Placeholder 8">
            <a:extLst>
              <a:ext uri="{FF2B5EF4-FFF2-40B4-BE49-F238E27FC236}">
                <a16:creationId xmlns:a16="http://schemas.microsoft.com/office/drawing/2014/main" id="{989A4D8A-8497-23DF-8D15-C29F38D5D6B8}"/>
              </a:ext>
            </a:extLst>
          </p:cNvPr>
          <p:cNvSpPr>
            <a:spLocks noGrp="1"/>
          </p:cNvSpPr>
          <p:nvPr>
            <p:ph type="chart" sz="quarter" idx="16" hasCustomPrompt="1"/>
          </p:nvPr>
        </p:nvSpPr>
        <p:spPr>
          <a:xfrm>
            <a:off x="731519" y="1188720"/>
            <a:ext cx="10698479" cy="5029200"/>
          </a:xfrm>
          <a:prstGeom prst="rect">
            <a:avLst/>
          </a:prstGeo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graph/bar graph</a:t>
            </a:r>
          </a:p>
        </p:txBody>
      </p:sp>
      <p:sp>
        <p:nvSpPr>
          <p:cNvPr id="3" name="Slide Number Placeholder 16">
            <a:extLst>
              <a:ext uri="{FF2B5EF4-FFF2-40B4-BE49-F238E27FC236}">
                <a16:creationId xmlns:a16="http://schemas.microsoft.com/office/drawing/2014/main" id="{6C94FFA3-C05B-05A0-C6CA-CD9B7F75746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0C15190-1990-E64D-AC18-C113551EE7C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A40B91A5-B254-AFC1-112C-CC65D4D2C3B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8276293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able 1 - white">
    <p:bg>
      <p:bgPr>
        <a:solidFill>
          <a:schemeClr val="bg1"/>
        </a:solidFill>
        <a:effectLst/>
      </p:bgPr>
    </p:bg>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AB59A6A7-070F-CEC0-31E9-8EC32E75058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7" name="Table Placeholder 8">
            <a:extLst>
              <a:ext uri="{FF2B5EF4-FFF2-40B4-BE49-F238E27FC236}">
                <a16:creationId xmlns:a16="http://schemas.microsoft.com/office/drawing/2014/main" id="{E608DE11-A952-267A-9452-DB37A3FBBC72}"/>
              </a:ext>
            </a:extLst>
          </p:cNvPr>
          <p:cNvSpPr>
            <a:spLocks noGrp="1"/>
          </p:cNvSpPr>
          <p:nvPr>
            <p:ph type="tbl" sz="quarter" idx="10" hasCustomPrompt="1"/>
          </p:nvPr>
        </p:nvSpPr>
        <p:spPr>
          <a:xfrm>
            <a:off x="731520" y="1188720"/>
            <a:ext cx="10698480" cy="5029200"/>
          </a:xfrm>
        </p:spPr>
        <p:txBody>
          <a:bodyPr>
            <a:normAutofit/>
          </a:bodyPr>
          <a:lstStyle>
            <a:lvl1pPr marL="0" indent="0">
              <a:buFontTx/>
              <a:buNone/>
              <a:defRPr sz="1800" b="0" i="0">
                <a:solidFill>
                  <a:schemeClr val="tx2"/>
                </a:solidFill>
                <a:latin typeface="Franklin Gothic Book" panose="020B0503020102020204" pitchFamily="34" charset="0"/>
              </a:defRPr>
            </a:lvl1pPr>
          </a:lstStyle>
          <a:p>
            <a:r>
              <a:rPr lang="en-US"/>
              <a:t>Click icon to add table </a:t>
            </a:r>
          </a:p>
        </p:txBody>
      </p:sp>
      <p:sp>
        <p:nvSpPr>
          <p:cNvPr id="2" name="Slide Number Placeholder 16">
            <a:extLst>
              <a:ext uri="{FF2B5EF4-FFF2-40B4-BE49-F238E27FC236}">
                <a16:creationId xmlns:a16="http://schemas.microsoft.com/office/drawing/2014/main" id="{DE4BD690-3597-B82A-95A9-1880CB12AEE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6045721-B67B-AD47-A7C7-472017E2473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C80BD68-F3B1-1AFC-D8A8-0AD11524C85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458298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able 2 - white">
    <p:bg>
      <p:bgPr>
        <a:solidFill>
          <a:schemeClr val="bg1"/>
        </a:solidFill>
        <a:effectLst/>
      </p:bgPr>
    </p:bg>
    <p:spTree>
      <p:nvGrpSpPr>
        <p:cNvPr id="1" name=""/>
        <p:cNvGrpSpPr/>
        <p:nvPr/>
      </p:nvGrpSpPr>
      <p:grpSpPr>
        <a:xfrm>
          <a:off x="0" y="0"/>
          <a:ext cx="0" cy="0"/>
          <a:chOff x="0" y="0"/>
          <a:chExt cx="0" cy="0"/>
        </a:xfrm>
      </p:grpSpPr>
      <p:sp>
        <p:nvSpPr>
          <p:cNvPr id="11" name="Title 12">
            <a:extLst>
              <a:ext uri="{FF2B5EF4-FFF2-40B4-BE49-F238E27FC236}">
                <a16:creationId xmlns:a16="http://schemas.microsoft.com/office/drawing/2014/main" id="{97074ACA-8B9A-6828-EB22-89939485877D}"/>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graphicFrame>
        <p:nvGraphicFramePr>
          <p:cNvPr id="7" name="Table Placeholder 6">
            <a:extLst>
              <a:ext uri="{FF2B5EF4-FFF2-40B4-BE49-F238E27FC236}">
                <a16:creationId xmlns:a16="http://schemas.microsoft.com/office/drawing/2014/main" id="{C282B898-14C0-6D4B-21AA-35D79774ED9D}"/>
              </a:ext>
            </a:extLst>
          </p:cNvPr>
          <p:cNvGraphicFramePr>
            <a:graphicFrameLocks/>
          </p:cNvGraphicFramePr>
          <p:nvPr userDrawn="1">
            <p:extLst>
              <p:ext uri="{D42A27DB-BD31-4B8C-83A1-F6EECF244321}">
                <p14:modId xmlns:p14="http://schemas.microsoft.com/office/powerpoint/2010/main" val="757834029"/>
              </p:ext>
            </p:extLst>
          </p:nvPr>
        </p:nvGraphicFramePr>
        <p:xfrm>
          <a:off x="731520" y="1325086"/>
          <a:ext cx="10604900" cy="4381500"/>
        </p:xfrm>
        <a:graphic>
          <a:graphicData uri="http://schemas.openxmlformats.org/drawingml/2006/table">
            <a:tbl>
              <a:tblPr firstRow="1" bandRow="1">
                <a:tableStyleId>{5C22544A-7EE6-4342-B048-85BDC9FD1C3A}</a:tableStyleId>
              </a:tblPr>
              <a:tblGrid>
                <a:gridCol w="2120980">
                  <a:extLst>
                    <a:ext uri="{9D8B030D-6E8A-4147-A177-3AD203B41FA5}">
                      <a16:colId xmlns:a16="http://schemas.microsoft.com/office/drawing/2014/main" val="3164625399"/>
                    </a:ext>
                  </a:extLst>
                </a:gridCol>
                <a:gridCol w="2120980">
                  <a:extLst>
                    <a:ext uri="{9D8B030D-6E8A-4147-A177-3AD203B41FA5}">
                      <a16:colId xmlns:a16="http://schemas.microsoft.com/office/drawing/2014/main" val="1440686562"/>
                    </a:ext>
                  </a:extLst>
                </a:gridCol>
                <a:gridCol w="2120980">
                  <a:extLst>
                    <a:ext uri="{9D8B030D-6E8A-4147-A177-3AD203B41FA5}">
                      <a16:colId xmlns:a16="http://schemas.microsoft.com/office/drawing/2014/main" val="3924201202"/>
                    </a:ext>
                  </a:extLst>
                </a:gridCol>
                <a:gridCol w="2120980">
                  <a:extLst>
                    <a:ext uri="{9D8B030D-6E8A-4147-A177-3AD203B41FA5}">
                      <a16:colId xmlns:a16="http://schemas.microsoft.com/office/drawing/2014/main" val="2632204285"/>
                    </a:ext>
                  </a:extLst>
                </a:gridCol>
                <a:gridCol w="2120980">
                  <a:extLst>
                    <a:ext uri="{9D8B030D-6E8A-4147-A177-3AD203B41FA5}">
                      <a16:colId xmlns:a16="http://schemas.microsoft.com/office/drawing/2014/main" val="3326274086"/>
                    </a:ext>
                  </a:extLst>
                </a:gridCol>
              </a:tblGrid>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1556055900"/>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0" i="0">
                        <a:solidFill>
                          <a:schemeClr val="accent1"/>
                        </a:solidFill>
                        <a:latin typeface="Franklin Gothic Medium" panose="020B06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74047177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4128160816"/>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3370330837"/>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60132463"/>
                  </a:ext>
                </a:extLst>
              </a:tr>
              <a:tr h="7302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Franklin Gothic Medium" panose="020B0603020102020204" pitchFamily="34" charset="0"/>
                        <a:ea typeface="+mn-ea"/>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tc>
                  <a:txBody>
                    <a:bodyPr/>
                    <a:lstStyle/>
                    <a:p>
                      <a:pPr algn="ctr"/>
                      <a:endParaRPr lang="en-US" b="0" i="0">
                        <a:solidFill>
                          <a:schemeClr val="accent1"/>
                        </a:solidFill>
                        <a:latin typeface="Franklin Gothic Book" panose="020B0503020102020204" pitchFamily="34" charset="0"/>
                        <a:cs typeface="Arial" panose="020B0604020202020204" pitchFamily="34" charset="0"/>
                      </a:endParaRPr>
                    </a:p>
                  </a:txBody>
                  <a:tcPr anchor="ctr">
                    <a:lnL w="12700" cap="flat" cmpd="sng" algn="ctr">
                      <a:solidFill>
                        <a:srgbClr val="A9A47A"/>
                      </a:solidFill>
                      <a:prstDash val="solid"/>
                      <a:round/>
                      <a:headEnd type="none" w="med" len="med"/>
                      <a:tailEnd type="none" w="med" len="med"/>
                    </a:lnL>
                    <a:lnR w="12700" cap="flat" cmpd="sng" algn="ctr">
                      <a:solidFill>
                        <a:srgbClr val="A9A47A"/>
                      </a:solidFill>
                      <a:prstDash val="solid"/>
                      <a:round/>
                      <a:headEnd type="none" w="med" len="med"/>
                      <a:tailEnd type="none" w="med" len="med"/>
                    </a:lnR>
                    <a:lnT w="12700" cap="flat" cmpd="sng" algn="ctr">
                      <a:solidFill>
                        <a:srgbClr val="A9A47A"/>
                      </a:solidFill>
                      <a:prstDash val="solid"/>
                      <a:round/>
                      <a:headEnd type="none" w="med" len="med"/>
                      <a:tailEnd type="none" w="med" len="med"/>
                    </a:lnT>
                    <a:lnB w="12700" cap="flat" cmpd="sng" algn="ctr">
                      <a:solidFill>
                        <a:srgbClr val="A9A47A"/>
                      </a:solidFill>
                      <a:prstDash val="solid"/>
                      <a:round/>
                      <a:headEnd type="none" w="med" len="med"/>
                      <a:tailEnd type="none" w="med" len="med"/>
                    </a:lnB>
                    <a:noFill/>
                  </a:tcPr>
                </a:tc>
                <a:extLst>
                  <a:ext uri="{0D108BD9-81ED-4DB2-BD59-A6C34878D82A}">
                    <a16:rowId xmlns:a16="http://schemas.microsoft.com/office/drawing/2014/main" val="852805695"/>
                  </a:ext>
                </a:extLst>
              </a:tr>
            </a:tbl>
          </a:graphicData>
        </a:graphic>
      </p:graphicFrame>
      <p:sp>
        <p:nvSpPr>
          <p:cNvPr id="16" name="Text Placeholder 16">
            <a:extLst>
              <a:ext uri="{FF2B5EF4-FFF2-40B4-BE49-F238E27FC236}">
                <a16:creationId xmlns:a16="http://schemas.microsoft.com/office/drawing/2014/main" id="{5A53004F-611B-FDFE-A535-415CF2A2A442}"/>
              </a:ext>
            </a:extLst>
          </p:cNvPr>
          <p:cNvSpPr>
            <a:spLocks noGrp="1"/>
          </p:cNvSpPr>
          <p:nvPr>
            <p:ph type="body" sz="quarter" idx="18" hasCustomPrompt="1"/>
          </p:nvPr>
        </p:nvSpPr>
        <p:spPr>
          <a:xfrm>
            <a:off x="778713"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1" name="Text Placeholder 16">
            <a:extLst>
              <a:ext uri="{FF2B5EF4-FFF2-40B4-BE49-F238E27FC236}">
                <a16:creationId xmlns:a16="http://schemas.microsoft.com/office/drawing/2014/main" id="{493C5514-CA36-2022-8C3F-286BC254E0AB}"/>
              </a:ext>
            </a:extLst>
          </p:cNvPr>
          <p:cNvSpPr>
            <a:spLocks noGrp="1"/>
          </p:cNvSpPr>
          <p:nvPr>
            <p:ph type="body" sz="quarter" idx="24" hasCustomPrompt="1"/>
          </p:nvPr>
        </p:nvSpPr>
        <p:spPr>
          <a:xfrm>
            <a:off x="2895189"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2" name="Text Placeholder 16">
            <a:extLst>
              <a:ext uri="{FF2B5EF4-FFF2-40B4-BE49-F238E27FC236}">
                <a16:creationId xmlns:a16="http://schemas.microsoft.com/office/drawing/2014/main" id="{D9F9A5E9-1AFA-3ED3-2110-57397573DD4B}"/>
              </a:ext>
            </a:extLst>
          </p:cNvPr>
          <p:cNvSpPr>
            <a:spLocks noGrp="1"/>
          </p:cNvSpPr>
          <p:nvPr>
            <p:ph type="body" sz="quarter" idx="25" hasCustomPrompt="1"/>
          </p:nvPr>
        </p:nvSpPr>
        <p:spPr>
          <a:xfrm>
            <a:off x="5021940"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3" name="Text Placeholder 16">
            <a:extLst>
              <a:ext uri="{FF2B5EF4-FFF2-40B4-BE49-F238E27FC236}">
                <a16:creationId xmlns:a16="http://schemas.microsoft.com/office/drawing/2014/main" id="{23B423B6-4182-57FD-6A4A-95F04320D42D}"/>
              </a:ext>
            </a:extLst>
          </p:cNvPr>
          <p:cNvSpPr>
            <a:spLocks noGrp="1"/>
          </p:cNvSpPr>
          <p:nvPr>
            <p:ph type="body" sz="quarter" idx="26" hasCustomPrompt="1"/>
          </p:nvPr>
        </p:nvSpPr>
        <p:spPr>
          <a:xfrm>
            <a:off x="713841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4" name="Text Placeholder 16">
            <a:extLst>
              <a:ext uri="{FF2B5EF4-FFF2-40B4-BE49-F238E27FC236}">
                <a16:creationId xmlns:a16="http://schemas.microsoft.com/office/drawing/2014/main" id="{AA93C553-964D-0850-3B26-DFAB97A487A5}"/>
              </a:ext>
            </a:extLst>
          </p:cNvPr>
          <p:cNvSpPr>
            <a:spLocks noGrp="1"/>
          </p:cNvSpPr>
          <p:nvPr>
            <p:ph type="body" sz="quarter" idx="27" hasCustomPrompt="1"/>
          </p:nvPr>
        </p:nvSpPr>
        <p:spPr>
          <a:xfrm>
            <a:off x="9265166" y="138541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18" name="Text Placeholder 16">
            <a:extLst>
              <a:ext uri="{FF2B5EF4-FFF2-40B4-BE49-F238E27FC236}">
                <a16:creationId xmlns:a16="http://schemas.microsoft.com/office/drawing/2014/main" id="{CF3BB985-22C8-E75A-0B82-FDA22F8549C6}"/>
              </a:ext>
            </a:extLst>
          </p:cNvPr>
          <p:cNvSpPr>
            <a:spLocks noGrp="1"/>
          </p:cNvSpPr>
          <p:nvPr>
            <p:ph type="body" sz="quarter" idx="19" hasCustomPrompt="1"/>
          </p:nvPr>
        </p:nvSpPr>
        <p:spPr>
          <a:xfrm>
            <a:off x="778713" y="211487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5" name="Text Placeholder 16">
            <a:extLst>
              <a:ext uri="{FF2B5EF4-FFF2-40B4-BE49-F238E27FC236}">
                <a16:creationId xmlns:a16="http://schemas.microsoft.com/office/drawing/2014/main" id="{72B3CF17-C4C5-40E3-F64E-2382395E7CE8}"/>
              </a:ext>
            </a:extLst>
          </p:cNvPr>
          <p:cNvSpPr>
            <a:spLocks noGrp="1"/>
          </p:cNvSpPr>
          <p:nvPr>
            <p:ph type="body" sz="quarter" idx="28" hasCustomPrompt="1"/>
          </p:nvPr>
        </p:nvSpPr>
        <p:spPr>
          <a:xfrm>
            <a:off x="2895189"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6" name="Text Placeholder 16">
            <a:extLst>
              <a:ext uri="{FF2B5EF4-FFF2-40B4-BE49-F238E27FC236}">
                <a16:creationId xmlns:a16="http://schemas.microsoft.com/office/drawing/2014/main" id="{6C3B6EC8-4D67-BCC0-84E5-F933B9A0DD49}"/>
              </a:ext>
            </a:extLst>
          </p:cNvPr>
          <p:cNvSpPr>
            <a:spLocks noGrp="1"/>
          </p:cNvSpPr>
          <p:nvPr>
            <p:ph type="body" sz="quarter" idx="29" hasCustomPrompt="1"/>
          </p:nvPr>
        </p:nvSpPr>
        <p:spPr>
          <a:xfrm>
            <a:off x="5021940"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7" name="Text Placeholder 16">
            <a:extLst>
              <a:ext uri="{FF2B5EF4-FFF2-40B4-BE49-F238E27FC236}">
                <a16:creationId xmlns:a16="http://schemas.microsoft.com/office/drawing/2014/main" id="{04D61AC1-0A6A-95CE-BC08-4DB5710EF354}"/>
              </a:ext>
            </a:extLst>
          </p:cNvPr>
          <p:cNvSpPr>
            <a:spLocks noGrp="1"/>
          </p:cNvSpPr>
          <p:nvPr>
            <p:ph type="body" sz="quarter" idx="30" hasCustomPrompt="1"/>
          </p:nvPr>
        </p:nvSpPr>
        <p:spPr>
          <a:xfrm>
            <a:off x="713841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8" name="Text Placeholder 16">
            <a:extLst>
              <a:ext uri="{FF2B5EF4-FFF2-40B4-BE49-F238E27FC236}">
                <a16:creationId xmlns:a16="http://schemas.microsoft.com/office/drawing/2014/main" id="{AB68D2E9-3F94-568C-7FC0-052314AB30BF}"/>
              </a:ext>
            </a:extLst>
          </p:cNvPr>
          <p:cNvSpPr>
            <a:spLocks noGrp="1"/>
          </p:cNvSpPr>
          <p:nvPr>
            <p:ph type="body" sz="quarter" idx="31" hasCustomPrompt="1"/>
          </p:nvPr>
        </p:nvSpPr>
        <p:spPr>
          <a:xfrm>
            <a:off x="9265166" y="211487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19" name="Text Placeholder 16">
            <a:extLst>
              <a:ext uri="{FF2B5EF4-FFF2-40B4-BE49-F238E27FC236}">
                <a16:creationId xmlns:a16="http://schemas.microsoft.com/office/drawing/2014/main" id="{06A989F8-DE09-8DEE-287F-84814C4ED793}"/>
              </a:ext>
            </a:extLst>
          </p:cNvPr>
          <p:cNvSpPr>
            <a:spLocks noGrp="1"/>
          </p:cNvSpPr>
          <p:nvPr>
            <p:ph type="body" sz="quarter" idx="20" hasCustomPrompt="1"/>
          </p:nvPr>
        </p:nvSpPr>
        <p:spPr>
          <a:xfrm>
            <a:off x="778713" y="2844342"/>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39" name="Text Placeholder 16">
            <a:extLst>
              <a:ext uri="{FF2B5EF4-FFF2-40B4-BE49-F238E27FC236}">
                <a16:creationId xmlns:a16="http://schemas.microsoft.com/office/drawing/2014/main" id="{EE72BC0C-BACD-F75B-D125-277F715670C3}"/>
              </a:ext>
            </a:extLst>
          </p:cNvPr>
          <p:cNvSpPr>
            <a:spLocks noGrp="1"/>
          </p:cNvSpPr>
          <p:nvPr>
            <p:ph type="body" sz="quarter" idx="32" hasCustomPrompt="1"/>
          </p:nvPr>
        </p:nvSpPr>
        <p:spPr>
          <a:xfrm>
            <a:off x="2895189"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0" name="Text Placeholder 16">
            <a:extLst>
              <a:ext uri="{FF2B5EF4-FFF2-40B4-BE49-F238E27FC236}">
                <a16:creationId xmlns:a16="http://schemas.microsoft.com/office/drawing/2014/main" id="{DEB2A0EA-CE33-EF74-B02A-E26385EF76F0}"/>
              </a:ext>
            </a:extLst>
          </p:cNvPr>
          <p:cNvSpPr>
            <a:spLocks noGrp="1"/>
          </p:cNvSpPr>
          <p:nvPr>
            <p:ph type="body" sz="quarter" idx="33" hasCustomPrompt="1"/>
          </p:nvPr>
        </p:nvSpPr>
        <p:spPr>
          <a:xfrm>
            <a:off x="5021940"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1" name="Text Placeholder 16">
            <a:extLst>
              <a:ext uri="{FF2B5EF4-FFF2-40B4-BE49-F238E27FC236}">
                <a16:creationId xmlns:a16="http://schemas.microsoft.com/office/drawing/2014/main" id="{CBE7E743-EC4A-6B86-55F0-039EFE0B0EAD}"/>
              </a:ext>
            </a:extLst>
          </p:cNvPr>
          <p:cNvSpPr>
            <a:spLocks noGrp="1"/>
          </p:cNvSpPr>
          <p:nvPr>
            <p:ph type="body" sz="quarter" idx="34" hasCustomPrompt="1"/>
          </p:nvPr>
        </p:nvSpPr>
        <p:spPr>
          <a:xfrm>
            <a:off x="713841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2" name="Text Placeholder 16">
            <a:extLst>
              <a:ext uri="{FF2B5EF4-FFF2-40B4-BE49-F238E27FC236}">
                <a16:creationId xmlns:a16="http://schemas.microsoft.com/office/drawing/2014/main" id="{63FDCCFA-E7D1-5BDC-7785-A6533504D746}"/>
              </a:ext>
            </a:extLst>
          </p:cNvPr>
          <p:cNvSpPr>
            <a:spLocks noGrp="1"/>
          </p:cNvSpPr>
          <p:nvPr>
            <p:ph type="body" sz="quarter" idx="35" hasCustomPrompt="1"/>
          </p:nvPr>
        </p:nvSpPr>
        <p:spPr>
          <a:xfrm>
            <a:off x="9265166" y="2844342"/>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8" name="Text Placeholder 16">
            <a:extLst>
              <a:ext uri="{FF2B5EF4-FFF2-40B4-BE49-F238E27FC236}">
                <a16:creationId xmlns:a16="http://schemas.microsoft.com/office/drawing/2014/main" id="{8C4BB113-D81B-76AD-0A9D-92AC2936DB63}"/>
              </a:ext>
            </a:extLst>
          </p:cNvPr>
          <p:cNvSpPr>
            <a:spLocks noGrp="1"/>
          </p:cNvSpPr>
          <p:nvPr>
            <p:ph type="body" sz="quarter" idx="21" hasCustomPrompt="1"/>
          </p:nvPr>
        </p:nvSpPr>
        <p:spPr>
          <a:xfrm>
            <a:off x="778713" y="3573807"/>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3" name="Text Placeholder 16">
            <a:extLst>
              <a:ext uri="{FF2B5EF4-FFF2-40B4-BE49-F238E27FC236}">
                <a16:creationId xmlns:a16="http://schemas.microsoft.com/office/drawing/2014/main" id="{4F9344F0-00A6-16F2-8919-1C4FA0853558}"/>
              </a:ext>
            </a:extLst>
          </p:cNvPr>
          <p:cNvSpPr>
            <a:spLocks noGrp="1"/>
          </p:cNvSpPr>
          <p:nvPr>
            <p:ph type="body" sz="quarter" idx="36" hasCustomPrompt="1"/>
          </p:nvPr>
        </p:nvSpPr>
        <p:spPr>
          <a:xfrm>
            <a:off x="2895189"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4" name="Text Placeholder 16">
            <a:extLst>
              <a:ext uri="{FF2B5EF4-FFF2-40B4-BE49-F238E27FC236}">
                <a16:creationId xmlns:a16="http://schemas.microsoft.com/office/drawing/2014/main" id="{AE0EEB87-C93A-5BAA-10DF-828FADB09A11}"/>
              </a:ext>
            </a:extLst>
          </p:cNvPr>
          <p:cNvSpPr>
            <a:spLocks noGrp="1"/>
          </p:cNvSpPr>
          <p:nvPr>
            <p:ph type="body" sz="quarter" idx="37" hasCustomPrompt="1"/>
          </p:nvPr>
        </p:nvSpPr>
        <p:spPr>
          <a:xfrm>
            <a:off x="5021940"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5" name="Text Placeholder 16">
            <a:extLst>
              <a:ext uri="{FF2B5EF4-FFF2-40B4-BE49-F238E27FC236}">
                <a16:creationId xmlns:a16="http://schemas.microsoft.com/office/drawing/2014/main" id="{2848B0A3-E503-F570-B3A4-E1ED7E513D7E}"/>
              </a:ext>
            </a:extLst>
          </p:cNvPr>
          <p:cNvSpPr>
            <a:spLocks noGrp="1"/>
          </p:cNvSpPr>
          <p:nvPr>
            <p:ph type="body" sz="quarter" idx="38" hasCustomPrompt="1"/>
          </p:nvPr>
        </p:nvSpPr>
        <p:spPr>
          <a:xfrm>
            <a:off x="713841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6" name="Text Placeholder 16">
            <a:extLst>
              <a:ext uri="{FF2B5EF4-FFF2-40B4-BE49-F238E27FC236}">
                <a16:creationId xmlns:a16="http://schemas.microsoft.com/office/drawing/2014/main" id="{76B084BD-86BE-8E46-BAC8-297DF3911160}"/>
              </a:ext>
            </a:extLst>
          </p:cNvPr>
          <p:cNvSpPr>
            <a:spLocks noGrp="1"/>
          </p:cNvSpPr>
          <p:nvPr>
            <p:ph type="body" sz="quarter" idx="39" hasCustomPrompt="1"/>
          </p:nvPr>
        </p:nvSpPr>
        <p:spPr>
          <a:xfrm>
            <a:off x="9265166" y="3573807"/>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9" name="Text Placeholder 16">
            <a:extLst>
              <a:ext uri="{FF2B5EF4-FFF2-40B4-BE49-F238E27FC236}">
                <a16:creationId xmlns:a16="http://schemas.microsoft.com/office/drawing/2014/main" id="{5C3B6F58-A81A-744E-3279-D3BA9DFD7E6C}"/>
              </a:ext>
            </a:extLst>
          </p:cNvPr>
          <p:cNvSpPr>
            <a:spLocks noGrp="1"/>
          </p:cNvSpPr>
          <p:nvPr>
            <p:ph type="body" sz="quarter" idx="22" hasCustomPrompt="1"/>
          </p:nvPr>
        </p:nvSpPr>
        <p:spPr>
          <a:xfrm>
            <a:off x="778713" y="4313546"/>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47" name="Text Placeholder 16">
            <a:extLst>
              <a:ext uri="{FF2B5EF4-FFF2-40B4-BE49-F238E27FC236}">
                <a16:creationId xmlns:a16="http://schemas.microsoft.com/office/drawing/2014/main" id="{31F8CE73-D9BC-DDEC-0528-049C937648DD}"/>
              </a:ext>
            </a:extLst>
          </p:cNvPr>
          <p:cNvSpPr>
            <a:spLocks noGrp="1"/>
          </p:cNvSpPr>
          <p:nvPr>
            <p:ph type="body" sz="quarter" idx="40" hasCustomPrompt="1"/>
          </p:nvPr>
        </p:nvSpPr>
        <p:spPr>
          <a:xfrm>
            <a:off x="2895189"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8" name="Text Placeholder 16">
            <a:extLst>
              <a:ext uri="{FF2B5EF4-FFF2-40B4-BE49-F238E27FC236}">
                <a16:creationId xmlns:a16="http://schemas.microsoft.com/office/drawing/2014/main" id="{9948B5AC-B5E4-B150-CDBC-F3F87F46F01E}"/>
              </a:ext>
            </a:extLst>
          </p:cNvPr>
          <p:cNvSpPr>
            <a:spLocks noGrp="1"/>
          </p:cNvSpPr>
          <p:nvPr>
            <p:ph type="body" sz="quarter" idx="41" hasCustomPrompt="1"/>
          </p:nvPr>
        </p:nvSpPr>
        <p:spPr>
          <a:xfrm>
            <a:off x="5021940"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49" name="Text Placeholder 16">
            <a:extLst>
              <a:ext uri="{FF2B5EF4-FFF2-40B4-BE49-F238E27FC236}">
                <a16:creationId xmlns:a16="http://schemas.microsoft.com/office/drawing/2014/main" id="{DB054BED-35D3-E03E-A549-28F905C87643}"/>
              </a:ext>
            </a:extLst>
          </p:cNvPr>
          <p:cNvSpPr>
            <a:spLocks noGrp="1"/>
          </p:cNvSpPr>
          <p:nvPr>
            <p:ph type="body" sz="quarter" idx="42" hasCustomPrompt="1"/>
          </p:nvPr>
        </p:nvSpPr>
        <p:spPr>
          <a:xfrm>
            <a:off x="713841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0" name="Text Placeholder 16">
            <a:extLst>
              <a:ext uri="{FF2B5EF4-FFF2-40B4-BE49-F238E27FC236}">
                <a16:creationId xmlns:a16="http://schemas.microsoft.com/office/drawing/2014/main" id="{94FEB640-453C-444F-85A2-2548518C8D48}"/>
              </a:ext>
            </a:extLst>
          </p:cNvPr>
          <p:cNvSpPr>
            <a:spLocks noGrp="1"/>
          </p:cNvSpPr>
          <p:nvPr>
            <p:ph type="body" sz="quarter" idx="43" hasCustomPrompt="1"/>
          </p:nvPr>
        </p:nvSpPr>
        <p:spPr>
          <a:xfrm>
            <a:off x="9265166" y="4313546"/>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30" name="Text Placeholder 16">
            <a:extLst>
              <a:ext uri="{FF2B5EF4-FFF2-40B4-BE49-F238E27FC236}">
                <a16:creationId xmlns:a16="http://schemas.microsoft.com/office/drawing/2014/main" id="{757F1272-B71A-ADEC-D2FD-3DCAED1D748D}"/>
              </a:ext>
            </a:extLst>
          </p:cNvPr>
          <p:cNvSpPr>
            <a:spLocks noGrp="1"/>
          </p:cNvSpPr>
          <p:nvPr>
            <p:ph type="body" sz="quarter" idx="23" hasCustomPrompt="1"/>
          </p:nvPr>
        </p:nvSpPr>
        <p:spPr>
          <a:xfrm>
            <a:off x="778713" y="5043011"/>
            <a:ext cx="2027468" cy="605222"/>
          </a:xfrm>
          <a:prstGeom prst="rect">
            <a:avLst/>
          </a:prstGeom>
        </p:spPr>
        <p:txBody>
          <a:bodyPr anchor="ctr">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Your title here</a:t>
            </a:r>
          </a:p>
        </p:txBody>
      </p:sp>
      <p:sp>
        <p:nvSpPr>
          <p:cNvPr id="51" name="Text Placeholder 16">
            <a:extLst>
              <a:ext uri="{FF2B5EF4-FFF2-40B4-BE49-F238E27FC236}">
                <a16:creationId xmlns:a16="http://schemas.microsoft.com/office/drawing/2014/main" id="{7E2B95B9-7896-9780-434D-C23D25C1024E}"/>
              </a:ext>
            </a:extLst>
          </p:cNvPr>
          <p:cNvSpPr>
            <a:spLocks noGrp="1"/>
          </p:cNvSpPr>
          <p:nvPr>
            <p:ph type="body" sz="quarter" idx="44" hasCustomPrompt="1"/>
          </p:nvPr>
        </p:nvSpPr>
        <p:spPr>
          <a:xfrm>
            <a:off x="2895189"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2" name="Text Placeholder 16">
            <a:extLst>
              <a:ext uri="{FF2B5EF4-FFF2-40B4-BE49-F238E27FC236}">
                <a16:creationId xmlns:a16="http://schemas.microsoft.com/office/drawing/2014/main" id="{264ECF47-3E84-65F5-AD48-B40C7CF95D80}"/>
              </a:ext>
            </a:extLst>
          </p:cNvPr>
          <p:cNvSpPr>
            <a:spLocks noGrp="1"/>
          </p:cNvSpPr>
          <p:nvPr>
            <p:ph type="body" sz="quarter" idx="45" hasCustomPrompt="1"/>
          </p:nvPr>
        </p:nvSpPr>
        <p:spPr>
          <a:xfrm>
            <a:off x="5021940"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3" name="Text Placeholder 16">
            <a:extLst>
              <a:ext uri="{FF2B5EF4-FFF2-40B4-BE49-F238E27FC236}">
                <a16:creationId xmlns:a16="http://schemas.microsoft.com/office/drawing/2014/main" id="{EC38A83E-056A-8048-AA84-E0B71C43B2A5}"/>
              </a:ext>
            </a:extLst>
          </p:cNvPr>
          <p:cNvSpPr>
            <a:spLocks noGrp="1"/>
          </p:cNvSpPr>
          <p:nvPr>
            <p:ph type="body" sz="quarter" idx="46" hasCustomPrompt="1"/>
          </p:nvPr>
        </p:nvSpPr>
        <p:spPr>
          <a:xfrm>
            <a:off x="713841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54" name="Text Placeholder 16">
            <a:extLst>
              <a:ext uri="{FF2B5EF4-FFF2-40B4-BE49-F238E27FC236}">
                <a16:creationId xmlns:a16="http://schemas.microsoft.com/office/drawing/2014/main" id="{2F2B814B-0DC8-B77C-3C0C-F1B7CA4C717B}"/>
              </a:ext>
            </a:extLst>
          </p:cNvPr>
          <p:cNvSpPr>
            <a:spLocks noGrp="1"/>
          </p:cNvSpPr>
          <p:nvPr>
            <p:ph type="body" sz="quarter" idx="47" hasCustomPrompt="1"/>
          </p:nvPr>
        </p:nvSpPr>
        <p:spPr>
          <a:xfrm>
            <a:off x="9265166" y="5043011"/>
            <a:ext cx="2027468" cy="605222"/>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a:t>
            </a:r>
          </a:p>
        </p:txBody>
      </p:sp>
      <p:sp>
        <p:nvSpPr>
          <p:cNvPr id="2" name="Slide Number Placeholder 16">
            <a:extLst>
              <a:ext uri="{FF2B5EF4-FFF2-40B4-BE49-F238E27FC236}">
                <a16:creationId xmlns:a16="http://schemas.microsoft.com/office/drawing/2014/main" id="{3B61F359-FFF2-4119-F082-3FBEDE3D8D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02B711F-8E66-B641-B920-A2560F2F64F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6F62079-6F7C-5CE0-7F4D-4DF9093EDA8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288394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ext + Image - white A">
    <p:bg>
      <p:bgPr>
        <a:solidFill>
          <a:schemeClr val="bg1"/>
        </a:solidFill>
        <a:effectLst/>
      </p:bgPr>
    </p:bg>
    <p:spTree>
      <p:nvGrpSpPr>
        <p:cNvPr id="1" name=""/>
        <p:cNvGrpSpPr/>
        <p:nvPr/>
      </p:nvGrpSpPr>
      <p:grpSpPr>
        <a:xfrm>
          <a:off x="0" y="0"/>
          <a:ext cx="0" cy="0"/>
          <a:chOff x="0" y="0"/>
          <a:chExt cx="0" cy="0"/>
        </a:xfrm>
      </p:grpSpPr>
      <p:sp>
        <p:nvSpPr>
          <p:cNvPr id="26" name="Title 5">
            <a:extLst>
              <a:ext uri="{FF2B5EF4-FFF2-40B4-BE49-F238E27FC236}">
                <a16:creationId xmlns:a16="http://schemas.microsoft.com/office/drawing/2014/main" id="{EA5A135C-4EBA-2752-FE25-DF9A2F1AA455}"/>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27" name="Content Placeholder 3">
            <a:extLst>
              <a:ext uri="{FF2B5EF4-FFF2-40B4-BE49-F238E27FC236}">
                <a16:creationId xmlns:a16="http://schemas.microsoft.com/office/drawing/2014/main" id="{DFD0BED1-A6AD-CA4B-527D-5A2831B352F7}"/>
              </a:ext>
            </a:extLst>
          </p:cNvPr>
          <p:cNvSpPr>
            <a:spLocks noGrp="1"/>
          </p:cNvSpPr>
          <p:nvPr>
            <p:ph sz="half" idx="14" hasCustomPrompt="1"/>
          </p:nvPr>
        </p:nvSpPr>
        <p:spPr>
          <a:xfrm>
            <a:off x="731520" y="1188720"/>
            <a:ext cx="3158309" cy="5029200"/>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Click to edit photo description</a:t>
            </a:r>
          </a:p>
          <a:p>
            <a:pPr lvl="0"/>
            <a:r>
              <a:rPr lang="en-US"/>
              <a:t>Click to edit photo description</a:t>
            </a:r>
          </a:p>
          <a:p>
            <a:pPr lvl="0"/>
            <a:r>
              <a:rPr lang="en-US"/>
              <a:t>Click to edit photo description</a:t>
            </a:r>
          </a:p>
        </p:txBody>
      </p:sp>
      <p:sp>
        <p:nvSpPr>
          <p:cNvPr id="2" name="Picture Placeholder 2">
            <a:extLst>
              <a:ext uri="{FF2B5EF4-FFF2-40B4-BE49-F238E27FC236}">
                <a16:creationId xmlns:a16="http://schemas.microsoft.com/office/drawing/2014/main" id="{84DF61E3-2E44-67A8-96E7-D5141E81C208}"/>
              </a:ext>
            </a:extLst>
          </p:cNvPr>
          <p:cNvSpPr>
            <a:spLocks noGrp="1"/>
          </p:cNvSpPr>
          <p:nvPr>
            <p:ph type="pic" sz="quarter" idx="15"/>
          </p:nvPr>
        </p:nvSpPr>
        <p:spPr>
          <a:xfrm>
            <a:off x="4107335" y="1188720"/>
            <a:ext cx="7315200" cy="4442688"/>
          </a:xfrm>
          <a:prstGeom prst="roundRect">
            <a:avLst>
              <a:gd name="adj" fmla="val 2115"/>
            </a:avLst>
          </a:prstGeom>
          <a:noFill/>
          <a:effectLst>
            <a:softEdge rad="0"/>
          </a:effectLst>
        </p:spPr>
        <p:txBody>
          <a:bodyPr>
            <a:normAutofit/>
          </a:bodyPr>
          <a:lstStyle>
            <a:lvl1pPr marL="0" indent="0">
              <a:buNone/>
              <a:defRPr sz="1800" b="0" i="0">
                <a:solidFill>
                  <a:schemeClr val="tx2"/>
                </a:solidFill>
                <a:latin typeface="Franklin Gothic Book" panose="020B0503020102020204" pitchFamily="34" charset="0"/>
              </a:defRPr>
            </a:lvl1pPr>
          </a:lstStyle>
          <a:p>
            <a:r>
              <a:rPr lang="en-US"/>
              <a:t>Click icon to add picture</a:t>
            </a:r>
          </a:p>
        </p:txBody>
      </p:sp>
      <p:sp>
        <p:nvSpPr>
          <p:cNvPr id="12" name="Text Placeholder 2">
            <a:extLst>
              <a:ext uri="{FF2B5EF4-FFF2-40B4-BE49-F238E27FC236}">
                <a16:creationId xmlns:a16="http://schemas.microsoft.com/office/drawing/2014/main" id="{DA8DA6B5-5257-77A3-C08E-64376F0E44BB}"/>
              </a:ext>
            </a:extLst>
          </p:cNvPr>
          <p:cNvSpPr>
            <a:spLocks noGrp="1"/>
          </p:cNvSpPr>
          <p:nvPr>
            <p:ph type="body" sz="quarter" idx="19" hasCustomPrompt="1"/>
          </p:nvPr>
        </p:nvSpPr>
        <p:spPr>
          <a:xfrm>
            <a:off x="4107335" y="5814288"/>
            <a:ext cx="7315200" cy="403632"/>
          </a:xfrm>
          <a:prstGeom prst="rect">
            <a:avLst/>
          </a:prstGeom>
        </p:spPr>
        <p:txBody>
          <a:bodyPr anchor="b">
            <a:no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3" name="Slide Number Placeholder 16">
            <a:extLst>
              <a:ext uri="{FF2B5EF4-FFF2-40B4-BE49-F238E27FC236}">
                <a16:creationId xmlns:a16="http://schemas.microsoft.com/office/drawing/2014/main" id="{A2D07E32-AC75-435B-215C-21F077FF0C5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CC89B83-B6CA-7743-9DA2-EBD1A9779D3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06C9D8F0-5283-B933-30A3-BD6FE10C4F8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7929061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ext + Image - white B">
    <p:bg>
      <p:bgPr>
        <a:solidFill>
          <a:schemeClr val="bg1"/>
        </a:solidFill>
        <a:effectLst/>
      </p:bgPr>
    </p:bg>
    <p:spTree>
      <p:nvGrpSpPr>
        <p:cNvPr id="1" name=""/>
        <p:cNvGrpSpPr/>
        <p:nvPr/>
      </p:nvGrpSpPr>
      <p:grpSpPr>
        <a:xfrm>
          <a:off x="0" y="0"/>
          <a:ext cx="0" cy="0"/>
          <a:chOff x="0" y="0"/>
          <a:chExt cx="0" cy="0"/>
        </a:xfrm>
      </p:grpSpPr>
      <p:sp>
        <p:nvSpPr>
          <p:cNvPr id="29" name="Title 5">
            <a:extLst>
              <a:ext uri="{FF2B5EF4-FFF2-40B4-BE49-F238E27FC236}">
                <a16:creationId xmlns:a16="http://schemas.microsoft.com/office/drawing/2014/main" id="{4B407C68-0244-3998-A014-48BB83F44260}"/>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10" name="Picture Placeholder 2">
            <a:extLst>
              <a:ext uri="{FF2B5EF4-FFF2-40B4-BE49-F238E27FC236}">
                <a16:creationId xmlns:a16="http://schemas.microsoft.com/office/drawing/2014/main" id="{914D0C7D-29E3-021F-EB3D-3B78212A3BD6}"/>
              </a:ext>
            </a:extLst>
          </p:cNvPr>
          <p:cNvSpPr>
            <a:spLocks noGrp="1"/>
          </p:cNvSpPr>
          <p:nvPr>
            <p:ph type="pic" sz="quarter" idx="15"/>
          </p:nvPr>
        </p:nvSpPr>
        <p:spPr>
          <a:xfrm>
            <a:off x="731520"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9" name="Text Placeholder 16">
            <a:extLst>
              <a:ext uri="{FF2B5EF4-FFF2-40B4-BE49-F238E27FC236}">
                <a16:creationId xmlns:a16="http://schemas.microsoft.com/office/drawing/2014/main" id="{3247F0B0-80B3-11E1-940C-761D861FF139}"/>
              </a:ext>
            </a:extLst>
          </p:cNvPr>
          <p:cNvSpPr>
            <a:spLocks noGrp="1"/>
          </p:cNvSpPr>
          <p:nvPr>
            <p:ph type="body" sz="quarter" idx="23" hasCustomPrompt="1"/>
          </p:nvPr>
        </p:nvSpPr>
        <p:spPr>
          <a:xfrm>
            <a:off x="731520"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8" name="Picture Placeholder 2">
            <a:extLst>
              <a:ext uri="{FF2B5EF4-FFF2-40B4-BE49-F238E27FC236}">
                <a16:creationId xmlns:a16="http://schemas.microsoft.com/office/drawing/2014/main" id="{464A8268-82D4-5D96-7ED7-FD1E0E3C81BA}"/>
              </a:ext>
            </a:extLst>
          </p:cNvPr>
          <p:cNvSpPr>
            <a:spLocks noGrp="1"/>
          </p:cNvSpPr>
          <p:nvPr>
            <p:ph type="pic" sz="quarter" idx="29"/>
          </p:nvPr>
        </p:nvSpPr>
        <p:spPr>
          <a:xfrm>
            <a:off x="6336792" y="1371600"/>
            <a:ext cx="5093208" cy="3840480"/>
          </a:xfrm>
          <a:prstGeom prst="roundRect">
            <a:avLst>
              <a:gd name="adj" fmla="val 3778"/>
            </a:avLst>
          </a:prstGeom>
          <a:noFill/>
          <a:effectLst>
            <a:softEdge rad="0"/>
          </a:effectLst>
        </p:spPr>
        <p:txBody>
          <a:bodyPr anchor="ctr">
            <a:normAutofit/>
          </a:bodyPr>
          <a:lstStyle>
            <a:lvl1pPr marL="0" indent="0" algn="ctr">
              <a:buNone/>
              <a:defRPr sz="1800" b="0" i="0">
                <a:solidFill>
                  <a:srgbClr val="636466"/>
                </a:solidFill>
                <a:latin typeface="Franklin Gothic Book" panose="020B0503020102020204" pitchFamily="34" charset="0"/>
              </a:defRPr>
            </a:lvl1pPr>
          </a:lstStyle>
          <a:p>
            <a:r>
              <a:rPr lang="en-US"/>
              <a:t>Click icon to add picture</a:t>
            </a:r>
          </a:p>
        </p:txBody>
      </p:sp>
      <p:sp>
        <p:nvSpPr>
          <p:cNvPr id="11" name="Text Placeholder 16">
            <a:extLst>
              <a:ext uri="{FF2B5EF4-FFF2-40B4-BE49-F238E27FC236}">
                <a16:creationId xmlns:a16="http://schemas.microsoft.com/office/drawing/2014/main" id="{4C7C2297-8917-7C91-2BC3-A5820EC6BB72}"/>
              </a:ext>
            </a:extLst>
          </p:cNvPr>
          <p:cNvSpPr>
            <a:spLocks noGrp="1"/>
          </p:cNvSpPr>
          <p:nvPr>
            <p:ph type="body" sz="quarter" idx="24" hasCustomPrompt="1"/>
          </p:nvPr>
        </p:nvSpPr>
        <p:spPr>
          <a:xfrm>
            <a:off x="6336792" y="5431181"/>
            <a:ext cx="5095263" cy="364089"/>
          </a:xfrm>
          <a:prstGeom prst="rect">
            <a:avLst/>
          </a:prstGeom>
        </p:spPr>
        <p:txBody>
          <a:bodyPr anchor="t">
            <a:noAutofit/>
          </a:bodyPr>
          <a:lstStyle>
            <a:lvl1pPr marL="0" indent="0" algn="ctr">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71EE4E40-A1C8-9392-7C81-66C79317A20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C793C25-466F-5742-9C92-75166948D26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C3A23E2-79F3-482C-F70A-4E1985389E0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45339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meline 1">
    <p:bg>
      <p:bgPr>
        <a:solidFill>
          <a:schemeClr val="bg1"/>
        </a:solidFill>
        <a:effectLst/>
      </p:bgPr>
    </p:bg>
    <p:spTree>
      <p:nvGrpSpPr>
        <p:cNvPr id="1" name=""/>
        <p:cNvGrpSpPr/>
        <p:nvPr/>
      </p:nvGrpSpPr>
      <p:grpSpPr>
        <a:xfrm>
          <a:off x="0" y="0"/>
          <a:ext cx="0" cy="0"/>
          <a:chOff x="0" y="0"/>
          <a:chExt cx="0" cy="0"/>
        </a:xfrm>
      </p:grpSpPr>
      <p:sp>
        <p:nvSpPr>
          <p:cNvPr id="32" name="Title 4">
            <a:extLst>
              <a:ext uri="{FF2B5EF4-FFF2-40B4-BE49-F238E27FC236}">
                <a16:creationId xmlns:a16="http://schemas.microsoft.com/office/drawing/2014/main" id="{E6FFEFD8-BEB6-0848-71A7-AA9DE237995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41" name="Freeform: Shape 8">
            <a:extLst>
              <a:ext uri="{FF2B5EF4-FFF2-40B4-BE49-F238E27FC236}">
                <a16:creationId xmlns:a16="http://schemas.microsoft.com/office/drawing/2014/main" id="{FA320E95-9D1A-8CAC-C0CA-3922E6DA80D3}"/>
              </a:ext>
              <a:ext uri="{C183D7F6-B498-43B3-948B-1728B52AA6E4}">
                <adec:decorative xmlns:adec="http://schemas.microsoft.com/office/drawing/2017/decorative" val="1"/>
              </a:ext>
            </a:extLst>
          </p:cNvPr>
          <p:cNvSpPr/>
          <p:nvPr userDrawn="1"/>
        </p:nvSpPr>
        <p:spPr>
          <a:xfrm flipV="1">
            <a:off x="5092279" y="1698630"/>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Rectangle 18">
            <a:extLst>
              <a:ext uri="{FF2B5EF4-FFF2-40B4-BE49-F238E27FC236}">
                <a16:creationId xmlns:a16="http://schemas.microsoft.com/office/drawing/2014/main" id="{3972B19A-ABBE-522D-5318-233EE7DB389E}"/>
              </a:ext>
              <a:ext uri="{C183D7F6-B498-43B3-948B-1728B52AA6E4}">
                <adec:decorative xmlns:adec="http://schemas.microsoft.com/office/drawing/2017/decorative" val="1"/>
              </a:ext>
            </a:extLst>
          </p:cNvPr>
          <p:cNvSpPr>
            <a:spLocks noChangeArrowheads="1"/>
          </p:cNvSpPr>
          <p:nvPr userDrawn="1"/>
        </p:nvSpPr>
        <p:spPr bwMode="auto">
          <a:xfrm>
            <a:off x="4461340"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2" name="Text Placeholder 6">
            <a:extLst>
              <a:ext uri="{FF2B5EF4-FFF2-40B4-BE49-F238E27FC236}">
                <a16:creationId xmlns:a16="http://schemas.microsoft.com/office/drawing/2014/main" id="{EBBF0081-EF91-49E9-5972-5D7AB79A9C39}"/>
              </a:ext>
            </a:extLst>
          </p:cNvPr>
          <p:cNvSpPr>
            <a:spLocks noGrp="1"/>
          </p:cNvSpPr>
          <p:nvPr>
            <p:ph type="body" sz="quarter" idx="25" hasCustomPrompt="1"/>
          </p:nvPr>
        </p:nvSpPr>
        <p:spPr>
          <a:xfrm>
            <a:off x="4461107"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0" name="Text Placeholder 10">
            <a:extLst>
              <a:ext uri="{FF2B5EF4-FFF2-40B4-BE49-F238E27FC236}">
                <a16:creationId xmlns:a16="http://schemas.microsoft.com/office/drawing/2014/main" id="{EAD74991-B043-8404-9B79-A20724A6BBE6}"/>
              </a:ext>
            </a:extLst>
          </p:cNvPr>
          <p:cNvSpPr>
            <a:spLocks noGrp="1"/>
          </p:cNvSpPr>
          <p:nvPr>
            <p:ph type="body" sz="quarter" idx="13" hasCustomPrompt="1"/>
          </p:nvPr>
        </p:nvSpPr>
        <p:spPr>
          <a:xfrm>
            <a:off x="764758" y="1681250"/>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1" name="Text Placeholder 10">
            <a:extLst>
              <a:ext uri="{FF2B5EF4-FFF2-40B4-BE49-F238E27FC236}">
                <a16:creationId xmlns:a16="http://schemas.microsoft.com/office/drawing/2014/main" id="{F7B17236-5191-B7A2-65EB-6B6AEE3913B5}"/>
              </a:ext>
            </a:extLst>
          </p:cNvPr>
          <p:cNvSpPr>
            <a:spLocks noGrp="1"/>
          </p:cNvSpPr>
          <p:nvPr>
            <p:ph type="body" sz="quarter" idx="14" hasCustomPrompt="1"/>
          </p:nvPr>
        </p:nvSpPr>
        <p:spPr>
          <a:xfrm>
            <a:off x="764760" y="2455721"/>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2" name="Rectangle 40">
            <a:extLst>
              <a:ext uri="{FF2B5EF4-FFF2-40B4-BE49-F238E27FC236}">
                <a16:creationId xmlns:a16="http://schemas.microsoft.com/office/drawing/2014/main" id="{8EB2E0E3-4D4A-5B6F-5480-A8AEB7B8A5C6}"/>
              </a:ext>
              <a:ext uri="{C183D7F6-B498-43B3-948B-1728B52AA6E4}">
                <adec:decorative xmlns:adec="http://schemas.microsoft.com/office/drawing/2017/decorative" val="1"/>
              </a:ext>
            </a:extLst>
          </p:cNvPr>
          <p:cNvSpPr>
            <a:spLocks noChangeArrowheads="1"/>
          </p:cNvSpPr>
          <p:nvPr userDrawn="1"/>
        </p:nvSpPr>
        <p:spPr bwMode="auto">
          <a:xfrm>
            <a:off x="4461340"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3" name="Text Placeholder 6">
            <a:extLst>
              <a:ext uri="{FF2B5EF4-FFF2-40B4-BE49-F238E27FC236}">
                <a16:creationId xmlns:a16="http://schemas.microsoft.com/office/drawing/2014/main" id="{C65FDF79-3448-6632-8F98-02CA7705FE96}"/>
              </a:ext>
            </a:extLst>
          </p:cNvPr>
          <p:cNvSpPr>
            <a:spLocks noGrp="1"/>
          </p:cNvSpPr>
          <p:nvPr>
            <p:ph type="body" sz="quarter" idx="26" hasCustomPrompt="1"/>
          </p:nvPr>
        </p:nvSpPr>
        <p:spPr>
          <a:xfrm>
            <a:off x="4461107" y="3526520"/>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4" name="Text Placeholder 10">
            <a:extLst>
              <a:ext uri="{FF2B5EF4-FFF2-40B4-BE49-F238E27FC236}">
                <a16:creationId xmlns:a16="http://schemas.microsoft.com/office/drawing/2014/main" id="{3F82DED4-F32A-F143-FC0E-AD8CAE360AFC}"/>
              </a:ext>
            </a:extLst>
          </p:cNvPr>
          <p:cNvSpPr>
            <a:spLocks noGrp="1"/>
          </p:cNvSpPr>
          <p:nvPr>
            <p:ph type="body" sz="quarter" idx="18" hasCustomPrompt="1"/>
          </p:nvPr>
        </p:nvSpPr>
        <p:spPr>
          <a:xfrm>
            <a:off x="764130" y="3011717"/>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5" name="Text Placeholder 10">
            <a:extLst>
              <a:ext uri="{FF2B5EF4-FFF2-40B4-BE49-F238E27FC236}">
                <a16:creationId xmlns:a16="http://schemas.microsoft.com/office/drawing/2014/main" id="{D7E680CA-2984-C6C0-2A24-6638FCEDE6F9}"/>
              </a:ext>
            </a:extLst>
          </p:cNvPr>
          <p:cNvSpPr>
            <a:spLocks noGrp="1"/>
          </p:cNvSpPr>
          <p:nvPr>
            <p:ph type="body" sz="quarter" idx="17" hasCustomPrompt="1"/>
          </p:nvPr>
        </p:nvSpPr>
        <p:spPr>
          <a:xfrm>
            <a:off x="764132" y="3786188"/>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16" name="Rectangle 48">
            <a:extLst>
              <a:ext uri="{FF2B5EF4-FFF2-40B4-BE49-F238E27FC236}">
                <a16:creationId xmlns:a16="http://schemas.microsoft.com/office/drawing/2014/main" id="{C449EC81-92FF-D352-0B4C-E8D7A0A3A0FC}"/>
              </a:ext>
              <a:ext uri="{C183D7F6-B498-43B3-948B-1728B52AA6E4}">
                <adec:decorative xmlns:adec="http://schemas.microsoft.com/office/drawing/2017/decorative" val="1"/>
              </a:ext>
            </a:extLst>
          </p:cNvPr>
          <p:cNvSpPr>
            <a:spLocks noChangeArrowheads="1"/>
          </p:cNvSpPr>
          <p:nvPr userDrawn="1"/>
        </p:nvSpPr>
        <p:spPr bwMode="auto">
          <a:xfrm>
            <a:off x="4461340"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100" b="1" noProof="1">
              <a:solidFill>
                <a:schemeClr val="bg2"/>
              </a:solidFill>
              <a:latin typeface="+mj-lt"/>
              <a:ea typeface="+mj-ea"/>
            </a:endParaRPr>
          </a:p>
        </p:txBody>
      </p:sp>
      <p:sp>
        <p:nvSpPr>
          <p:cNvPr id="4" name="Text Placeholder 6">
            <a:extLst>
              <a:ext uri="{FF2B5EF4-FFF2-40B4-BE49-F238E27FC236}">
                <a16:creationId xmlns:a16="http://schemas.microsoft.com/office/drawing/2014/main" id="{F762BF82-541E-403E-F6ED-B05C066CEBF9}"/>
              </a:ext>
            </a:extLst>
          </p:cNvPr>
          <p:cNvSpPr>
            <a:spLocks noGrp="1"/>
          </p:cNvSpPr>
          <p:nvPr>
            <p:ph type="body" sz="quarter" idx="27" hasCustomPrompt="1"/>
          </p:nvPr>
        </p:nvSpPr>
        <p:spPr>
          <a:xfrm>
            <a:off x="4461107" y="4849942"/>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18" name="Text Placeholder 10">
            <a:extLst>
              <a:ext uri="{FF2B5EF4-FFF2-40B4-BE49-F238E27FC236}">
                <a16:creationId xmlns:a16="http://schemas.microsoft.com/office/drawing/2014/main" id="{3DBC8797-4506-B43F-1D39-6F15A4FBE55D}"/>
              </a:ext>
            </a:extLst>
          </p:cNvPr>
          <p:cNvSpPr>
            <a:spLocks noGrp="1"/>
          </p:cNvSpPr>
          <p:nvPr>
            <p:ph type="body" sz="quarter" idx="22" hasCustomPrompt="1"/>
          </p:nvPr>
        </p:nvSpPr>
        <p:spPr>
          <a:xfrm>
            <a:off x="764130" y="4336946"/>
            <a:ext cx="3530468" cy="739384"/>
          </a:xfrm>
        </p:spPr>
        <p:txBody>
          <a:bodyPr anchor="b"/>
          <a:lstStyle>
            <a:lvl1pPr marL="0" indent="0" algn="r">
              <a:lnSpc>
                <a:spcPct val="100000"/>
              </a:lnSpc>
              <a:buNone/>
              <a:defRPr sz="1800" b="0" i="0">
                <a:solidFill>
                  <a:schemeClr val="tx2"/>
                </a:solidFill>
                <a:latin typeface="Franklin Gothic Medium" panose="020B0603020102020204" pitchFamily="34" charset="0"/>
              </a:defRPr>
            </a:lvl1pPr>
            <a:lvl2pPr algn="r">
              <a:lnSpc>
                <a:spcPct val="100000"/>
              </a:lnSpc>
              <a:defRPr sz="1800" b="1">
                <a:latin typeface="+mj-lt"/>
              </a:defRPr>
            </a:lvl2pPr>
            <a:lvl3pPr algn="r">
              <a:lnSpc>
                <a:spcPct val="100000"/>
              </a:lnSpc>
              <a:defRPr sz="1800" b="1">
                <a:latin typeface="+mj-lt"/>
              </a:defRPr>
            </a:lvl3pPr>
            <a:lvl4pPr algn="r">
              <a:lnSpc>
                <a:spcPct val="100000"/>
              </a:lnSpc>
              <a:defRPr sz="1800" b="1">
                <a:latin typeface="+mj-lt"/>
              </a:defRPr>
            </a:lvl4pPr>
            <a:lvl5pPr algn="r">
              <a:lnSpc>
                <a:spcPct val="100000"/>
              </a:lnSpc>
              <a:defRPr sz="1800" b="1">
                <a:latin typeface="+mj-lt"/>
              </a:defRPr>
            </a:lvl5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19" name="Text Placeholder 10">
            <a:extLst>
              <a:ext uri="{FF2B5EF4-FFF2-40B4-BE49-F238E27FC236}">
                <a16:creationId xmlns:a16="http://schemas.microsoft.com/office/drawing/2014/main" id="{19532766-5D74-459E-D58E-19891FBE0AAC}"/>
              </a:ext>
            </a:extLst>
          </p:cNvPr>
          <p:cNvSpPr>
            <a:spLocks noGrp="1"/>
          </p:cNvSpPr>
          <p:nvPr>
            <p:ph type="body" sz="quarter" idx="21" hasCustomPrompt="1"/>
          </p:nvPr>
        </p:nvSpPr>
        <p:spPr>
          <a:xfrm>
            <a:off x="764132" y="5111417"/>
            <a:ext cx="3530466" cy="559032"/>
          </a:xfrm>
        </p:spPr>
        <p:txBody>
          <a:bodyPr anchor="t">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20" name="Rectangle 89">
            <a:extLst>
              <a:ext uri="{FF2B5EF4-FFF2-40B4-BE49-F238E27FC236}">
                <a16:creationId xmlns:a16="http://schemas.microsoft.com/office/drawing/2014/main" id="{4179447E-8A92-89D9-748F-2E0C33236AE7}"/>
              </a:ext>
              <a:ext uri="{C183D7F6-B498-43B3-948B-1728B52AA6E4}">
                <adec:decorative xmlns:adec="http://schemas.microsoft.com/office/drawing/2017/decorative" val="1"/>
              </a:ext>
            </a:extLst>
          </p:cNvPr>
          <p:cNvSpPr>
            <a:spLocks noChangeArrowheads="1"/>
          </p:cNvSpPr>
          <p:nvPr userDrawn="1"/>
        </p:nvSpPr>
        <p:spPr bwMode="auto">
          <a:xfrm>
            <a:off x="7113799" y="4853776"/>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5" name="Text Placeholder 6">
            <a:extLst>
              <a:ext uri="{FF2B5EF4-FFF2-40B4-BE49-F238E27FC236}">
                <a16:creationId xmlns:a16="http://schemas.microsoft.com/office/drawing/2014/main" id="{775CEBDE-3E59-F491-A0B6-5BC7C7F7601A}"/>
              </a:ext>
            </a:extLst>
          </p:cNvPr>
          <p:cNvSpPr>
            <a:spLocks noGrp="1"/>
          </p:cNvSpPr>
          <p:nvPr>
            <p:ph type="body" sz="quarter" idx="30" hasCustomPrompt="1"/>
          </p:nvPr>
        </p:nvSpPr>
        <p:spPr>
          <a:xfrm>
            <a:off x="7113171" y="4849942"/>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2" name="Text Placeholder 10">
            <a:extLst>
              <a:ext uri="{FF2B5EF4-FFF2-40B4-BE49-F238E27FC236}">
                <a16:creationId xmlns:a16="http://schemas.microsoft.com/office/drawing/2014/main" id="{F843A475-038E-ACC1-C5D3-B2BFC340B969}"/>
              </a:ext>
            </a:extLst>
          </p:cNvPr>
          <p:cNvSpPr>
            <a:spLocks noGrp="1"/>
          </p:cNvSpPr>
          <p:nvPr>
            <p:ph type="body" sz="quarter" idx="24" hasCustomPrompt="1"/>
          </p:nvPr>
        </p:nvSpPr>
        <p:spPr>
          <a:xfrm>
            <a:off x="7749500" y="4336946"/>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3" name="Text Placeholder 10">
            <a:extLst>
              <a:ext uri="{FF2B5EF4-FFF2-40B4-BE49-F238E27FC236}">
                <a16:creationId xmlns:a16="http://schemas.microsoft.com/office/drawing/2014/main" id="{0F5BD29D-F635-9DE3-863D-DDDFCA72795F}"/>
              </a:ext>
            </a:extLst>
          </p:cNvPr>
          <p:cNvSpPr>
            <a:spLocks noGrp="1"/>
          </p:cNvSpPr>
          <p:nvPr>
            <p:ph type="body" sz="quarter" idx="23" hasCustomPrompt="1"/>
          </p:nvPr>
        </p:nvSpPr>
        <p:spPr>
          <a:xfrm>
            <a:off x="7749502" y="5111417"/>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40" name="Oval 91">
            <a:extLst>
              <a:ext uri="{FF2B5EF4-FFF2-40B4-BE49-F238E27FC236}">
                <a16:creationId xmlns:a16="http://schemas.microsoft.com/office/drawing/2014/main" id="{A3905924-F874-4E2F-5BF6-56C9B8675DCA}"/>
              </a:ext>
              <a:ext uri="{C183D7F6-B498-43B3-948B-1728B52AA6E4}">
                <adec:decorative xmlns:adec="http://schemas.microsoft.com/office/drawing/2017/decorative" val="1"/>
              </a:ext>
            </a:extLst>
          </p:cNvPr>
          <p:cNvSpPr/>
          <p:nvPr userDrawn="1"/>
        </p:nvSpPr>
        <p:spPr>
          <a:xfrm flipH="1">
            <a:off x="6811475"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4" name="Rectangle 81">
            <a:extLst>
              <a:ext uri="{FF2B5EF4-FFF2-40B4-BE49-F238E27FC236}">
                <a16:creationId xmlns:a16="http://schemas.microsoft.com/office/drawing/2014/main" id="{4255A0D5-A885-E173-10EE-C0AE827E8064}"/>
              </a:ext>
              <a:ext uri="{C183D7F6-B498-43B3-948B-1728B52AA6E4}">
                <adec:decorative xmlns:adec="http://schemas.microsoft.com/office/drawing/2017/decorative" val="1"/>
              </a:ext>
            </a:extLst>
          </p:cNvPr>
          <p:cNvSpPr>
            <a:spLocks noChangeArrowheads="1"/>
          </p:cNvSpPr>
          <p:nvPr userDrawn="1"/>
        </p:nvSpPr>
        <p:spPr bwMode="auto">
          <a:xfrm>
            <a:off x="7113799" y="3528561"/>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i="0" noProof="1">
              <a:solidFill>
                <a:schemeClr val="bg2"/>
              </a:solidFill>
              <a:latin typeface="Franklin Gothic Demi" panose="020B0603020102020204" pitchFamily="34" charset="0"/>
              <a:ea typeface="+mj-ea"/>
            </a:endParaRPr>
          </a:p>
        </p:txBody>
      </p:sp>
      <p:sp>
        <p:nvSpPr>
          <p:cNvPr id="6" name="Text Placeholder 6">
            <a:extLst>
              <a:ext uri="{FF2B5EF4-FFF2-40B4-BE49-F238E27FC236}">
                <a16:creationId xmlns:a16="http://schemas.microsoft.com/office/drawing/2014/main" id="{0957AE0F-94DD-15FB-0A92-E9EEB233F266}"/>
              </a:ext>
            </a:extLst>
          </p:cNvPr>
          <p:cNvSpPr>
            <a:spLocks noGrp="1"/>
          </p:cNvSpPr>
          <p:nvPr>
            <p:ph type="body" sz="quarter" idx="29" hasCustomPrompt="1"/>
          </p:nvPr>
        </p:nvSpPr>
        <p:spPr>
          <a:xfrm>
            <a:off x="7113171" y="3526521"/>
            <a:ext cx="462842" cy="468312"/>
          </a:xfrm>
          <a:noFill/>
        </p:spPr>
        <p:txBody>
          <a:bodyPr anchor="ctr">
            <a:noAutofit/>
          </a:bodyPr>
          <a:lstStyle>
            <a:lvl1pPr marL="0" indent="0" algn="ctr">
              <a:spcBef>
                <a:spcPts val="0"/>
              </a:spcBef>
              <a:buNone/>
              <a:defRPr sz="1800" b="1">
                <a:solidFill>
                  <a:schemeClr val="bg1"/>
                </a:solidFill>
                <a:latin typeface="+mj-lt"/>
              </a:defRPr>
            </a:lvl1pPr>
          </a:lstStyle>
          <a:p>
            <a:pPr lvl="0"/>
            <a:r>
              <a:rPr lang="en-US" altLang="zh-CN"/>
              <a:t>#</a:t>
            </a:r>
            <a:endParaRPr lang="zh-CN" altLang="en-US"/>
          </a:p>
        </p:txBody>
      </p:sp>
      <p:sp>
        <p:nvSpPr>
          <p:cNvPr id="26" name="Text Placeholder 10">
            <a:extLst>
              <a:ext uri="{FF2B5EF4-FFF2-40B4-BE49-F238E27FC236}">
                <a16:creationId xmlns:a16="http://schemas.microsoft.com/office/drawing/2014/main" id="{703B05C1-6727-7798-D74B-BECC6D4B702C}"/>
              </a:ext>
            </a:extLst>
          </p:cNvPr>
          <p:cNvSpPr>
            <a:spLocks noGrp="1"/>
          </p:cNvSpPr>
          <p:nvPr>
            <p:ph type="body" sz="quarter" idx="20" hasCustomPrompt="1"/>
          </p:nvPr>
        </p:nvSpPr>
        <p:spPr>
          <a:xfrm>
            <a:off x="7749500" y="3011717"/>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27" name="Text Placeholder 10">
            <a:extLst>
              <a:ext uri="{FF2B5EF4-FFF2-40B4-BE49-F238E27FC236}">
                <a16:creationId xmlns:a16="http://schemas.microsoft.com/office/drawing/2014/main" id="{3497AE24-8292-BDC1-497F-480832C778CB}"/>
              </a:ext>
            </a:extLst>
          </p:cNvPr>
          <p:cNvSpPr>
            <a:spLocks noGrp="1"/>
          </p:cNvSpPr>
          <p:nvPr>
            <p:ph type="body" sz="quarter" idx="19" hasCustomPrompt="1"/>
          </p:nvPr>
        </p:nvSpPr>
        <p:spPr>
          <a:xfrm>
            <a:off x="7749502" y="3786188"/>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9" name="Oval 83">
            <a:extLst>
              <a:ext uri="{FF2B5EF4-FFF2-40B4-BE49-F238E27FC236}">
                <a16:creationId xmlns:a16="http://schemas.microsoft.com/office/drawing/2014/main" id="{24C7B25D-BF57-C339-DFE4-7F293C68F3FD}"/>
              </a:ext>
              <a:ext uri="{C183D7F6-B498-43B3-948B-1728B52AA6E4}">
                <adec:decorative xmlns:adec="http://schemas.microsoft.com/office/drawing/2017/decorative" val="1"/>
              </a:ext>
            </a:extLst>
          </p:cNvPr>
          <p:cNvSpPr/>
          <p:nvPr userDrawn="1"/>
        </p:nvSpPr>
        <p:spPr>
          <a:xfrm flipH="1">
            <a:off x="6858041"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Rectangle 56">
            <a:extLst>
              <a:ext uri="{FF2B5EF4-FFF2-40B4-BE49-F238E27FC236}">
                <a16:creationId xmlns:a16="http://schemas.microsoft.com/office/drawing/2014/main" id="{BE136486-B304-5F5F-F5B7-56C30E37EC0A}"/>
              </a:ext>
              <a:ext uri="{C183D7F6-B498-43B3-948B-1728B52AA6E4}">
                <adec:decorative xmlns:adec="http://schemas.microsoft.com/office/drawing/2017/decorative" val="1"/>
              </a:ext>
            </a:extLst>
          </p:cNvPr>
          <p:cNvSpPr>
            <a:spLocks noChangeArrowheads="1"/>
          </p:cNvSpPr>
          <p:nvPr userDrawn="1"/>
        </p:nvSpPr>
        <p:spPr bwMode="auto">
          <a:xfrm>
            <a:off x="7113799" y="2203437"/>
            <a:ext cx="468000" cy="468000"/>
          </a:xfrm>
          <a:prstGeom prst="rect">
            <a:avLst/>
          </a:prstGeom>
          <a:solidFill>
            <a:schemeClr val="accent2"/>
          </a:solid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b="1" noProof="1">
              <a:solidFill>
                <a:schemeClr val="bg2"/>
              </a:solidFill>
              <a:latin typeface="+mj-lt"/>
              <a:ea typeface="+mj-ea"/>
            </a:endParaRPr>
          </a:p>
        </p:txBody>
      </p:sp>
      <p:sp>
        <p:nvSpPr>
          <p:cNvPr id="7" name="Text Placeholder 6">
            <a:extLst>
              <a:ext uri="{FF2B5EF4-FFF2-40B4-BE49-F238E27FC236}">
                <a16:creationId xmlns:a16="http://schemas.microsoft.com/office/drawing/2014/main" id="{C8091A4C-157E-E6FF-551F-9CEE14F92949}"/>
              </a:ext>
            </a:extLst>
          </p:cNvPr>
          <p:cNvSpPr>
            <a:spLocks noGrp="1"/>
          </p:cNvSpPr>
          <p:nvPr>
            <p:ph type="body" sz="quarter" idx="28" hasCustomPrompt="1"/>
          </p:nvPr>
        </p:nvSpPr>
        <p:spPr>
          <a:xfrm>
            <a:off x="7113171" y="2203099"/>
            <a:ext cx="462842" cy="468312"/>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30" name="Text Placeholder 10">
            <a:extLst>
              <a:ext uri="{FF2B5EF4-FFF2-40B4-BE49-F238E27FC236}">
                <a16:creationId xmlns:a16="http://schemas.microsoft.com/office/drawing/2014/main" id="{4F673188-90DB-13BB-6AAC-671788E1CC12}"/>
              </a:ext>
            </a:extLst>
          </p:cNvPr>
          <p:cNvSpPr>
            <a:spLocks noGrp="1"/>
          </p:cNvSpPr>
          <p:nvPr>
            <p:ph type="body" sz="quarter" idx="16" hasCustomPrompt="1"/>
          </p:nvPr>
        </p:nvSpPr>
        <p:spPr>
          <a:xfrm>
            <a:off x="7750128" y="1681250"/>
            <a:ext cx="3530468" cy="739384"/>
          </a:xfrm>
        </p:spPr>
        <p:txBody>
          <a:bodyPr anchor="b"/>
          <a:lstStyle>
            <a:lvl1pPr marL="0" indent="0" algn="l">
              <a:lnSpc>
                <a:spcPct val="100000"/>
              </a:lnSpc>
              <a:buNone/>
              <a:defRPr sz="1800" b="0" i="0">
                <a:solidFill>
                  <a:schemeClr val="tx2"/>
                </a:solidFill>
                <a:latin typeface="Franklin Gothic Medium" panose="020B0603020102020204" pitchFamily="34" charset="0"/>
              </a:defRPr>
            </a:lvl1pPr>
            <a:lvl2pPr algn="l">
              <a:lnSpc>
                <a:spcPct val="100000"/>
              </a:lnSpc>
              <a:defRPr sz="1800" b="1">
                <a:latin typeface="+mj-lt"/>
              </a:defRPr>
            </a:lvl2pPr>
            <a:lvl3pPr algn="l">
              <a:lnSpc>
                <a:spcPct val="100000"/>
              </a:lnSpc>
              <a:defRPr sz="1800" b="1">
                <a:latin typeface="+mj-lt"/>
              </a:defRPr>
            </a:lvl3pPr>
            <a:lvl4pPr algn="l">
              <a:lnSpc>
                <a:spcPct val="100000"/>
              </a:lnSpc>
              <a:defRPr sz="1800" b="1">
                <a:latin typeface="+mj-lt"/>
              </a:defRPr>
            </a:lvl4pPr>
            <a:lvl5pPr algn="l">
              <a:lnSpc>
                <a:spcPct val="100000"/>
              </a:lnSpc>
              <a:defRPr sz="1800" b="1">
                <a:latin typeface="+mj-lt"/>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ltLang="zh-CN"/>
              <a:t>Click to edit text</a:t>
            </a:r>
          </a:p>
        </p:txBody>
      </p:sp>
      <p:sp>
        <p:nvSpPr>
          <p:cNvPr id="31" name="Text Placeholder 10">
            <a:extLst>
              <a:ext uri="{FF2B5EF4-FFF2-40B4-BE49-F238E27FC236}">
                <a16:creationId xmlns:a16="http://schemas.microsoft.com/office/drawing/2014/main" id="{C67CCFEA-CBA6-64F3-6B32-C12BA60964A4}"/>
              </a:ext>
            </a:extLst>
          </p:cNvPr>
          <p:cNvSpPr>
            <a:spLocks noGrp="1"/>
          </p:cNvSpPr>
          <p:nvPr>
            <p:ph type="body" sz="quarter" idx="15" hasCustomPrompt="1"/>
          </p:nvPr>
        </p:nvSpPr>
        <p:spPr>
          <a:xfrm>
            <a:off x="7750130" y="2455721"/>
            <a:ext cx="3530466" cy="559032"/>
          </a:xfrm>
        </p:spPr>
        <p:txBody>
          <a:bodyPr anchor="t">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38" name="Oval 58">
            <a:extLst>
              <a:ext uri="{FF2B5EF4-FFF2-40B4-BE49-F238E27FC236}">
                <a16:creationId xmlns:a16="http://schemas.microsoft.com/office/drawing/2014/main" id="{49A05A0A-7029-BF67-F85B-D5CA241A5401}"/>
              </a:ext>
              <a:ext uri="{C183D7F6-B498-43B3-948B-1728B52AA6E4}">
                <adec:decorative xmlns:adec="http://schemas.microsoft.com/office/drawing/2017/decorative" val="1"/>
              </a:ext>
            </a:extLst>
          </p:cNvPr>
          <p:cNvSpPr/>
          <p:nvPr userDrawn="1"/>
        </p:nvSpPr>
        <p:spPr>
          <a:xfrm flipH="1">
            <a:off x="6858041"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7" name="Oval 50">
            <a:extLst>
              <a:ext uri="{FF2B5EF4-FFF2-40B4-BE49-F238E27FC236}">
                <a16:creationId xmlns:a16="http://schemas.microsoft.com/office/drawing/2014/main" id="{010662C9-32B6-E707-1191-9B75A075F0CC}"/>
              </a:ext>
              <a:ext uri="{C183D7F6-B498-43B3-948B-1728B52AA6E4}">
                <adec:decorative xmlns:adec="http://schemas.microsoft.com/office/drawing/2017/decorative" val="1"/>
              </a:ext>
            </a:extLst>
          </p:cNvPr>
          <p:cNvSpPr/>
          <p:nvPr userDrawn="1"/>
        </p:nvSpPr>
        <p:spPr>
          <a:xfrm>
            <a:off x="5074841" y="502377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6" name="Oval 42">
            <a:extLst>
              <a:ext uri="{FF2B5EF4-FFF2-40B4-BE49-F238E27FC236}">
                <a16:creationId xmlns:a16="http://schemas.microsoft.com/office/drawing/2014/main" id="{93AF6526-59AB-36B1-243C-C481E1D844D2}"/>
              </a:ext>
              <a:ext uri="{C183D7F6-B498-43B3-948B-1728B52AA6E4}">
                <adec:decorative xmlns:adec="http://schemas.microsoft.com/office/drawing/2017/decorative" val="1"/>
              </a:ext>
            </a:extLst>
          </p:cNvPr>
          <p:cNvSpPr/>
          <p:nvPr userDrawn="1"/>
        </p:nvSpPr>
        <p:spPr>
          <a:xfrm>
            <a:off x="5028275" y="3698557"/>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35" name="Oval 14">
            <a:extLst>
              <a:ext uri="{FF2B5EF4-FFF2-40B4-BE49-F238E27FC236}">
                <a16:creationId xmlns:a16="http://schemas.microsoft.com/office/drawing/2014/main" id="{46DF6B73-AADC-C8D4-6487-B9C2B7E64E39}"/>
              </a:ext>
              <a:ext uri="{C183D7F6-B498-43B3-948B-1728B52AA6E4}">
                <adec:decorative xmlns:adec="http://schemas.microsoft.com/office/drawing/2017/decorative" val="1"/>
              </a:ext>
            </a:extLst>
          </p:cNvPr>
          <p:cNvSpPr/>
          <p:nvPr userDrawn="1"/>
        </p:nvSpPr>
        <p:spPr>
          <a:xfrm>
            <a:off x="5028275" y="237343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Slide Number Placeholder 16">
            <a:extLst>
              <a:ext uri="{FF2B5EF4-FFF2-40B4-BE49-F238E27FC236}">
                <a16:creationId xmlns:a16="http://schemas.microsoft.com/office/drawing/2014/main" id="{DD1B2D61-556F-7BF3-DA53-B0281BB99DF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A702771-82AA-884C-A55F-18766A95313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93615E04-B320-B6CF-4FE9-4DD3983841D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9159833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1 - gold bard">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F4CD8D33-1FE8-6491-507A-9A3EF5C7F90E}"/>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 name="Title 4">
            <a:extLst>
              <a:ext uri="{FF2B5EF4-FFF2-40B4-BE49-F238E27FC236}">
                <a16:creationId xmlns:a16="http://schemas.microsoft.com/office/drawing/2014/main" id="{BFC33CEA-C49A-7EE9-7617-D691F9686A2D}"/>
              </a:ext>
            </a:extLst>
          </p:cNvPr>
          <p:cNvSpPr>
            <a:spLocks noGrp="1"/>
          </p:cNvSpPr>
          <p:nvPr>
            <p:ph type="title" hasCustomPrompt="1"/>
          </p:nvPr>
        </p:nvSpPr>
        <p:spPr>
          <a:xfrm>
            <a:off x="731520" y="457200"/>
            <a:ext cx="10698480" cy="640080"/>
          </a:xfrm>
        </p:spPr>
        <p:txBody>
          <a:bodyPr tIns="0" bIns="0"/>
          <a:lstStyle>
            <a:lvl1pPr>
              <a:defRPr b="1" i="0">
                <a:solidFill>
                  <a:schemeClr val="tx2"/>
                </a:solidFill>
              </a:defRPr>
            </a:lvl1pPr>
          </a:lstStyle>
          <a:p>
            <a:r>
              <a:rPr lang="en-US"/>
              <a:t>Click to edit title</a:t>
            </a:r>
          </a:p>
        </p:txBody>
      </p:sp>
      <p:sp>
        <p:nvSpPr>
          <p:cNvPr id="2" name="Freeform: Shape 8">
            <a:extLst>
              <a:ext uri="{FF2B5EF4-FFF2-40B4-BE49-F238E27FC236}">
                <a16:creationId xmlns:a16="http://schemas.microsoft.com/office/drawing/2014/main" id="{37E31FCC-D78D-52A7-6331-00FF22A3E989}"/>
              </a:ext>
              <a:ext uri="{C183D7F6-B498-43B3-948B-1728B52AA6E4}">
                <adec:decorative xmlns:adec="http://schemas.microsoft.com/office/drawing/2017/decorative" val="1"/>
              </a:ext>
            </a:extLst>
          </p:cNvPr>
          <p:cNvSpPr/>
          <p:nvPr userDrawn="1"/>
        </p:nvSpPr>
        <p:spPr>
          <a:xfrm flipV="1">
            <a:off x="5168000" y="1561967"/>
            <a:ext cx="1831860" cy="3988301"/>
          </a:xfrm>
          <a:custGeom>
            <a:avLst/>
            <a:gdLst>
              <a:gd name="connsiteX0" fmla="*/ 1134319 w 2268638"/>
              <a:gd name="connsiteY0" fmla="*/ 0 h 5034987"/>
              <a:gd name="connsiteX1" fmla="*/ 2268638 w 2268638"/>
              <a:gd name="connsiteY1" fmla="*/ 1134319 h 5034987"/>
              <a:gd name="connsiteX2" fmla="*/ 2268637 w 2268638"/>
              <a:gd name="connsiteY2" fmla="*/ 5034987 h 5034987"/>
              <a:gd name="connsiteX3" fmla="*/ 0 w 2268638"/>
              <a:gd name="connsiteY3" fmla="*/ 5034987 h 5034987"/>
              <a:gd name="connsiteX4" fmla="*/ 0 w 2268638"/>
              <a:gd name="connsiteY4" fmla="*/ 1134319 h 5034987"/>
              <a:gd name="connsiteX5" fmla="*/ 1134319 w 2268638"/>
              <a:gd name="connsiteY5" fmla="*/ 0 h 5034987"/>
              <a:gd name="connsiteX0" fmla="*/ 1134319 w 2268638"/>
              <a:gd name="connsiteY0" fmla="*/ 0 h 5034987"/>
              <a:gd name="connsiteX1" fmla="*/ 2268638 w 2268638"/>
              <a:gd name="connsiteY1" fmla="*/ 1134319 h 5034987"/>
              <a:gd name="connsiteX2" fmla="*/ 2268637 w 2268638"/>
              <a:gd name="connsiteY2" fmla="*/ 5034987 h 5034987"/>
              <a:gd name="connsiteX3" fmla="*/ 486137 w 2268638"/>
              <a:gd name="connsiteY3" fmla="*/ 5023412 h 5034987"/>
              <a:gd name="connsiteX4" fmla="*/ 0 w 2268638"/>
              <a:gd name="connsiteY4" fmla="*/ 5034987 h 5034987"/>
              <a:gd name="connsiteX5" fmla="*/ 0 w 2268638"/>
              <a:gd name="connsiteY5" fmla="*/ 1134319 h 5034987"/>
              <a:gd name="connsiteX6" fmla="*/ 1134319 w 2268638"/>
              <a:gd name="connsiteY6" fmla="*/ 0 h 5034987"/>
              <a:gd name="connsiteX0" fmla="*/ 486137 w 2268638"/>
              <a:gd name="connsiteY0" fmla="*/ 5023412 h 5114852"/>
              <a:gd name="connsiteX1" fmla="*/ 0 w 2268638"/>
              <a:gd name="connsiteY1" fmla="*/ 5034987 h 5114852"/>
              <a:gd name="connsiteX2" fmla="*/ 0 w 2268638"/>
              <a:gd name="connsiteY2" fmla="*/ 1134319 h 5114852"/>
              <a:gd name="connsiteX3" fmla="*/ 1134319 w 2268638"/>
              <a:gd name="connsiteY3" fmla="*/ 0 h 5114852"/>
              <a:gd name="connsiteX4" fmla="*/ 2268638 w 2268638"/>
              <a:gd name="connsiteY4" fmla="*/ 1134319 h 5114852"/>
              <a:gd name="connsiteX5" fmla="*/ 2268637 w 2268638"/>
              <a:gd name="connsiteY5" fmla="*/ 5034987 h 5114852"/>
              <a:gd name="connsiteX6" fmla="*/ 577577 w 2268638"/>
              <a:gd name="connsiteY6" fmla="*/ 5114852 h 5114852"/>
              <a:gd name="connsiteX0" fmla="*/ 486137 w 2268638"/>
              <a:gd name="connsiteY0" fmla="*/ 5023412 h 5034987"/>
              <a:gd name="connsiteX1" fmla="*/ 0 w 2268638"/>
              <a:gd name="connsiteY1" fmla="*/ 5034987 h 5034987"/>
              <a:gd name="connsiteX2" fmla="*/ 0 w 2268638"/>
              <a:gd name="connsiteY2" fmla="*/ 1134319 h 5034987"/>
              <a:gd name="connsiteX3" fmla="*/ 1134319 w 2268638"/>
              <a:gd name="connsiteY3" fmla="*/ 0 h 5034987"/>
              <a:gd name="connsiteX4" fmla="*/ 2268638 w 2268638"/>
              <a:gd name="connsiteY4" fmla="*/ 1134319 h 5034987"/>
              <a:gd name="connsiteX5" fmla="*/ 2268637 w 2268638"/>
              <a:gd name="connsiteY5" fmla="*/ 5034987 h 5034987"/>
              <a:gd name="connsiteX0" fmla="*/ 0 w 2268638"/>
              <a:gd name="connsiteY0" fmla="*/ 5034987 h 5034987"/>
              <a:gd name="connsiteX1" fmla="*/ 0 w 2268638"/>
              <a:gd name="connsiteY1" fmla="*/ 1134319 h 5034987"/>
              <a:gd name="connsiteX2" fmla="*/ 1134319 w 2268638"/>
              <a:gd name="connsiteY2" fmla="*/ 0 h 5034987"/>
              <a:gd name="connsiteX3" fmla="*/ 2268638 w 2268638"/>
              <a:gd name="connsiteY3" fmla="*/ 1134319 h 5034987"/>
              <a:gd name="connsiteX4" fmla="*/ 2268637 w 2268638"/>
              <a:gd name="connsiteY4" fmla="*/ 5034987 h 5034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638" h="5034987">
                <a:moveTo>
                  <a:pt x="0" y="5034987"/>
                </a:moveTo>
                <a:lnTo>
                  <a:pt x="0" y="1134319"/>
                </a:lnTo>
                <a:cubicBezTo>
                  <a:pt x="0" y="507852"/>
                  <a:pt x="507852" y="0"/>
                  <a:pt x="1134319" y="0"/>
                </a:cubicBezTo>
                <a:cubicBezTo>
                  <a:pt x="1760786" y="0"/>
                  <a:pt x="2268638" y="507852"/>
                  <a:pt x="2268638" y="1134319"/>
                </a:cubicBezTo>
                <a:cubicBezTo>
                  <a:pt x="2268638" y="2434542"/>
                  <a:pt x="2268637" y="3734764"/>
                  <a:pt x="2268637" y="5034987"/>
                </a:cubicBezTo>
              </a:path>
            </a:pathLst>
          </a:custGeom>
          <a:noFill/>
          <a:ln w="31750">
            <a:solidFill>
              <a:schemeClr val="accent2"/>
            </a:solidFill>
            <a:prstDash val="sysDot"/>
            <a:headEnd type="oval" w="sm" len="sm"/>
            <a:tailEnd type="arrow"/>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4" name="Rectangle: Rounded Corners 71">
            <a:extLst>
              <a:ext uri="{FF2B5EF4-FFF2-40B4-BE49-F238E27FC236}">
                <a16:creationId xmlns:a16="http://schemas.microsoft.com/office/drawing/2014/main" id="{353BC2D0-503F-1A6F-BA37-13DD47BE2C4F}"/>
              </a:ext>
              <a:ext uri="{C183D7F6-B498-43B3-948B-1728B52AA6E4}">
                <adec:decorative xmlns:adec="http://schemas.microsoft.com/office/drawing/2017/decorative" val="1"/>
              </a:ext>
            </a:extLst>
          </p:cNvPr>
          <p:cNvSpPr/>
          <p:nvPr userDrawn="1"/>
        </p:nvSpPr>
        <p:spPr>
          <a:xfrm flipH="1">
            <a:off x="4930001"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8" name="Text Placeholder 6">
            <a:extLst>
              <a:ext uri="{FF2B5EF4-FFF2-40B4-BE49-F238E27FC236}">
                <a16:creationId xmlns:a16="http://schemas.microsoft.com/office/drawing/2014/main" id="{DA53E35E-FD8A-CE42-1BA2-E08123ADD0FA}"/>
              </a:ext>
            </a:extLst>
          </p:cNvPr>
          <p:cNvSpPr>
            <a:spLocks noGrp="1"/>
          </p:cNvSpPr>
          <p:nvPr>
            <p:ph type="body" sz="quarter" idx="25" hasCustomPrompt="1"/>
          </p:nvPr>
        </p:nvSpPr>
        <p:spPr>
          <a:xfrm>
            <a:off x="4974336"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7" name="Text Placeholder 10">
            <a:extLst>
              <a:ext uri="{FF2B5EF4-FFF2-40B4-BE49-F238E27FC236}">
                <a16:creationId xmlns:a16="http://schemas.microsoft.com/office/drawing/2014/main" id="{1262B88E-7C7F-2458-C20A-AAB4CE5E7739}"/>
              </a:ext>
            </a:extLst>
          </p:cNvPr>
          <p:cNvSpPr>
            <a:spLocks noGrp="1"/>
          </p:cNvSpPr>
          <p:nvPr>
            <p:ph type="body" sz="quarter" idx="14" hasCustomPrompt="1"/>
          </p:nvPr>
        </p:nvSpPr>
        <p:spPr>
          <a:xfrm>
            <a:off x="731519" y="1729552"/>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5" name="Rectangle: Rounded Corners 71">
            <a:extLst>
              <a:ext uri="{FF2B5EF4-FFF2-40B4-BE49-F238E27FC236}">
                <a16:creationId xmlns:a16="http://schemas.microsoft.com/office/drawing/2014/main" id="{F3324157-AC41-28BE-A053-85943AAFBE60}"/>
              </a:ext>
              <a:ext uri="{C183D7F6-B498-43B3-948B-1728B52AA6E4}">
                <adec:decorative xmlns:adec="http://schemas.microsoft.com/office/drawing/2017/decorative" val="1"/>
              </a:ext>
            </a:extLst>
          </p:cNvPr>
          <p:cNvSpPr/>
          <p:nvPr userDrawn="1"/>
        </p:nvSpPr>
        <p:spPr>
          <a:xfrm flipH="1">
            <a:off x="4928422"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59" name="Text Placeholder 6">
            <a:extLst>
              <a:ext uri="{FF2B5EF4-FFF2-40B4-BE49-F238E27FC236}">
                <a16:creationId xmlns:a16="http://schemas.microsoft.com/office/drawing/2014/main" id="{7F9DA259-2B5B-6ECF-750D-2125CCE7786C}"/>
              </a:ext>
            </a:extLst>
          </p:cNvPr>
          <p:cNvSpPr>
            <a:spLocks noGrp="1"/>
          </p:cNvSpPr>
          <p:nvPr>
            <p:ph type="body" sz="quarter" idx="41" hasCustomPrompt="1"/>
          </p:nvPr>
        </p:nvSpPr>
        <p:spPr>
          <a:xfrm>
            <a:off x="4974336"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3" name="Text Placeholder 10">
            <a:extLst>
              <a:ext uri="{FF2B5EF4-FFF2-40B4-BE49-F238E27FC236}">
                <a16:creationId xmlns:a16="http://schemas.microsoft.com/office/drawing/2014/main" id="{6F8229D2-3E96-1A42-B129-24027BF452AC}"/>
              </a:ext>
            </a:extLst>
          </p:cNvPr>
          <p:cNvSpPr>
            <a:spLocks noGrp="1"/>
          </p:cNvSpPr>
          <p:nvPr>
            <p:ph type="body" sz="quarter" idx="30" hasCustomPrompt="1"/>
          </p:nvPr>
        </p:nvSpPr>
        <p:spPr>
          <a:xfrm>
            <a:off x="731519" y="2640990"/>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6" name="Rectangle: Rounded Corners 71">
            <a:extLst>
              <a:ext uri="{FF2B5EF4-FFF2-40B4-BE49-F238E27FC236}">
                <a16:creationId xmlns:a16="http://schemas.microsoft.com/office/drawing/2014/main" id="{E307CDFE-F0D7-1F16-D1AE-8C1DEB3D6AA0}"/>
              </a:ext>
              <a:ext uri="{C183D7F6-B498-43B3-948B-1728B52AA6E4}">
                <adec:decorative xmlns:adec="http://schemas.microsoft.com/office/drawing/2017/decorative" val="1"/>
              </a:ext>
            </a:extLst>
          </p:cNvPr>
          <p:cNvSpPr/>
          <p:nvPr userDrawn="1"/>
        </p:nvSpPr>
        <p:spPr>
          <a:xfrm flipH="1">
            <a:off x="4925452"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0" name="Text Placeholder 6">
            <a:extLst>
              <a:ext uri="{FF2B5EF4-FFF2-40B4-BE49-F238E27FC236}">
                <a16:creationId xmlns:a16="http://schemas.microsoft.com/office/drawing/2014/main" id="{86E216A9-DE86-175D-E23C-E9CE0F0A92DE}"/>
              </a:ext>
            </a:extLst>
          </p:cNvPr>
          <p:cNvSpPr>
            <a:spLocks noGrp="1"/>
          </p:cNvSpPr>
          <p:nvPr>
            <p:ph type="body" sz="quarter" idx="42" hasCustomPrompt="1"/>
          </p:nvPr>
        </p:nvSpPr>
        <p:spPr>
          <a:xfrm>
            <a:off x="4969380"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5" name="Text Placeholder 10">
            <a:extLst>
              <a:ext uri="{FF2B5EF4-FFF2-40B4-BE49-F238E27FC236}">
                <a16:creationId xmlns:a16="http://schemas.microsoft.com/office/drawing/2014/main" id="{31071083-ED88-9C8F-FFA2-81F22B5B941C}"/>
              </a:ext>
            </a:extLst>
          </p:cNvPr>
          <p:cNvSpPr>
            <a:spLocks noGrp="1"/>
          </p:cNvSpPr>
          <p:nvPr>
            <p:ph type="body" sz="quarter" idx="34" hasCustomPrompt="1"/>
          </p:nvPr>
        </p:nvSpPr>
        <p:spPr>
          <a:xfrm>
            <a:off x="740918" y="3532253"/>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57" name="Rectangle: Rounded Corners 71">
            <a:extLst>
              <a:ext uri="{FF2B5EF4-FFF2-40B4-BE49-F238E27FC236}">
                <a16:creationId xmlns:a16="http://schemas.microsoft.com/office/drawing/2014/main" id="{90897122-5D0B-78CC-4833-47F1234746E0}"/>
              </a:ext>
              <a:ext uri="{C183D7F6-B498-43B3-948B-1728B52AA6E4}">
                <adec:decorative xmlns:adec="http://schemas.microsoft.com/office/drawing/2017/decorative" val="1"/>
              </a:ext>
            </a:extLst>
          </p:cNvPr>
          <p:cNvSpPr/>
          <p:nvPr userDrawn="1"/>
        </p:nvSpPr>
        <p:spPr>
          <a:xfrm flipH="1">
            <a:off x="4923873"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1" name="Text Placeholder 6">
            <a:extLst>
              <a:ext uri="{FF2B5EF4-FFF2-40B4-BE49-F238E27FC236}">
                <a16:creationId xmlns:a16="http://schemas.microsoft.com/office/drawing/2014/main" id="{4FEA499E-8861-56CA-3A87-694D36C9EDD6}"/>
              </a:ext>
            </a:extLst>
          </p:cNvPr>
          <p:cNvSpPr>
            <a:spLocks noGrp="1"/>
          </p:cNvSpPr>
          <p:nvPr>
            <p:ph type="body" sz="quarter" idx="43" hasCustomPrompt="1"/>
          </p:nvPr>
        </p:nvSpPr>
        <p:spPr>
          <a:xfrm>
            <a:off x="4969380"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7" name="Text Placeholder 10">
            <a:extLst>
              <a:ext uri="{FF2B5EF4-FFF2-40B4-BE49-F238E27FC236}">
                <a16:creationId xmlns:a16="http://schemas.microsoft.com/office/drawing/2014/main" id="{3BC6B644-94F8-E487-46B8-218421E71EEF}"/>
              </a:ext>
            </a:extLst>
          </p:cNvPr>
          <p:cNvSpPr>
            <a:spLocks noGrp="1"/>
          </p:cNvSpPr>
          <p:nvPr>
            <p:ph type="body" sz="quarter" idx="38" hasCustomPrompt="1"/>
          </p:nvPr>
        </p:nvSpPr>
        <p:spPr>
          <a:xfrm>
            <a:off x="731519" y="4418874"/>
            <a:ext cx="4023360" cy="559032"/>
          </a:xfrm>
        </p:spPr>
        <p:txBody>
          <a:bodyPr lIns="0" tIns="0" rIns="0" bIns="0" anchor="ctr" anchorCtr="0">
            <a:normAutofit/>
          </a:bodyPr>
          <a:lstStyle>
            <a:lvl1pPr marL="0" indent="0" algn="r">
              <a:lnSpc>
                <a:spcPct val="120000"/>
              </a:lnSpc>
              <a:spcBef>
                <a:spcPts val="0"/>
              </a:spcBef>
              <a:buNone/>
              <a:defRPr sz="1800" b="0" i="0">
                <a:solidFill>
                  <a:schemeClr val="tx2"/>
                </a:solidFill>
                <a:latin typeface="Franklin Gothic Book" panose="020B0503020102020204" pitchFamily="34" charset="0"/>
              </a:defRPr>
            </a:lvl1pPr>
            <a:lvl2pPr marL="0" algn="r">
              <a:lnSpc>
                <a:spcPct val="120000"/>
              </a:lnSpc>
              <a:spcBef>
                <a:spcPts val="0"/>
              </a:spcBef>
              <a:defRPr sz="1400" b="0">
                <a:latin typeface="+mn-lt"/>
              </a:defRPr>
            </a:lvl2pPr>
            <a:lvl3pPr marL="0" algn="r">
              <a:lnSpc>
                <a:spcPct val="120000"/>
              </a:lnSpc>
              <a:spcBef>
                <a:spcPts val="0"/>
              </a:spcBef>
              <a:defRPr sz="1400" b="0">
                <a:latin typeface="+mn-lt"/>
              </a:defRPr>
            </a:lvl3pPr>
            <a:lvl4pPr marL="0" algn="r">
              <a:lnSpc>
                <a:spcPct val="120000"/>
              </a:lnSpc>
              <a:spcBef>
                <a:spcPts val="0"/>
              </a:spcBef>
              <a:defRPr sz="1400" b="0">
                <a:latin typeface="+mn-lt"/>
              </a:defRPr>
            </a:lvl4pPr>
            <a:lvl5pPr marL="0" algn="r">
              <a:lnSpc>
                <a:spcPct val="120000"/>
              </a:lnSpc>
              <a:spcBef>
                <a:spcPts val="0"/>
              </a:spcBef>
              <a:defRPr sz="1400" b="0">
                <a:latin typeface="+mn-lt"/>
              </a:defRPr>
            </a:lvl5pPr>
          </a:lstStyle>
          <a:p>
            <a:pPr marL="0" marR="0" lvl="0" indent="0" algn="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2" name="Rectangle: Rounded Corners 71">
            <a:extLst>
              <a:ext uri="{FF2B5EF4-FFF2-40B4-BE49-F238E27FC236}">
                <a16:creationId xmlns:a16="http://schemas.microsoft.com/office/drawing/2014/main" id="{9708834A-DACC-211F-7F4A-1CDC3A5F6EDC}"/>
              </a:ext>
              <a:ext uri="{C183D7F6-B498-43B3-948B-1728B52AA6E4}">
                <adec:decorative xmlns:adec="http://schemas.microsoft.com/office/drawing/2017/decorative" val="1"/>
              </a:ext>
            </a:extLst>
          </p:cNvPr>
          <p:cNvSpPr/>
          <p:nvPr userDrawn="1"/>
        </p:nvSpPr>
        <p:spPr>
          <a:xfrm flipH="1">
            <a:off x="6772645" y="1749495"/>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6" name="Text Placeholder 6">
            <a:extLst>
              <a:ext uri="{FF2B5EF4-FFF2-40B4-BE49-F238E27FC236}">
                <a16:creationId xmlns:a16="http://schemas.microsoft.com/office/drawing/2014/main" id="{B3CD824F-D635-21DF-C38C-812F32519897}"/>
              </a:ext>
            </a:extLst>
          </p:cNvPr>
          <p:cNvSpPr>
            <a:spLocks noGrp="1"/>
          </p:cNvSpPr>
          <p:nvPr>
            <p:ph type="body" sz="quarter" idx="44" hasCustomPrompt="1"/>
          </p:nvPr>
        </p:nvSpPr>
        <p:spPr>
          <a:xfrm>
            <a:off x="6816980" y="1795215"/>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2" name="Text Placeholder 10">
            <a:extLst>
              <a:ext uri="{FF2B5EF4-FFF2-40B4-BE49-F238E27FC236}">
                <a16:creationId xmlns:a16="http://schemas.microsoft.com/office/drawing/2014/main" id="{EE284D05-F5FB-9861-AD62-AAC76F1F47BC}"/>
              </a:ext>
            </a:extLst>
          </p:cNvPr>
          <p:cNvSpPr>
            <a:spLocks noGrp="1"/>
          </p:cNvSpPr>
          <p:nvPr>
            <p:ph type="body" sz="quarter" idx="15" hasCustomPrompt="1"/>
          </p:nvPr>
        </p:nvSpPr>
        <p:spPr>
          <a:xfrm>
            <a:off x="7397241" y="1729552"/>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3" name="Rectangle: Rounded Corners 71">
            <a:extLst>
              <a:ext uri="{FF2B5EF4-FFF2-40B4-BE49-F238E27FC236}">
                <a16:creationId xmlns:a16="http://schemas.microsoft.com/office/drawing/2014/main" id="{94A8DFE2-4988-61D6-9C49-27757A7272C2}"/>
              </a:ext>
              <a:ext uri="{C183D7F6-B498-43B3-948B-1728B52AA6E4}">
                <adec:decorative xmlns:adec="http://schemas.microsoft.com/office/drawing/2017/decorative" val="1"/>
              </a:ext>
            </a:extLst>
          </p:cNvPr>
          <p:cNvSpPr/>
          <p:nvPr userDrawn="1"/>
        </p:nvSpPr>
        <p:spPr>
          <a:xfrm flipH="1">
            <a:off x="6771066" y="2682659"/>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7" name="Text Placeholder 6">
            <a:extLst>
              <a:ext uri="{FF2B5EF4-FFF2-40B4-BE49-F238E27FC236}">
                <a16:creationId xmlns:a16="http://schemas.microsoft.com/office/drawing/2014/main" id="{39BD2083-008A-EF3A-5CE8-6E1E77CCA175}"/>
              </a:ext>
            </a:extLst>
          </p:cNvPr>
          <p:cNvSpPr>
            <a:spLocks noGrp="1"/>
          </p:cNvSpPr>
          <p:nvPr>
            <p:ph type="body" sz="quarter" idx="45" hasCustomPrompt="1"/>
          </p:nvPr>
        </p:nvSpPr>
        <p:spPr>
          <a:xfrm>
            <a:off x="6816980" y="2723540"/>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4" name="Text Placeholder 10">
            <a:extLst>
              <a:ext uri="{FF2B5EF4-FFF2-40B4-BE49-F238E27FC236}">
                <a16:creationId xmlns:a16="http://schemas.microsoft.com/office/drawing/2014/main" id="{EE52AADE-0F0D-1EBB-4C39-FDEB30E6D856}"/>
              </a:ext>
            </a:extLst>
          </p:cNvPr>
          <p:cNvSpPr>
            <a:spLocks noGrp="1"/>
          </p:cNvSpPr>
          <p:nvPr>
            <p:ph type="body" sz="quarter" idx="32" hasCustomPrompt="1"/>
          </p:nvPr>
        </p:nvSpPr>
        <p:spPr>
          <a:xfrm>
            <a:off x="7397241" y="2625993"/>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4" name="Rectangle: Rounded Corners 71">
            <a:extLst>
              <a:ext uri="{FF2B5EF4-FFF2-40B4-BE49-F238E27FC236}">
                <a16:creationId xmlns:a16="http://schemas.microsoft.com/office/drawing/2014/main" id="{A39EA845-2D5D-6BDE-62F5-BC9704C6D56E}"/>
              </a:ext>
              <a:ext uri="{C183D7F6-B498-43B3-948B-1728B52AA6E4}">
                <adec:decorative xmlns:adec="http://schemas.microsoft.com/office/drawing/2017/decorative" val="1"/>
              </a:ext>
            </a:extLst>
          </p:cNvPr>
          <p:cNvSpPr/>
          <p:nvPr userDrawn="1"/>
        </p:nvSpPr>
        <p:spPr>
          <a:xfrm flipH="1">
            <a:off x="6768096" y="3510162"/>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8" name="Text Placeholder 6">
            <a:extLst>
              <a:ext uri="{FF2B5EF4-FFF2-40B4-BE49-F238E27FC236}">
                <a16:creationId xmlns:a16="http://schemas.microsoft.com/office/drawing/2014/main" id="{494BD10E-9C34-7D6C-495A-054E3AC63A42}"/>
              </a:ext>
            </a:extLst>
          </p:cNvPr>
          <p:cNvSpPr>
            <a:spLocks noGrp="1"/>
          </p:cNvSpPr>
          <p:nvPr>
            <p:ph type="body" sz="quarter" idx="46" hasCustomPrompt="1"/>
          </p:nvPr>
        </p:nvSpPr>
        <p:spPr>
          <a:xfrm>
            <a:off x="6812024" y="3552244"/>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6" name="Text Placeholder 10">
            <a:extLst>
              <a:ext uri="{FF2B5EF4-FFF2-40B4-BE49-F238E27FC236}">
                <a16:creationId xmlns:a16="http://schemas.microsoft.com/office/drawing/2014/main" id="{F4A71584-C29C-7E8D-A475-B838C5C38426}"/>
              </a:ext>
            </a:extLst>
          </p:cNvPr>
          <p:cNvSpPr>
            <a:spLocks noGrp="1"/>
          </p:cNvSpPr>
          <p:nvPr>
            <p:ph type="body" sz="quarter" idx="36" hasCustomPrompt="1"/>
          </p:nvPr>
        </p:nvSpPr>
        <p:spPr>
          <a:xfrm>
            <a:off x="7406640" y="352243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sp>
        <p:nvSpPr>
          <p:cNvPr id="65" name="Rectangle: Rounded Corners 71">
            <a:extLst>
              <a:ext uri="{FF2B5EF4-FFF2-40B4-BE49-F238E27FC236}">
                <a16:creationId xmlns:a16="http://schemas.microsoft.com/office/drawing/2014/main" id="{3A95B99A-D74A-E4A1-EA45-0C19B6A74810}"/>
              </a:ext>
              <a:ext uri="{C183D7F6-B498-43B3-948B-1728B52AA6E4}">
                <adec:decorative xmlns:adec="http://schemas.microsoft.com/office/drawing/2017/decorative" val="1"/>
              </a:ext>
            </a:extLst>
          </p:cNvPr>
          <p:cNvSpPr/>
          <p:nvPr userDrawn="1"/>
        </p:nvSpPr>
        <p:spPr>
          <a:xfrm flipH="1">
            <a:off x="6766517" y="4443326"/>
            <a:ext cx="457200" cy="457200"/>
          </a:xfrm>
          <a:prstGeom prst="roundRect">
            <a:avLst>
              <a:gd name="adj" fmla="val 10288"/>
            </a:avLst>
          </a:prstGeom>
          <a:solidFill>
            <a:schemeClr val="accent2"/>
          </a:solidFill>
          <a:ln w="25400">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a:latin typeface="Franklin Gothic Medium" panose="020B0603020102020204" pitchFamily="34" charset="0"/>
            </a:endParaRPr>
          </a:p>
        </p:txBody>
      </p:sp>
      <p:sp>
        <p:nvSpPr>
          <p:cNvPr id="69" name="Text Placeholder 6">
            <a:extLst>
              <a:ext uri="{FF2B5EF4-FFF2-40B4-BE49-F238E27FC236}">
                <a16:creationId xmlns:a16="http://schemas.microsoft.com/office/drawing/2014/main" id="{1B025E8F-974A-540A-1D8F-E6FF2BAB4DF8}"/>
              </a:ext>
            </a:extLst>
          </p:cNvPr>
          <p:cNvSpPr>
            <a:spLocks noGrp="1"/>
          </p:cNvSpPr>
          <p:nvPr>
            <p:ph type="body" sz="quarter" idx="47" hasCustomPrompt="1"/>
          </p:nvPr>
        </p:nvSpPr>
        <p:spPr>
          <a:xfrm>
            <a:off x="6812024" y="4498227"/>
            <a:ext cx="365760" cy="365760"/>
          </a:xfrm>
          <a:noFill/>
        </p:spPr>
        <p:txBody>
          <a:bodyPr anchor="ctr">
            <a:noAutofit/>
          </a:bodyPr>
          <a:lstStyle>
            <a:lvl1pPr marL="0" indent="0" algn="ctr">
              <a:spcBef>
                <a:spcPts val="0"/>
              </a:spcBef>
              <a:buNone/>
              <a:defRPr sz="1800" b="1" i="0">
                <a:solidFill>
                  <a:schemeClr val="bg1"/>
                </a:solidFill>
                <a:latin typeface="Franklin Gothic Demi" panose="020B0603020102020204" pitchFamily="34" charset="0"/>
              </a:defRPr>
            </a:lvl1pPr>
          </a:lstStyle>
          <a:p>
            <a:pPr lvl="0"/>
            <a:r>
              <a:rPr lang="en-US" altLang="zh-CN"/>
              <a:t>#</a:t>
            </a:r>
            <a:endParaRPr lang="zh-CN" altLang="en-US"/>
          </a:p>
        </p:txBody>
      </p:sp>
      <p:sp>
        <p:nvSpPr>
          <p:cNvPr id="48" name="Text Placeholder 10">
            <a:extLst>
              <a:ext uri="{FF2B5EF4-FFF2-40B4-BE49-F238E27FC236}">
                <a16:creationId xmlns:a16="http://schemas.microsoft.com/office/drawing/2014/main" id="{F7A6E710-33A0-2F02-C835-5E88BC639043}"/>
              </a:ext>
            </a:extLst>
          </p:cNvPr>
          <p:cNvSpPr>
            <a:spLocks noGrp="1"/>
          </p:cNvSpPr>
          <p:nvPr>
            <p:ph type="body" sz="quarter" idx="40" hasCustomPrompt="1"/>
          </p:nvPr>
        </p:nvSpPr>
        <p:spPr>
          <a:xfrm>
            <a:off x="7397241" y="4418874"/>
            <a:ext cx="4023360" cy="559032"/>
          </a:xfrm>
        </p:spPr>
        <p:txBody>
          <a:bodyPr lIns="0" tIns="0" rIns="0" bIns="0" anchor="ctr" anchorCtr="0">
            <a:normAutofit/>
          </a:bodyPr>
          <a:lstStyle>
            <a:lvl1pPr marL="0" indent="0" algn="l">
              <a:lnSpc>
                <a:spcPct val="120000"/>
              </a:lnSpc>
              <a:spcBef>
                <a:spcPts val="0"/>
              </a:spcBef>
              <a:buNone/>
              <a:defRPr sz="1800" b="0" i="0">
                <a:solidFill>
                  <a:schemeClr val="tx2"/>
                </a:solidFill>
                <a:latin typeface="Franklin Gothic Book" panose="020B0503020102020204" pitchFamily="34" charset="0"/>
              </a:defRPr>
            </a:lvl1pPr>
            <a:lvl2pPr marL="0" algn="l">
              <a:lnSpc>
                <a:spcPct val="120000"/>
              </a:lnSpc>
              <a:spcBef>
                <a:spcPts val="0"/>
              </a:spcBef>
              <a:defRPr sz="1400" b="0">
                <a:latin typeface="+mn-lt"/>
              </a:defRPr>
            </a:lvl2pPr>
            <a:lvl3pPr marL="0" algn="l">
              <a:lnSpc>
                <a:spcPct val="120000"/>
              </a:lnSpc>
              <a:spcBef>
                <a:spcPts val="0"/>
              </a:spcBef>
              <a:defRPr sz="1400" b="0">
                <a:latin typeface="+mn-lt"/>
              </a:defRPr>
            </a:lvl3pPr>
            <a:lvl4pPr marL="0" algn="l">
              <a:lnSpc>
                <a:spcPct val="120000"/>
              </a:lnSpc>
              <a:spcBef>
                <a:spcPts val="0"/>
              </a:spcBef>
              <a:defRPr sz="1400" b="0">
                <a:latin typeface="+mn-lt"/>
              </a:defRPr>
            </a:lvl4pPr>
            <a:lvl5pPr marL="0" algn="l">
              <a:lnSpc>
                <a:spcPct val="120000"/>
              </a:lnSpc>
              <a:spcBef>
                <a:spcPts val="0"/>
              </a:spcBef>
              <a:defRPr sz="1400" b="0">
                <a:latin typeface="+mn-lt"/>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a:t>Click to edit text</a:t>
            </a:r>
          </a:p>
        </p:txBody>
      </p:sp>
      <p:grpSp>
        <p:nvGrpSpPr>
          <p:cNvPr id="49" name="Group 48">
            <a:extLst>
              <a:ext uri="{FF2B5EF4-FFF2-40B4-BE49-F238E27FC236}">
                <a16:creationId xmlns:a16="http://schemas.microsoft.com/office/drawing/2014/main" id="{AF85551B-6642-B429-AFBB-6E71FD0E0DD1}"/>
              </a:ext>
            </a:extLst>
          </p:cNvPr>
          <p:cNvGrpSpPr/>
          <p:nvPr userDrawn="1"/>
        </p:nvGrpSpPr>
        <p:grpSpPr>
          <a:xfrm rot="16200000">
            <a:off x="5974889" y="5482332"/>
            <a:ext cx="132797" cy="139336"/>
            <a:chOff x="4836630" y="1437486"/>
            <a:chExt cx="132797" cy="139336"/>
          </a:xfrm>
        </p:grpSpPr>
        <p:grpSp>
          <p:nvGrpSpPr>
            <p:cNvPr id="50" name="Group 49">
              <a:extLst>
                <a:ext uri="{FF2B5EF4-FFF2-40B4-BE49-F238E27FC236}">
                  <a16:creationId xmlns:a16="http://schemas.microsoft.com/office/drawing/2014/main" id="{754F887F-271B-819E-0696-3D1D6DF78827}"/>
                </a:ext>
              </a:extLst>
            </p:cNvPr>
            <p:cNvGrpSpPr/>
            <p:nvPr/>
          </p:nvGrpSpPr>
          <p:grpSpPr>
            <a:xfrm rot="10800000">
              <a:off x="4836630" y="1460534"/>
              <a:ext cx="132797" cy="116288"/>
              <a:chOff x="6427359" y="1545568"/>
              <a:chExt cx="132797" cy="116288"/>
            </a:xfrm>
          </p:grpSpPr>
          <p:cxnSp>
            <p:nvCxnSpPr>
              <p:cNvPr id="52" name="Straight Connector 51">
                <a:extLst>
                  <a:ext uri="{FF2B5EF4-FFF2-40B4-BE49-F238E27FC236}">
                    <a16:creationId xmlns:a16="http://schemas.microsoft.com/office/drawing/2014/main" id="{4F6E0866-7F88-7E6E-0704-D408BFC5EE52}"/>
                  </a:ext>
                </a:extLst>
              </p:cNvPr>
              <p:cNvCxnSpPr>
                <a:cxnSpLocks/>
              </p:cNvCxnSpPr>
              <p:nvPr/>
            </p:nvCxnSpPr>
            <p:spPr>
              <a:xfrm flipH="1">
                <a:off x="6427359" y="1545568"/>
                <a:ext cx="65596"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9201B4F-5C7C-64BC-38F3-F6C3EDFE4014}"/>
                  </a:ext>
                </a:extLst>
              </p:cNvPr>
              <p:cNvCxnSpPr>
                <a:cxnSpLocks/>
              </p:cNvCxnSpPr>
              <p:nvPr/>
            </p:nvCxnSpPr>
            <p:spPr>
              <a:xfrm>
                <a:off x="6492955" y="1545568"/>
                <a:ext cx="67201" cy="116288"/>
              </a:xfrm>
              <a:prstGeom prst="line">
                <a:avLst/>
              </a:prstGeom>
              <a:ln w="25400" cap="rnd">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51" name="Triangle 50">
              <a:extLst>
                <a:ext uri="{FF2B5EF4-FFF2-40B4-BE49-F238E27FC236}">
                  <a16:creationId xmlns:a16="http://schemas.microsoft.com/office/drawing/2014/main" id="{5E5226EA-C3FF-FA21-9AFF-AF895D76FA86}"/>
                </a:ext>
              </a:extLst>
            </p:cNvPr>
            <p:cNvSpPr/>
            <p:nvPr/>
          </p:nvSpPr>
          <p:spPr>
            <a:xfrm rot="10800000">
              <a:off x="4846681" y="1437486"/>
              <a:ext cx="114300" cy="1162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Central Piedmont Community College logo icon">
            <a:extLst>
              <a:ext uri="{FF2B5EF4-FFF2-40B4-BE49-F238E27FC236}">
                <a16:creationId xmlns:a16="http://schemas.microsoft.com/office/drawing/2014/main" id="{CC751E16-0DC2-29CC-7AC6-21102B7B2645}"/>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8" name="Slide Number Placeholder 16">
            <a:extLst>
              <a:ext uri="{FF2B5EF4-FFF2-40B4-BE49-F238E27FC236}">
                <a16:creationId xmlns:a16="http://schemas.microsoft.com/office/drawing/2014/main" id="{EF8CE25D-7AB9-FA46-0815-95A1B8FEF4FA}"/>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9101846-CBB8-CD4A-8E31-C9A9B0D5C63C}"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13082517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meli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777057"/>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713053"/>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713053"/>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534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38164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80963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922485"/>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350475"/>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4" name="Slide Number Placeholder 16">
            <a:extLst>
              <a:ext uri="{FF2B5EF4-FFF2-40B4-BE49-F238E27FC236}">
                <a16:creationId xmlns:a16="http://schemas.microsoft.com/office/drawing/2014/main" id="{5A7F0128-FC25-6C3B-1206-3AEABDB9E08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7F2EC1B-10B7-2848-AC93-94D48666741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159595F4-CD0D-4E35-F1DD-A6BA3E6B39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7931829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2 - gold bar">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0AB5A4D-CBC4-5846-77EE-64182CDDD9B5}"/>
              </a:ext>
              <a:ext uri="{C183D7F6-B498-43B3-948B-1728B52AA6E4}">
                <adec:decorative xmlns:adec="http://schemas.microsoft.com/office/drawing/2017/decorative" val="1"/>
              </a:ext>
            </a:extLst>
          </p:cNvPr>
          <p:cNvSpPr/>
          <p:nvPr userDrawn="1"/>
        </p:nvSpPr>
        <p:spPr>
          <a:xfrm>
            <a:off x="-8828" y="5559169"/>
            <a:ext cx="12200828"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 name="Title 4">
            <a:extLst>
              <a:ext uri="{FF2B5EF4-FFF2-40B4-BE49-F238E27FC236}">
                <a16:creationId xmlns:a16="http://schemas.microsoft.com/office/drawing/2014/main" id="{EF7AB9BE-6198-35CD-A183-C7AD961380D3}"/>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cxnSp>
        <p:nvCxnSpPr>
          <p:cNvPr id="3" name="Straight Connector 2">
            <a:extLst>
              <a:ext uri="{FF2B5EF4-FFF2-40B4-BE49-F238E27FC236}">
                <a16:creationId xmlns:a16="http://schemas.microsoft.com/office/drawing/2014/main" id="{F42F090C-E45C-D2AF-C975-950429BCE14B}"/>
              </a:ext>
              <a:ext uri="{C183D7F6-B498-43B3-948B-1728B52AA6E4}">
                <adec:decorative xmlns:adec="http://schemas.microsoft.com/office/drawing/2017/decorative" val="1"/>
              </a:ext>
            </a:extLst>
          </p:cNvPr>
          <p:cNvCxnSpPr>
            <a:cxnSpLocks/>
            <a:stCxn id="8" idx="6"/>
          </p:cNvCxnSpPr>
          <p:nvPr userDrawn="1"/>
        </p:nvCxnSpPr>
        <p:spPr>
          <a:xfrm>
            <a:off x="810838" y="3459806"/>
            <a:ext cx="10566190" cy="0"/>
          </a:xfrm>
          <a:prstGeom prst="line">
            <a:avLst/>
          </a:prstGeom>
          <a:ln w="31750">
            <a:solidFill>
              <a:schemeClr val="accent2"/>
            </a:solidFill>
            <a:prstDash val="sysDot"/>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E68B4B2-067A-4E72-8D9B-F83A2A0642D7}"/>
              </a:ext>
              <a:ext uri="{C183D7F6-B498-43B3-948B-1728B52AA6E4}">
                <adec:decorative xmlns:adec="http://schemas.microsoft.com/office/drawing/2017/decorative" val="1"/>
              </a:ext>
            </a:extLst>
          </p:cNvPr>
          <p:cNvSpPr/>
          <p:nvPr userDrawn="1"/>
        </p:nvSpPr>
        <p:spPr>
          <a:xfrm>
            <a:off x="11373537"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8" name="Pentagon 27">
            <a:extLst>
              <a:ext uri="{FF2B5EF4-FFF2-40B4-BE49-F238E27FC236}">
                <a16:creationId xmlns:a16="http://schemas.microsoft.com/office/drawing/2014/main" id="{CE48A81B-6953-C20C-C459-53CB400BCD7D}"/>
              </a:ext>
              <a:ext uri="{C183D7F6-B498-43B3-948B-1728B52AA6E4}">
                <adec:decorative xmlns:adec="http://schemas.microsoft.com/office/drawing/2017/decorative" val="1"/>
              </a:ext>
            </a:extLst>
          </p:cNvPr>
          <p:cNvSpPr/>
          <p:nvPr userDrawn="1"/>
        </p:nvSpPr>
        <p:spPr>
          <a:xfrm>
            <a:off x="9267984"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5" name="Oval 14">
            <a:extLst>
              <a:ext uri="{FF2B5EF4-FFF2-40B4-BE49-F238E27FC236}">
                <a16:creationId xmlns:a16="http://schemas.microsoft.com/office/drawing/2014/main" id="{DCB07319-52F0-AB31-B642-5CD21A2FAFD4}"/>
              </a:ext>
              <a:ext uri="{C183D7F6-B498-43B3-948B-1728B52AA6E4}">
                <adec:decorative xmlns:adec="http://schemas.microsoft.com/office/drawing/2017/decorative" val="1"/>
              </a:ext>
            </a:extLst>
          </p:cNvPr>
          <p:cNvSpPr/>
          <p:nvPr userDrawn="1"/>
        </p:nvSpPr>
        <p:spPr>
          <a:xfrm>
            <a:off x="8348532"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22" name="Pentagon 21">
            <a:extLst>
              <a:ext uri="{FF2B5EF4-FFF2-40B4-BE49-F238E27FC236}">
                <a16:creationId xmlns:a16="http://schemas.microsoft.com/office/drawing/2014/main" id="{81666104-5DDD-C345-0F08-F1CE17F08EC7}"/>
              </a:ext>
              <a:ext uri="{C183D7F6-B498-43B3-948B-1728B52AA6E4}">
                <adec:decorative xmlns:adec="http://schemas.microsoft.com/office/drawing/2017/decorative" val="1"/>
              </a:ext>
            </a:extLst>
          </p:cNvPr>
          <p:cNvSpPr/>
          <p:nvPr userDrawn="1"/>
        </p:nvSpPr>
        <p:spPr>
          <a:xfrm>
            <a:off x="6718748"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9" name="Oval 14">
            <a:extLst>
              <a:ext uri="{FF2B5EF4-FFF2-40B4-BE49-F238E27FC236}">
                <a16:creationId xmlns:a16="http://schemas.microsoft.com/office/drawing/2014/main" id="{D3F39B7A-B860-1345-FA26-81A7635AA833}"/>
              </a:ext>
              <a:ext uri="{C183D7F6-B498-43B3-948B-1728B52AA6E4}">
                <adec:decorative xmlns:adec="http://schemas.microsoft.com/office/drawing/2017/decorative" val="1"/>
              </a:ext>
            </a:extLst>
          </p:cNvPr>
          <p:cNvSpPr/>
          <p:nvPr userDrawn="1"/>
        </p:nvSpPr>
        <p:spPr>
          <a:xfrm>
            <a:off x="5799296"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5" name="Pentagon 14">
            <a:extLst>
              <a:ext uri="{FF2B5EF4-FFF2-40B4-BE49-F238E27FC236}">
                <a16:creationId xmlns:a16="http://schemas.microsoft.com/office/drawing/2014/main" id="{EDCDAA25-B081-3FC6-6E37-6B96ABB85EB7}"/>
              </a:ext>
              <a:ext uri="{C183D7F6-B498-43B3-948B-1728B52AA6E4}">
                <adec:decorative xmlns:adec="http://schemas.microsoft.com/office/drawing/2017/decorative" val="1"/>
              </a:ext>
            </a:extLst>
          </p:cNvPr>
          <p:cNvSpPr/>
          <p:nvPr userDrawn="1"/>
        </p:nvSpPr>
        <p:spPr>
          <a:xfrm>
            <a:off x="4172573"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12" name="Oval 14">
            <a:extLst>
              <a:ext uri="{FF2B5EF4-FFF2-40B4-BE49-F238E27FC236}">
                <a16:creationId xmlns:a16="http://schemas.microsoft.com/office/drawing/2014/main" id="{7E383C7D-C9D4-DF44-A376-E8D16715737E}"/>
              </a:ext>
              <a:ext uri="{C183D7F6-B498-43B3-948B-1728B52AA6E4}">
                <adec:decorative xmlns:adec="http://schemas.microsoft.com/office/drawing/2017/decorative" val="1"/>
              </a:ext>
            </a:extLst>
          </p:cNvPr>
          <p:cNvSpPr/>
          <p:nvPr userDrawn="1"/>
        </p:nvSpPr>
        <p:spPr>
          <a:xfrm>
            <a:off x="3253121"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9" name="Oval 14">
            <a:extLst>
              <a:ext uri="{FF2B5EF4-FFF2-40B4-BE49-F238E27FC236}">
                <a16:creationId xmlns:a16="http://schemas.microsoft.com/office/drawing/2014/main" id="{1A0F31B5-D927-49D7-9C2F-5ADA064DDA93}"/>
              </a:ext>
              <a:ext uri="{C183D7F6-B498-43B3-948B-1728B52AA6E4}">
                <adec:decorative xmlns:adec="http://schemas.microsoft.com/office/drawing/2017/decorative" val="1"/>
              </a:ext>
            </a:extLst>
          </p:cNvPr>
          <p:cNvSpPr/>
          <p:nvPr userDrawn="1"/>
        </p:nvSpPr>
        <p:spPr>
          <a:xfrm>
            <a:off x="1631450" y="3395802"/>
            <a:ext cx="128008" cy="128008"/>
          </a:xfrm>
          <a:prstGeom prst="homePlat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8" name="Oval 14">
            <a:extLst>
              <a:ext uri="{FF2B5EF4-FFF2-40B4-BE49-F238E27FC236}">
                <a16:creationId xmlns:a16="http://schemas.microsoft.com/office/drawing/2014/main" id="{312C32A4-D617-45AE-183C-EF48B8A735B9}"/>
              </a:ext>
              <a:ext uri="{C183D7F6-B498-43B3-948B-1728B52AA6E4}">
                <adec:decorative xmlns:adec="http://schemas.microsoft.com/office/drawing/2017/decorative" val="1"/>
              </a:ext>
            </a:extLst>
          </p:cNvPr>
          <p:cNvSpPr/>
          <p:nvPr userDrawn="1"/>
        </p:nvSpPr>
        <p:spPr>
          <a:xfrm>
            <a:off x="682830" y="3395802"/>
            <a:ext cx="128008" cy="128008"/>
          </a:xfrm>
          <a:prstGeom prst="ellipse">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0" i="0">
              <a:latin typeface="Franklin Gothic Book" panose="020B0503020102020204" pitchFamily="34" charset="0"/>
            </a:endParaRPr>
          </a:p>
        </p:txBody>
      </p:sp>
      <p:sp>
        <p:nvSpPr>
          <p:cNvPr id="5" name="Text Placeholder 8">
            <a:extLst>
              <a:ext uri="{FF2B5EF4-FFF2-40B4-BE49-F238E27FC236}">
                <a16:creationId xmlns:a16="http://schemas.microsoft.com/office/drawing/2014/main" id="{15E4F978-AF7C-AA09-3FF0-2ED75A279BAE}"/>
              </a:ext>
            </a:extLst>
          </p:cNvPr>
          <p:cNvSpPr>
            <a:spLocks noGrp="1"/>
          </p:cNvSpPr>
          <p:nvPr>
            <p:ph type="body" sz="quarter" idx="22" hasCustomPrompt="1"/>
          </p:nvPr>
        </p:nvSpPr>
        <p:spPr>
          <a:xfrm>
            <a:off x="74736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B4352082-EAA1-A62B-D4BD-19B6118DA634}"/>
              </a:ext>
            </a:extLst>
          </p:cNvPr>
          <p:cNvSpPr>
            <a:spLocks noGrp="1"/>
          </p:cNvSpPr>
          <p:nvPr>
            <p:ph type="body" sz="quarter" idx="21" hasCustomPrompt="1"/>
          </p:nvPr>
        </p:nvSpPr>
        <p:spPr>
          <a:xfrm>
            <a:off x="74736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Text Placeholder 8">
            <a:extLst>
              <a:ext uri="{FF2B5EF4-FFF2-40B4-BE49-F238E27FC236}">
                <a16:creationId xmlns:a16="http://schemas.microsoft.com/office/drawing/2014/main" id="{5FB69AEA-0B0B-1AC2-AC26-3BB5F2E89F00}"/>
              </a:ext>
            </a:extLst>
          </p:cNvPr>
          <p:cNvSpPr>
            <a:spLocks noGrp="1"/>
          </p:cNvSpPr>
          <p:nvPr>
            <p:ph type="body" sz="quarter" idx="23" hasCustomPrompt="1"/>
          </p:nvPr>
        </p:nvSpPr>
        <p:spPr>
          <a:xfrm>
            <a:off x="1631450"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1" name="Text Placeholder 7">
            <a:extLst>
              <a:ext uri="{FF2B5EF4-FFF2-40B4-BE49-F238E27FC236}">
                <a16:creationId xmlns:a16="http://schemas.microsoft.com/office/drawing/2014/main" id="{1A5C80CA-29B7-2FCD-6F82-AFF9F4D2430C}"/>
              </a:ext>
            </a:extLst>
          </p:cNvPr>
          <p:cNvSpPr>
            <a:spLocks noGrp="1"/>
          </p:cNvSpPr>
          <p:nvPr>
            <p:ph type="body" sz="quarter" idx="24" hasCustomPrompt="1"/>
          </p:nvPr>
        </p:nvSpPr>
        <p:spPr>
          <a:xfrm>
            <a:off x="1631450"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3" name="Text Placeholder 8">
            <a:extLst>
              <a:ext uri="{FF2B5EF4-FFF2-40B4-BE49-F238E27FC236}">
                <a16:creationId xmlns:a16="http://schemas.microsoft.com/office/drawing/2014/main" id="{8768005C-CCE8-1535-1AD1-010D6460C1FB}"/>
              </a:ext>
            </a:extLst>
          </p:cNvPr>
          <p:cNvSpPr>
            <a:spLocks noGrp="1"/>
          </p:cNvSpPr>
          <p:nvPr>
            <p:ph type="body" sz="quarter" idx="25" hasCustomPrompt="1"/>
          </p:nvPr>
        </p:nvSpPr>
        <p:spPr>
          <a:xfrm>
            <a:off x="3278381"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4" name="Text Placeholder 7">
            <a:extLst>
              <a:ext uri="{FF2B5EF4-FFF2-40B4-BE49-F238E27FC236}">
                <a16:creationId xmlns:a16="http://schemas.microsoft.com/office/drawing/2014/main" id="{850D240A-1205-A4C4-2C9D-83C890C0E6F6}"/>
              </a:ext>
            </a:extLst>
          </p:cNvPr>
          <p:cNvSpPr>
            <a:spLocks noGrp="1"/>
          </p:cNvSpPr>
          <p:nvPr>
            <p:ph type="body" sz="quarter" idx="26" hasCustomPrompt="1"/>
          </p:nvPr>
        </p:nvSpPr>
        <p:spPr>
          <a:xfrm>
            <a:off x="3278381"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6" name="Text Placeholder 8">
            <a:extLst>
              <a:ext uri="{FF2B5EF4-FFF2-40B4-BE49-F238E27FC236}">
                <a16:creationId xmlns:a16="http://schemas.microsoft.com/office/drawing/2014/main" id="{7F4B9456-EC2E-B896-DFBA-96C639BA61AE}"/>
              </a:ext>
            </a:extLst>
          </p:cNvPr>
          <p:cNvSpPr>
            <a:spLocks noGrp="1"/>
          </p:cNvSpPr>
          <p:nvPr>
            <p:ph type="body" sz="quarter" idx="27" hasCustomPrompt="1"/>
          </p:nvPr>
        </p:nvSpPr>
        <p:spPr>
          <a:xfrm>
            <a:off x="4172573"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7" name="Text Placeholder 7">
            <a:extLst>
              <a:ext uri="{FF2B5EF4-FFF2-40B4-BE49-F238E27FC236}">
                <a16:creationId xmlns:a16="http://schemas.microsoft.com/office/drawing/2014/main" id="{D15CD3C7-ED05-448A-03AF-0BA951849C0E}"/>
              </a:ext>
            </a:extLst>
          </p:cNvPr>
          <p:cNvSpPr>
            <a:spLocks noGrp="1"/>
          </p:cNvSpPr>
          <p:nvPr>
            <p:ph type="body" sz="quarter" idx="28" hasCustomPrompt="1"/>
          </p:nvPr>
        </p:nvSpPr>
        <p:spPr>
          <a:xfrm>
            <a:off x="4172573"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0" name="Text Placeholder 8">
            <a:extLst>
              <a:ext uri="{FF2B5EF4-FFF2-40B4-BE49-F238E27FC236}">
                <a16:creationId xmlns:a16="http://schemas.microsoft.com/office/drawing/2014/main" id="{3A888934-5A9F-E3BB-6A0B-811220320AE6}"/>
              </a:ext>
            </a:extLst>
          </p:cNvPr>
          <p:cNvSpPr>
            <a:spLocks noGrp="1"/>
          </p:cNvSpPr>
          <p:nvPr>
            <p:ph type="body" sz="quarter" idx="29" hasCustomPrompt="1"/>
          </p:nvPr>
        </p:nvSpPr>
        <p:spPr>
          <a:xfrm>
            <a:off x="5824556"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1" name="Text Placeholder 7">
            <a:extLst>
              <a:ext uri="{FF2B5EF4-FFF2-40B4-BE49-F238E27FC236}">
                <a16:creationId xmlns:a16="http://schemas.microsoft.com/office/drawing/2014/main" id="{976D4A15-39B8-4324-CBD7-E2D52427312C}"/>
              </a:ext>
            </a:extLst>
          </p:cNvPr>
          <p:cNvSpPr>
            <a:spLocks noGrp="1"/>
          </p:cNvSpPr>
          <p:nvPr>
            <p:ph type="body" sz="quarter" idx="30" hasCustomPrompt="1"/>
          </p:nvPr>
        </p:nvSpPr>
        <p:spPr>
          <a:xfrm>
            <a:off x="5824556"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3" name="Text Placeholder 8">
            <a:extLst>
              <a:ext uri="{FF2B5EF4-FFF2-40B4-BE49-F238E27FC236}">
                <a16:creationId xmlns:a16="http://schemas.microsoft.com/office/drawing/2014/main" id="{BEC79B24-0BFA-FBFC-ADDA-262825917DC9}"/>
              </a:ext>
            </a:extLst>
          </p:cNvPr>
          <p:cNvSpPr>
            <a:spLocks noGrp="1"/>
          </p:cNvSpPr>
          <p:nvPr>
            <p:ph type="body" sz="quarter" idx="31" hasCustomPrompt="1"/>
          </p:nvPr>
        </p:nvSpPr>
        <p:spPr>
          <a:xfrm>
            <a:off x="6718748"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4" name="Text Placeholder 7">
            <a:extLst>
              <a:ext uri="{FF2B5EF4-FFF2-40B4-BE49-F238E27FC236}">
                <a16:creationId xmlns:a16="http://schemas.microsoft.com/office/drawing/2014/main" id="{4DA8CC87-C97C-A974-06BE-2B451FDE11F8}"/>
              </a:ext>
            </a:extLst>
          </p:cNvPr>
          <p:cNvSpPr>
            <a:spLocks noGrp="1"/>
          </p:cNvSpPr>
          <p:nvPr>
            <p:ph type="body" sz="quarter" idx="32" hasCustomPrompt="1"/>
          </p:nvPr>
        </p:nvSpPr>
        <p:spPr>
          <a:xfrm>
            <a:off x="6718748"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6" name="Text Placeholder 8">
            <a:extLst>
              <a:ext uri="{FF2B5EF4-FFF2-40B4-BE49-F238E27FC236}">
                <a16:creationId xmlns:a16="http://schemas.microsoft.com/office/drawing/2014/main" id="{D3F801A1-D3C9-5BF3-2152-C29C1F1E7CAF}"/>
              </a:ext>
            </a:extLst>
          </p:cNvPr>
          <p:cNvSpPr>
            <a:spLocks noGrp="1"/>
          </p:cNvSpPr>
          <p:nvPr>
            <p:ph type="body" sz="quarter" idx="33" hasCustomPrompt="1"/>
          </p:nvPr>
        </p:nvSpPr>
        <p:spPr>
          <a:xfrm>
            <a:off x="8373792" y="206439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7" name="Text Placeholder 7">
            <a:extLst>
              <a:ext uri="{FF2B5EF4-FFF2-40B4-BE49-F238E27FC236}">
                <a16:creationId xmlns:a16="http://schemas.microsoft.com/office/drawing/2014/main" id="{96C07BFA-9DC5-0764-7CD8-68E5EB618C3A}"/>
              </a:ext>
            </a:extLst>
          </p:cNvPr>
          <p:cNvSpPr>
            <a:spLocks noGrp="1"/>
          </p:cNvSpPr>
          <p:nvPr>
            <p:ph type="body" sz="quarter" idx="34" hasCustomPrompt="1"/>
          </p:nvPr>
        </p:nvSpPr>
        <p:spPr>
          <a:xfrm>
            <a:off x="8373792" y="249238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9" name="Text Placeholder 8">
            <a:extLst>
              <a:ext uri="{FF2B5EF4-FFF2-40B4-BE49-F238E27FC236}">
                <a16:creationId xmlns:a16="http://schemas.microsoft.com/office/drawing/2014/main" id="{16E2A5D4-53E5-987E-F138-6AD2B00B85A0}"/>
              </a:ext>
            </a:extLst>
          </p:cNvPr>
          <p:cNvSpPr>
            <a:spLocks noGrp="1"/>
          </p:cNvSpPr>
          <p:nvPr>
            <p:ph type="body" sz="quarter" idx="35" hasCustomPrompt="1"/>
          </p:nvPr>
        </p:nvSpPr>
        <p:spPr>
          <a:xfrm>
            <a:off x="9267984" y="3605234"/>
            <a:ext cx="2171694" cy="363986"/>
          </a:xfrm>
        </p:spPr>
        <p:txBody>
          <a:bodyPr anchor="t">
            <a:normAutofit/>
          </a:bodyPr>
          <a:lstStyle>
            <a:lvl1pPr marL="0" indent="0" algn="l">
              <a:buNone/>
              <a:defRPr sz="1800"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30" name="Text Placeholder 7">
            <a:extLst>
              <a:ext uri="{FF2B5EF4-FFF2-40B4-BE49-F238E27FC236}">
                <a16:creationId xmlns:a16="http://schemas.microsoft.com/office/drawing/2014/main" id="{51BB3739-67D3-7684-6BCE-1D543E5836AD}"/>
              </a:ext>
            </a:extLst>
          </p:cNvPr>
          <p:cNvSpPr>
            <a:spLocks noGrp="1"/>
          </p:cNvSpPr>
          <p:nvPr>
            <p:ph type="body" sz="quarter" idx="36" hasCustomPrompt="1"/>
          </p:nvPr>
        </p:nvSpPr>
        <p:spPr>
          <a:xfrm>
            <a:off x="9267984" y="4033224"/>
            <a:ext cx="2171695" cy="839414"/>
          </a:xfrm>
        </p:spPr>
        <p:txBody>
          <a:bodyPr>
            <a:noAutofit/>
          </a:bodyPr>
          <a:lstStyle>
            <a:lvl1pPr marL="0" indent="0" algn="l">
              <a:buNone/>
              <a:defRPr sz="1800" b="0" i="0">
                <a:solidFill>
                  <a:schemeClr val="tx2"/>
                </a:solidFill>
                <a:latin typeface="Franklin Gothic Book" panose="020B0503020102020204" pitchFamily="34" charset="0"/>
              </a:defRPr>
            </a:lvl1pPr>
          </a:lstStyle>
          <a:p>
            <a:r>
              <a:rPr lang="en-US" altLang="zh-CN" noProof="1"/>
              <a:t>Lorem ipsum dolor sit amet.</a:t>
            </a:r>
          </a:p>
        </p:txBody>
      </p:sp>
      <p:pic>
        <p:nvPicPr>
          <p:cNvPr id="7" name="Picture 6" descr="Central Piedmont Community College logo icon">
            <a:extLst>
              <a:ext uri="{FF2B5EF4-FFF2-40B4-BE49-F238E27FC236}">
                <a16:creationId xmlns:a16="http://schemas.microsoft.com/office/drawing/2014/main" id="{76BE68EC-6F90-2B74-7942-E92E25CD7BDC}"/>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2" name="Slide Number Placeholder 16">
            <a:extLst>
              <a:ext uri="{FF2B5EF4-FFF2-40B4-BE49-F238E27FC236}">
                <a16:creationId xmlns:a16="http://schemas.microsoft.com/office/drawing/2014/main" id="{A29E7419-499E-6FEB-D7E7-8F814D8F2278}"/>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E5E92AA-988D-8F4C-A338-4D62594484F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bg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30519519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io with image">
    <p:bg>
      <p:bgPr>
        <a:solidFill>
          <a:schemeClr val="bg1"/>
        </a:solidFill>
        <a:effectLst/>
      </p:bgPr>
    </p:bg>
    <p:spTree>
      <p:nvGrpSpPr>
        <p:cNvPr id="1" name=""/>
        <p:cNvGrpSpPr/>
        <p:nvPr/>
      </p:nvGrpSpPr>
      <p:grpSpPr>
        <a:xfrm>
          <a:off x="0" y="0"/>
          <a:ext cx="0" cy="0"/>
          <a:chOff x="0" y="0"/>
          <a:chExt cx="0" cy="0"/>
        </a:xfrm>
      </p:grpSpPr>
      <p:sp>
        <p:nvSpPr>
          <p:cNvPr id="2" name="Title 18">
            <a:extLst>
              <a:ext uri="{FF2B5EF4-FFF2-40B4-BE49-F238E27FC236}">
                <a16:creationId xmlns:a16="http://schemas.microsoft.com/office/drawing/2014/main" id="{60F45C13-7A24-8E9E-1346-E35C0EF95B8D}"/>
              </a:ext>
            </a:extLst>
          </p:cNvPr>
          <p:cNvSpPr>
            <a:spLocks noGrp="1"/>
          </p:cNvSpPr>
          <p:nvPr>
            <p:ph type="title" hasCustomPrompt="1"/>
          </p:nvPr>
        </p:nvSpPr>
        <p:spPr>
          <a:xfrm>
            <a:off x="731520" y="457200"/>
            <a:ext cx="5943600" cy="640080"/>
          </a:xfrm>
        </p:spPr>
        <p:txBody>
          <a:bodyPr/>
          <a:lstStyle>
            <a:lvl1pPr>
              <a:defRPr>
                <a:solidFill>
                  <a:schemeClr val="tx2"/>
                </a:solidFill>
              </a:defRPr>
            </a:lvl1pPr>
          </a:lstStyle>
          <a:p>
            <a:r>
              <a:rPr lang="en-US"/>
              <a:t>Click to edit title</a:t>
            </a:r>
          </a:p>
        </p:txBody>
      </p:sp>
      <p:sp>
        <p:nvSpPr>
          <p:cNvPr id="8" name="Text Placeholder 7">
            <a:extLst>
              <a:ext uri="{FF2B5EF4-FFF2-40B4-BE49-F238E27FC236}">
                <a16:creationId xmlns:a16="http://schemas.microsoft.com/office/drawing/2014/main" id="{7F2D1C46-785A-471D-F9B9-9F23BC037823}"/>
              </a:ext>
            </a:extLst>
          </p:cNvPr>
          <p:cNvSpPr>
            <a:spLocks noGrp="1"/>
          </p:cNvSpPr>
          <p:nvPr>
            <p:ph type="body" sz="quarter" idx="16" hasCustomPrompt="1"/>
          </p:nvPr>
        </p:nvSpPr>
        <p:spPr>
          <a:xfrm>
            <a:off x="731838" y="1371919"/>
            <a:ext cx="5943600" cy="548640"/>
          </a:xfrm>
        </p:spPr>
        <p:txBody>
          <a:bodyPr anchor="b" anchorCtr="0">
            <a:normAutofit/>
          </a:bodyPr>
          <a:lstStyle>
            <a:lvl1pPr marL="0" indent="0">
              <a:buFontTx/>
              <a:buNone/>
              <a:defRPr sz="2000">
                <a:solidFill>
                  <a:schemeClr val="accent2"/>
                </a:solidFill>
                <a:latin typeface="Franklin Gothic Medium" panose="020B06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name</a:t>
            </a:r>
          </a:p>
        </p:txBody>
      </p:sp>
      <p:sp>
        <p:nvSpPr>
          <p:cNvPr id="9" name="Text Placeholder 7">
            <a:extLst>
              <a:ext uri="{FF2B5EF4-FFF2-40B4-BE49-F238E27FC236}">
                <a16:creationId xmlns:a16="http://schemas.microsoft.com/office/drawing/2014/main" id="{5FED8318-1E86-86E9-0176-8949AA5986EE}"/>
              </a:ext>
            </a:extLst>
          </p:cNvPr>
          <p:cNvSpPr>
            <a:spLocks noGrp="1"/>
          </p:cNvSpPr>
          <p:nvPr>
            <p:ph type="body" sz="quarter" idx="17" hasCustomPrompt="1"/>
          </p:nvPr>
        </p:nvSpPr>
        <p:spPr>
          <a:xfrm>
            <a:off x="731520" y="2003427"/>
            <a:ext cx="5943600" cy="548640"/>
          </a:xfrm>
        </p:spPr>
        <p:txBody>
          <a:bodyPr anchor="t" anchorCtr="0">
            <a:normAutofit/>
          </a:bodyPr>
          <a:lstStyle>
            <a:lvl1pPr marL="0" indent="0">
              <a:buFontTx/>
              <a:buNone/>
              <a:defRPr sz="1800" b="0" i="1">
                <a:solidFill>
                  <a:schemeClr val="tx1"/>
                </a:solidFill>
                <a:latin typeface="Franklin Gothic Book" panose="020B05030201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title</a:t>
            </a:r>
          </a:p>
        </p:txBody>
      </p:sp>
      <p:sp>
        <p:nvSpPr>
          <p:cNvPr id="11" name="Text Placeholder 7">
            <a:extLst>
              <a:ext uri="{FF2B5EF4-FFF2-40B4-BE49-F238E27FC236}">
                <a16:creationId xmlns:a16="http://schemas.microsoft.com/office/drawing/2014/main" id="{D0EFAA2B-C1A2-AD93-BBAF-285209940CF7}"/>
              </a:ext>
            </a:extLst>
          </p:cNvPr>
          <p:cNvSpPr>
            <a:spLocks noGrp="1"/>
          </p:cNvSpPr>
          <p:nvPr>
            <p:ph type="body" sz="quarter" idx="18" hasCustomPrompt="1"/>
          </p:nvPr>
        </p:nvSpPr>
        <p:spPr>
          <a:xfrm>
            <a:off x="731520" y="2634934"/>
            <a:ext cx="5943600" cy="3308667"/>
          </a:xfrm>
        </p:spPr>
        <p:txBody>
          <a:bodyPr anchor="t" anchorCtr="0">
            <a:normAutofit/>
          </a:bodyPr>
          <a:lstStyle>
            <a:lvl1pPr marL="0" indent="0">
              <a:buFontTx/>
              <a:buNone/>
              <a:defRPr sz="1800" b="0" i="0">
                <a:solidFill>
                  <a:schemeClr val="tx2"/>
                </a:solidFill>
                <a:latin typeface="Baskerville Old Face" panose="02020602080505020303" pitchFamily="18"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bio</a:t>
            </a:r>
          </a:p>
        </p:txBody>
      </p:sp>
      <p:sp>
        <p:nvSpPr>
          <p:cNvPr id="7" name="Picture Placeholder 8">
            <a:extLst>
              <a:ext uri="{FF2B5EF4-FFF2-40B4-BE49-F238E27FC236}">
                <a16:creationId xmlns:a16="http://schemas.microsoft.com/office/drawing/2014/main" id="{92D8D0D7-5D0A-D53C-95DD-E0496E05E63F}"/>
              </a:ext>
            </a:extLst>
          </p:cNvPr>
          <p:cNvSpPr>
            <a:spLocks noGrp="1"/>
          </p:cNvSpPr>
          <p:nvPr>
            <p:ph type="pic" sz="quarter" idx="15"/>
          </p:nvPr>
        </p:nvSpPr>
        <p:spPr>
          <a:xfrm>
            <a:off x="6858000" y="457201"/>
            <a:ext cx="4572000" cy="5486400"/>
          </a:xfrm>
          <a:solidFill>
            <a:schemeClr val="bg2"/>
          </a:solidFill>
        </p:spPr>
        <p:txBody>
          <a:bodyPr anchor="ctr">
            <a:normAutofit/>
          </a:bodyPr>
          <a:lstStyle>
            <a:lvl1pPr marL="0" indent="0" algn="ctr">
              <a:buNone/>
              <a:defRPr sz="1800" b="0" i="0">
                <a:latin typeface="Franklin Gothic Book" panose="020B0503020102020204" pitchFamily="34" charset="0"/>
              </a:defRPr>
            </a:lvl1pPr>
          </a:lstStyle>
          <a:p>
            <a:endParaRPr lang="en-US"/>
          </a:p>
        </p:txBody>
      </p:sp>
      <p:sp>
        <p:nvSpPr>
          <p:cNvPr id="12" name="Slide Number Placeholder 16">
            <a:extLst>
              <a:ext uri="{FF2B5EF4-FFF2-40B4-BE49-F238E27FC236}">
                <a16:creationId xmlns:a16="http://schemas.microsoft.com/office/drawing/2014/main" id="{B30C1B00-84E4-644C-9520-17B139454D6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100DF2A-61D6-F849-AD4A-B60C3D646C9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00F7CA59-7FC9-05A3-60B6-3EAB277A30B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8327944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Ltr-size Flyer">
    <p:bg>
      <p:bgPr>
        <a:solidFill>
          <a:schemeClr val="bg1"/>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E19BAE9-AF58-0341-547D-1AEFC508D752}"/>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5" name="Picture Placeholder 4">
            <a:extLst>
              <a:ext uri="{FF2B5EF4-FFF2-40B4-BE49-F238E27FC236}">
                <a16:creationId xmlns:a16="http://schemas.microsoft.com/office/drawing/2014/main" id="{3409C414-1FC3-ACC8-F0CC-DFC5EFCB5A2F}"/>
              </a:ext>
            </a:extLst>
          </p:cNvPr>
          <p:cNvSpPr>
            <a:spLocks noGrp="1"/>
          </p:cNvSpPr>
          <p:nvPr>
            <p:ph type="pic" sz="quarter" idx="10"/>
          </p:nvPr>
        </p:nvSpPr>
        <p:spPr>
          <a:xfrm>
            <a:off x="731837" y="1371600"/>
            <a:ext cx="3521262" cy="4556927"/>
          </a:xfrm>
          <a:solidFill>
            <a:schemeClr val="bg1"/>
          </a:solidFill>
          <a:effectLst>
            <a:glow rad="101600">
              <a:schemeClr val="tx2">
                <a:alpha val="40000"/>
              </a:schemeClr>
            </a:glow>
          </a:effectLst>
        </p:spPr>
        <p:txBody>
          <a:bodyPr anchor="ctr"/>
          <a:lstStyle>
            <a:lvl1pPr marL="0" indent="0" algn="ctr">
              <a:buFontTx/>
              <a:buNone/>
              <a:defRPr/>
            </a:lvl1pPr>
          </a:lstStyle>
          <a:p>
            <a:endParaRPr lang="en-US"/>
          </a:p>
        </p:txBody>
      </p:sp>
      <p:sp>
        <p:nvSpPr>
          <p:cNvPr id="7" name="Text Placeholder 6">
            <a:extLst>
              <a:ext uri="{FF2B5EF4-FFF2-40B4-BE49-F238E27FC236}">
                <a16:creationId xmlns:a16="http://schemas.microsoft.com/office/drawing/2014/main" id="{89049D71-E9BD-A447-7441-1AE4DDEAE9AD}"/>
              </a:ext>
            </a:extLst>
          </p:cNvPr>
          <p:cNvSpPr>
            <a:spLocks noGrp="1"/>
          </p:cNvSpPr>
          <p:nvPr>
            <p:ph type="body" sz="quarter" idx="11"/>
          </p:nvPr>
        </p:nvSpPr>
        <p:spPr>
          <a:xfrm>
            <a:off x="4480560" y="1371600"/>
            <a:ext cx="6949440" cy="4572000"/>
          </a:xfrm>
        </p:spPr>
        <p:txBody>
          <a:bodyPr>
            <a:normAutofit/>
          </a:bodyPr>
          <a:lstStyle>
            <a:lvl1pPr marL="182880" indent="-182880">
              <a:defRPr sz="1800"/>
            </a:lvl1pPr>
            <a:lvl2pPr marL="457200" indent="0">
              <a:buNone/>
              <a:defRPr/>
            </a:lvl2pPr>
          </a:lstStyle>
          <a:p>
            <a:pPr lvl="0"/>
            <a:r>
              <a:rPr lang="en-US"/>
              <a:t>Click to edit Master text styles</a:t>
            </a:r>
          </a:p>
        </p:txBody>
      </p:sp>
      <p:sp>
        <p:nvSpPr>
          <p:cNvPr id="2" name="Slide Number Placeholder 16">
            <a:extLst>
              <a:ext uri="{FF2B5EF4-FFF2-40B4-BE49-F238E27FC236}">
                <a16:creationId xmlns:a16="http://schemas.microsoft.com/office/drawing/2014/main" id="{DBADF7D0-5B73-6489-AB9C-C4C5374726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070B05-760B-E04F-BEA9-E1D65C232568}"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B076CFBE-5E0B-6DCA-1CBC-9A44D34221B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9126491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Smart Phone 1">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4297321" y="457200"/>
            <a:ext cx="7040880" cy="640080"/>
          </a:xfrm>
        </p:spPr>
        <p:txBody>
          <a:bodyPr lIns="0"/>
          <a:lstStyle>
            <a:lvl1pPr>
              <a:defRPr b="1" i="0">
                <a:solidFill>
                  <a:schemeClr val="tx2"/>
                </a:solidFill>
              </a:defRPr>
            </a:lvl1pPr>
          </a:lstStyle>
          <a:p>
            <a:r>
              <a:rPr lang="en-US"/>
              <a:t>Click to edit title</a:t>
            </a:r>
          </a:p>
        </p:txBody>
      </p:sp>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98157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711622" y="382115"/>
            <a:ext cx="2900064" cy="5774462"/>
          </a:xfrm>
          <a:prstGeom prst="rect">
            <a:avLst/>
          </a:prstGeom>
        </p:spPr>
      </p:pic>
      <p:sp>
        <p:nvSpPr>
          <p:cNvPr id="5" name="Rectangle: Rounded Corners 67">
            <a:extLst>
              <a:ext uri="{FF2B5EF4-FFF2-40B4-BE49-F238E27FC236}">
                <a16:creationId xmlns:a16="http://schemas.microsoft.com/office/drawing/2014/main" id="{36B0642C-D962-F5E5-7932-53B6606CC76E}"/>
              </a:ext>
              <a:ext uri="{C183D7F6-B498-43B3-948B-1728B52AA6E4}">
                <adec:decorative xmlns:adec="http://schemas.microsoft.com/office/drawing/2017/decorative" val="1"/>
              </a:ext>
            </a:extLst>
          </p:cNvPr>
          <p:cNvSpPr/>
          <p:nvPr userDrawn="1"/>
        </p:nvSpPr>
        <p:spPr>
          <a:xfrm>
            <a:off x="4573854" y="1591034"/>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6" name="Rectangle: Rounded Corners 71">
            <a:extLst>
              <a:ext uri="{FF2B5EF4-FFF2-40B4-BE49-F238E27FC236}">
                <a16:creationId xmlns:a16="http://schemas.microsoft.com/office/drawing/2014/main" id="{C7E58337-8CBA-9982-3565-0758FAB0C112}"/>
              </a:ext>
              <a:ext uri="{C183D7F6-B498-43B3-948B-1728B52AA6E4}">
                <adec:decorative xmlns:adec="http://schemas.microsoft.com/office/drawing/2017/decorative" val="1"/>
              </a:ext>
            </a:extLst>
          </p:cNvPr>
          <p:cNvSpPr/>
          <p:nvPr userDrawn="1"/>
        </p:nvSpPr>
        <p:spPr>
          <a:xfrm flipH="1">
            <a:off x="4258145"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7" name="Text Placeholder 9">
            <a:extLst>
              <a:ext uri="{FF2B5EF4-FFF2-40B4-BE49-F238E27FC236}">
                <a16:creationId xmlns:a16="http://schemas.microsoft.com/office/drawing/2014/main" id="{C9928A73-C211-04CE-E02C-CDA00A15C246}"/>
              </a:ext>
            </a:extLst>
          </p:cNvPr>
          <p:cNvSpPr>
            <a:spLocks noGrp="1"/>
          </p:cNvSpPr>
          <p:nvPr>
            <p:ph type="body" sz="quarter" idx="20" hasCustomPrompt="1"/>
          </p:nvPr>
        </p:nvSpPr>
        <p:spPr>
          <a:xfrm>
            <a:off x="4366669"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8" name="Text Placeholder 9">
            <a:extLst>
              <a:ext uri="{FF2B5EF4-FFF2-40B4-BE49-F238E27FC236}">
                <a16:creationId xmlns:a16="http://schemas.microsoft.com/office/drawing/2014/main" id="{18A7D097-9AFB-9801-0A38-5950813F8D57}"/>
              </a:ext>
            </a:extLst>
          </p:cNvPr>
          <p:cNvSpPr>
            <a:spLocks noGrp="1"/>
          </p:cNvSpPr>
          <p:nvPr>
            <p:ph type="body" sz="quarter" idx="25" hasCustomPrompt="1"/>
          </p:nvPr>
        </p:nvSpPr>
        <p:spPr>
          <a:xfrm>
            <a:off x="5067425" y="1748201"/>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9" name="Rectangle: Rounded Corners 67">
            <a:extLst>
              <a:ext uri="{FF2B5EF4-FFF2-40B4-BE49-F238E27FC236}">
                <a16:creationId xmlns:a16="http://schemas.microsoft.com/office/drawing/2014/main" id="{359A5609-D858-6B25-3F34-0264D0434FFA}"/>
              </a:ext>
              <a:ext uri="{C183D7F6-B498-43B3-948B-1728B52AA6E4}">
                <adec:decorative xmlns:adec="http://schemas.microsoft.com/office/drawing/2017/decorative" val="1"/>
              </a:ext>
            </a:extLst>
          </p:cNvPr>
          <p:cNvSpPr/>
          <p:nvPr userDrawn="1"/>
        </p:nvSpPr>
        <p:spPr>
          <a:xfrm>
            <a:off x="4571143" y="2953068"/>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2" name="Rectangle: Rounded Corners 71">
            <a:extLst>
              <a:ext uri="{FF2B5EF4-FFF2-40B4-BE49-F238E27FC236}">
                <a16:creationId xmlns:a16="http://schemas.microsoft.com/office/drawing/2014/main" id="{CEAF131E-3AD3-5937-FC81-F3E4D936CEFC}"/>
              </a:ext>
              <a:ext uri="{C183D7F6-B498-43B3-948B-1728B52AA6E4}">
                <adec:decorative xmlns:adec="http://schemas.microsoft.com/office/drawing/2017/decorative" val="1"/>
              </a:ext>
            </a:extLst>
          </p:cNvPr>
          <p:cNvSpPr/>
          <p:nvPr userDrawn="1"/>
        </p:nvSpPr>
        <p:spPr>
          <a:xfrm flipH="1">
            <a:off x="4255434"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4" name="Text Placeholder 9">
            <a:extLst>
              <a:ext uri="{FF2B5EF4-FFF2-40B4-BE49-F238E27FC236}">
                <a16:creationId xmlns:a16="http://schemas.microsoft.com/office/drawing/2014/main" id="{FAE14B17-DCFA-F5A4-4E44-6AE788D4F75A}"/>
              </a:ext>
            </a:extLst>
          </p:cNvPr>
          <p:cNvSpPr>
            <a:spLocks noGrp="1"/>
          </p:cNvSpPr>
          <p:nvPr>
            <p:ph type="body" sz="quarter" idx="26" hasCustomPrompt="1"/>
          </p:nvPr>
        </p:nvSpPr>
        <p:spPr>
          <a:xfrm>
            <a:off x="4363958"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5" name="Text Placeholder 9">
            <a:extLst>
              <a:ext uri="{FF2B5EF4-FFF2-40B4-BE49-F238E27FC236}">
                <a16:creationId xmlns:a16="http://schemas.microsoft.com/office/drawing/2014/main" id="{E7E14097-3854-736E-9D0B-2E04A833F8EB}"/>
              </a:ext>
            </a:extLst>
          </p:cNvPr>
          <p:cNvSpPr>
            <a:spLocks noGrp="1"/>
          </p:cNvSpPr>
          <p:nvPr>
            <p:ph type="body" sz="quarter" idx="27" hasCustomPrompt="1"/>
          </p:nvPr>
        </p:nvSpPr>
        <p:spPr>
          <a:xfrm>
            <a:off x="5064714" y="3110235"/>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16" name="Rectangle: Rounded Corners 67">
            <a:extLst>
              <a:ext uri="{FF2B5EF4-FFF2-40B4-BE49-F238E27FC236}">
                <a16:creationId xmlns:a16="http://schemas.microsoft.com/office/drawing/2014/main" id="{69C1C298-E1A9-908D-28A9-BA24FF98D846}"/>
              </a:ext>
              <a:ext uri="{C183D7F6-B498-43B3-948B-1728B52AA6E4}">
                <adec:decorative xmlns:adec="http://schemas.microsoft.com/office/drawing/2017/decorative" val="1"/>
              </a:ext>
            </a:extLst>
          </p:cNvPr>
          <p:cNvSpPr/>
          <p:nvPr userDrawn="1"/>
        </p:nvSpPr>
        <p:spPr>
          <a:xfrm>
            <a:off x="4571143" y="4315102"/>
            <a:ext cx="6767057"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17" name="Rectangle: Rounded Corners 71">
            <a:extLst>
              <a:ext uri="{FF2B5EF4-FFF2-40B4-BE49-F238E27FC236}">
                <a16:creationId xmlns:a16="http://schemas.microsoft.com/office/drawing/2014/main" id="{39BA9EC8-0BC1-3120-0CB7-942597CB6EE7}"/>
              </a:ext>
              <a:ext uri="{C183D7F6-B498-43B3-948B-1728B52AA6E4}">
                <adec:decorative xmlns:adec="http://schemas.microsoft.com/office/drawing/2017/decorative" val="1"/>
              </a:ext>
            </a:extLst>
          </p:cNvPr>
          <p:cNvSpPr/>
          <p:nvPr userDrawn="1"/>
        </p:nvSpPr>
        <p:spPr>
          <a:xfrm flipH="1">
            <a:off x="4255434"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18" name="Text Placeholder 9">
            <a:extLst>
              <a:ext uri="{FF2B5EF4-FFF2-40B4-BE49-F238E27FC236}">
                <a16:creationId xmlns:a16="http://schemas.microsoft.com/office/drawing/2014/main" id="{0E5E9AF9-CAE3-56CF-794A-99343CA9AE51}"/>
              </a:ext>
            </a:extLst>
          </p:cNvPr>
          <p:cNvSpPr>
            <a:spLocks noGrp="1"/>
          </p:cNvSpPr>
          <p:nvPr>
            <p:ph type="body" sz="quarter" idx="28" hasCustomPrompt="1"/>
          </p:nvPr>
        </p:nvSpPr>
        <p:spPr>
          <a:xfrm>
            <a:off x="4363958"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19" name="Text Placeholder 9">
            <a:extLst>
              <a:ext uri="{FF2B5EF4-FFF2-40B4-BE49-F238E27FC236}">
                <a16:creationId xmlns:a16="http://schemas.microsoft.com/office/drawing/2014/main" id="{239A78BE-1195-3140-73A2-4771E1D14E21}"/>
              </a:ext>
            </a:extLst>
          </p:cNvPr>
          <p:cNvSpPr>
            <a:spLocks noGrp="1"/>
          </p:cNvSpPr>
          <p:nvPr>
            <p:ph type="body" sz="quarter" idx="29" hasCustomPrompt="1"/>
          </p:nvPr>
        </p:nvSpPr>
        <p:spPr>
          <a:xfrm>
            <a:off x="5064714" y="4472269"/>
            <a:ext cx="6145716"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 name="Slide Number Placeholder 16">
            <a:extLst>
              <a:ext uri="{FF2B5EF4-FFF2-40B4-BE49-F238E27FC236}">
                <a16:creationId xmlns:a16="http://schemas.microsoft.com/office/drawing/2014/main" id="{AA8B7EB7-3FCA-514D-92F4-C1C68150ED9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926DCA-1868-4345-BF0F-3951FEC3368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528F8996-5A91-6AEB-EB29-205F49794EE4}"/>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9330870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mart Phone 2">
    <p:bg>
      <p:bgPr>
        <a:solidFill>
          <a:schemeClr val="bg1"/>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A75F080-0E31-5A7A-DA84-A3AEC8C9DB90}"/>
              </a:ext>
            </a:extLst>
          </p:cNvPr>
          <p:cNvSpPr>
            <a:spLocks noGrp="1"/>
          </p:cNvSpPr>
          <p:nvPr>
            <p:ph type="title" hasCustomPrompt="1"/>
          </p:nvPr>
        </p:nvSpPr>
        <p:spPr>
          <a:xfrm>
            <a:off x="731520" y="457200"/>
            <a:ext cx="7315200" cy="640080"/>
          </a:xfrm>
        </p:spPr>
        <p:txBody>
          <a:bodyPr lIns="0"/>
          <a:lstStyle>
            <a:lvl1pPr>
              <a:defRPr b="1" i="0">
                <a:solidFill>
                  <a:schemeClr val="tx2"/>
                </a:solidFill>
              </a:defRPr>
            </a:lvl1pPr>
          </a:lstStyle>
          <a:p>
            <a:r>
              <a:rPr lang="en-US"/>
              <a:t>Click to edit title</a:t>
            </a:r>
          </a:p>
        </p:txBody>
      </p:sp>
      <p:sp>
        <p:nvSpPr>
          <p:cNvPr id="4" name="Text Placeholder 16">
            <a:extLst>
              <a:ext uri="{FF2B5EF4-FFF2-40B4-BE49-F238E27FC236}">
                <a16:creationId xmlns:a16="http://schemas.microsoft.com/office/drawing/2014/main" id="{655281A7-F9A1-F332-9909-B210C124C0CA}"/>
              </a:ext>
            </a:extLst>
          </p:cNvPr>
          <p:cNvSpPr>
            <a:spLocks noGrp="1"/>
          </p:cNvSpPr>
          <p:nvPr>
            <p:ph type="body" sz="quarter" idx="18" hasCustomPrompt="1"/>
          </p:nvPr>
        </p:nvSpPr>
        <p:spPr>
          <a:xfrm>
            <a:off x="731519" y="1188720"/>
            <a:ext cx="7315199" cy="484632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80" name="Picture 79" descr="Cell phone">
            <a:extLst>
              <a:ext uri="{FF2B5EF4-FFF2-40B4-BE49-F238E27FC236}">
                <a16:creationId xmlns:a16="http://schemas.microsoft.com/office/drawing/2014/main" id="{AC12EE55-FB31-C09C-3AF4-637682A444A3}"/>
              </a:ext>
            </a:extLst>
          </p:cNvPr>
          <p:cNvPicPr>
            <a:picLocks noChangeAspect="1"/>
          </p:cNvPicPr>
          <p:nvPr userDrawn="1"/>
        </p:nvPicPr>
        <p:blipFill>
          <a:blip r:embed="rId2"/>
          <a:stretch>
            <a:fillRect/>
          </a:stretch>
        </p:blipFill>
        <p:spPr>
          <a:xfrm>
            <a:off x="8548702" y="382115"/>
            <a:ext cx="2900064" cy="5774462"/>
          </a:xfrm>
          <a:prstGeom prst="rect">
            <a:avLst/>
          </a:prstGeom>
        </p:spPr>
      </p:pic>
      <p:sp>
        <p:nvSpPr>
          <p:cNvPr id="13" name="Content Placeholder 11">
            <a:extLst>
              <a:ext uri="{FF2B5EF4-FFF2-40B4-BE49-F238E27FC236}">
                <a16:creationId xmlns:a16="http://schemas.microsoft.com/office/drawing/2014/main" id="{3308CB01-E373-8CDB-7A3E-D3736DAC3B0F}"/>
              </a:ext>
            </a:extLst>
          </p:cNvPr>
          <p:cNvSpPr>
            <a:spLocks noGrp="1"/>
          </p:cNvSpPr>
          <p:nvPr>
            <p:ph sz="quarter" idx="24" hasCustomPrompt="1"/>
          </p:nvPr>
        </p:nvSpPr>
        <p:spPr>
          <a:xfrm>
            <a:off x="8818650" y="727821"/>
            <a:ext cx="2364868" cy="5079098"/>
          </a:xfrm>
          <a:prstGeom prst="roundRect">
            <a:avLst>
              <a:gd name="adj" fmla="val 12597"/>
            </a:avLst>
          </a:prstGeom>
          <a:solidFill>
            <a:schemeClr val="bg1"/>
          </a:solidFill>
        </p:spPr>
        <p:txBody>
          <a:bodyPr anchor="ctr">
            <a:normAutofit/>
          </a:bodyPr>
          <a:lstStyle>
            <a:lvl1pPr marL="0" indent="0" algn="ctr">
              <a:buNone/>
              <a:defRPr sz="1800"/>
            </a:lvl1pPr>
          </a:lstStyle>
          <a:p>
            <a:pPr lvl="0"/>
            <a:r>
              <a:rPr lang="en-US"/>
              <a:t>Add picture or video</a:t>
            </a:r>
          </a:p>
        </p:txBody>
      </p:sp>
      <p:sp>
        <p:nvSpPr>
          <p:cNvPr id="3" name="Slide Number Placeholder 16">
            <a:extLst>
              <a:ext uri="{FF2B5EF4-FFF2-40B4-BE49-F238E27FC236}">
                <a16:creationId xmlns:a16="http://schemas.microsoft.com/office/drawing/2014/main" id="{F85E86A5-A712-EC5B-D1AD-B41A0DFD3FC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8C7B7D-DB07-7F4C-BA5E-0AE36E2BAFC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679F5174-793D-4C49-4F1E-6B5502AF387A}"/>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62958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Laptop 1">
    <p:bg>
      <p:bgPr>
        <a:solidFill>
          <a:schemeClr val="bg1"/>
        </a:solidFill>
        <a:effectLst/>
      </p:bgPr>
    </p:bg>
    <p:spTree>
      <p:nvGrpSpPr>
        <p:cNvPr id="1" name=""/>
        <p:cNvGrpSpPr/>
        <p:nvPr/>
      </p:nvGrpSpPr>
      <p:grpSpPr>
        <a:xfrm>
          <a:off x="0" y="0"/>
          <a:ext cx="0" cy="0"/>
          <a:chOff x="0" y="0"/>
          <a:chExt cx="0" cy="0"/>
        </a:xfrm>
      </p:grpSpPr>
      <p:sp>
        <p:nvSpPr>
          <p:cNvPr id="18" name="Title 4">
            <a:extLst>
              <a:ext uri="{FF2B5EF4-FFF2-40B4-BE49-F238E27FC236}">
                <a16:creationId xmlns:a16="http://schemas.microsoft.com/office/drawing/2014/main" id="{800D17B7-28BA-D31D-A13F-EB12997060BA}"/>
              </a:ext>
            </a:extLst>
          </p:cNvPr>
          <p:cNvSpPr>
            <a:spLocks noGrp="1"/>
          </p:cNvSpPr>
          <p:nvPr>
            <p:ph type="title" hasCustomPrompt="1"/>
          </p:nvPr>
        </p:nvSpPr>
        <p:spPr>
          <a:xfrm>
            <a:off x="6648635" y="457200"/>
            <a:ext cx="4954088" cy="640080"/>
          </a:xfrm>
        </p:spPr>
        <p:txBody>
          <a:bodyPr lIns="0"/>
          <a:lstStyle>
            <a:lvl1pPr>
              <a:defRPr b="1" i="0">
                <a:solidFill>
                  <a:schemeClr val="tx2"/>
                </a:solidFill>
              </a:defRPr>
            </a:lvl1pPr>
          </a:lstStyle>
          <a:p>
            <a:r>
              <a:rPr lang="en-US"/>
              <a:t>Click to edit title</a:t>
            </a:r>
          </a:p>
        </p:txBody>
      </p:sp>
      <p:pic>
        <p:nvPicPr>
          <p:cNvPr id="7" name="Graphic 6" descr="Laptop">
            <a:extLst>
              <a:ext uri="{FF2B5EF4-FFF2-40B4-BE49-F238E27FC236}">
                <a16:creationId xmlns:a16="http://schemas.microsoft.com/office/drawing/2014/main" id="{FA3F71D1-9847-C6EF-7432-69EB36691D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3393" y="640605"/>
            <a:ext cx="9746353" cy="5596406"/>
          </a:xfrm>
          <a:prstGeom prst="rect">
            <a:avLst/>
          </a:prstGeom>
        </p:spPr>
      </p:pic>
      <p:sp>
        <p:nvSpPr>
          <p:cNvPr id="8" name="Picture Placeholder 4">
            <a:extLst>
              <a:ext uri="{FF2B5EF4-FFF2-40B4-BE49-F238E27FC236}">
                <a16:creationId xmlns:a16="http://schemas.microsoft.com/office/drawing/2014/main" id="{40D2F245-FD2A-BDED-D40E-DFEA2E3BEA39}"/>
              </a:ext>
              <a:ext uri="{C183D7F6-B498-43B3-948B-1728B52AA6E4}">
                <adec:decorative xmlns:adec="http://schemas.microsoft.com/office/drawing/2017/decorative" val="0"/>
              </a:ext>
            </a:extLst>
          </p:cNvPr>
          <p:cNvSpPr>
            <a:spLocks noGrp="1"/>
          </p:cNvSpPr>
          <p:nvPr>
            <p:ph type="pic" sz="quarter" idx="13"/>
          </p:nvPr>
        </p:nvSpPr>
        <p:spPr>
          <a:xfrm>
            <a:off x="-1676400" y="949951"/>
            <a:ext cx="7586259" cy="4803149"/>
          </a:xfrm>
          <a:custGeom>
            <a:avLst/>
            <a:gdLst>
              <a:gd name="connsiteX0" fmla="*/ 0 w 4876799"/>
              <a:gd name="connsiteY0" fmla="*/ 0 h 3082924"/>
              <a:gd name="connsiteX1" fmla="*/ 4876799 w 4876799"/>
              <a:gd name="connsiteY1" fmla="*/ 0 h 3082924"/>
              <a:gd name="connsiteX2" fmla="*/ 4876799 w 4876799"/>
              <a:gd name="connsiteY2" fmla="*/ 3082924 h 3082924"/>
              <a:gd name="connsiteX3" fmla="*/ 0 w 4876799"/>
              <a:gd name="connsiteY3" fmla="*/ 3082924 h 3082924"/>
            </a:gdLst>
            <a:ahLst/>
            <a:cxnLst>
              <a:cxn ang="0">
                <a:pos x="connsiteX0" y="connsiteY0"/>
              </a:cxn>
              <a:cxn ang="0">
                <a:pos x="connsiteX1" y="connsiteY1"/>
              </a:cxn>
              <a:cxn ang="0">
                <a:pos x="connsiteX2" y="connsiteY2"/>
              </a:cxn>
              <a:cxn ang="0">
                <a:pos x="connsiteX3" y="connsiteY3"/>
              </a:cxn>
            </a:cxnLst>
            <a:rect l="l" t="t" r="r" b="b"/>
            <a:pathLst>
              <a:path w="4876799" h="3082924">
                <a:moveTo>
                  <a:pt x="0" y="0"/>
                </a:moveTo>
                <a:lnTo>
                  <a:pt x="4876799" y="0"/>
                </a:lnTo>
                <a:lnTo>
                  <a:pt x="4876799" y="3082924"/>
                </a:lnTo>
                <a:lnTo>
                  <a:pt x="0" y="3082924"/>
                </a:lnTo>
                <a:close/>
              </a:path>
            </a:pathLst>
          </a:custGeom>
          <a:solidFill>
            <a:schemeClr val="bg1">
              <a:lumMod val="95000"/>
            </a:schemeClr>
          </a:solidFill>
        </p:spPr>
        <p:txBody>
          <a:bodyPr wrap="square" anchor="ctr">
            <a:noAutofit/>
          </a:bodyPr>
          <a:lstStyle>
            <a:lvl1pPr marL="0" indent="0" algn="ctr">
              <a:buFontTx/>
              <a:buNone/>
              <a:defRPr/>
            </a:lvl1pPr>
          </a:lstStyle>
          <a:p>
            <a:endParaRPr lang="en-ID"/>
          </a:p>
        </p:txBody>
      </p:sp>
      <p:sp>
        <p:nvSpPr>
          <p:cNvPr id="19" name="Rectangle: Rounded Corners 67">
            <a:extLst>
              <a:ext uri="{FF2B5EF4-FFF2-40B4-BE49-F238E27FC236}">
                <a16:creationId xmlns:a16="http://schemas.microsoft.com/office/drawing/2014/main" id="{8C3DDA7F-282E-086A-FABF-5A5597CB6B07}"/>
              </a:ext>
              <a:ext uri="{C183D7F6-B498-43B3-948B-1728B52AA6E4}">
                <adec:decorative xmlns:adec="http://schemas.microsoft.com/office/drawing/2017/decorative" val="1"/>
              </a:ext>
            </a:extLst>
          </p:cNvPr>
          <p:cNvSpPr/>
          <p:nvPr userDrawn="1"/>
        </p:nvSpPr>
        <p:spPr>
          <a:xfrm>
            <a:off x="6780029" y="1591034"/>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0" name="Rectangle: Rounded Corners 71">
            <a:extLst>
              <a:ext uri="{FF2B5EF4-FFF2-40B4-BE49-F238E27FC236}">
                <a16:creationId xmlns:a16="http://schemas.microsoft.com/office/drawing/2014/main" id="{FA49A3B5-5C27-3346-22AD-63731441DD11}"/>
              </a:ext>
              <a:ext uri="{C183D7F6-B498-43B3-948B-1728B52AA6E4}">
                <adec:decorative xmlns:adec="http://schemas.microsoft.com/office/drawing/2017/decorative" val="1"/>
              </a:ext>
            </a:extLst>
          </p:cNvPr>
          <p:cNvSpPr/>
          <p:nvPr userDrawn="1"/>
        </p:nvSpPr>
        <p:spPr>
          <a:xfrm flipH="1">
            <a:off x="6464319" y="1816112"/>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1" name="Text Placeholder 9">
            <a:extLst>
              <a:ext uri="{FF2B5EF4-FFF2-40B4-BE49-F238E27FC236}">
                <a16:creationId xmlns:a16="http://schemas.microsoft.com/office/drawing/2014/main" id="{C981EA71-6C4C-26C6-A98E-9DAEFB3F01D6}"/>
              </a:ext>
            </a:extLst>
          </p:cNvPr>
          <p:cNvSpPr>
            <a:spLocks noGrp="1"/>
          </p:cNvSpPr>
          <p:nvPr>
            <p:ph type="body" sz="quarter" idx="20" hasCustomPrompt="1"/>
          </p:nvPr>
        </p:nvSpPr>
        <p:spPr>
          <a:xfrm>
            <a:off x="6572843" y="1948116"/>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2" name="Text Placeholder 9">
            <a:extLst>
              <a:ext uri="{FF2B5EF4-FFF2-40B4-BE49-F238E27FC236}">
                <a16:creationId xmlns:a16="http://schemas.microsoft.com/office/drawing/2014/main" id="{96B3D282-E753-CA06-D15A-8E4251676BFC}"/>
              </a:ext>
            </a:extLst>
          </p:cNvPr>
          <p:cNvSpPr>
            <a:spLocks noGrp="1"/>
          </p:cNvSpPr>
          <p:nvPr>
            <p:ph type="body" sz="quarter" idx="24" hasCustomPrompt="1"/>
          </p:nvPr>
        </p:nvSpPr>
        <p:spPr>
          <a:xfrm>
            <a:off x="7273599" y="1748201"/>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3" name="Rectangle: Rounded Corners 67">
            <a:extLst>
              <a:ext uri="{FF2B5EF4-FFF2-40B4-BE49-F238E27FC236}">
                <a16:creationId xmlns:a16="http://schemas.microsoft.com/office/drawing/2014/main" id="{4F9B89A2-6D14-58C0-5A2D-CB853485A765}"/>
              </a:ext>
              <a:ext uri="{C183D7F6-B498-43B3-948B-1728B52AA6E4}">
                <adec:decorative xmlns:adec="http://schemas.microsoft.com/office/drawing/2017/decorative" val="1"/>
              </a:ext>
            </a:extLst>
          </p:cNvPr>
          <p:cNvSpPr/>
          <p:nvPr userDrawn="1"/>
        </p:nvSpPr>
        <p:spPr>
          <a:xfrm>
            <a:off x="6777318" y="2953068"/>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25" name="Rectangle: Rounded Corners 71">
            <a:extLst>
              <a:ext uri="{FF2B5EF4-FFF2-40B4-BE49-F238E27FC236}">
                <a16:creationId xmlns:a16="http://schemas.microsoft.com/office/drawing/2014/main" id="{2F3A22C8-B6E1-F424-4BB0-A541A76AB115}"/>
              </a:ext>
              <a:ext uri="{C183D7F6-B498-43B3-948B-1728B52AA6E4}">
                <adec:decorative xmlns:adec="http://schemas.microsoft.com/office/drawing/2017/decorative" val="1"/>
              </a:ext>
            </a:extLst>
          </p:cNvPr>
          <p:cNvSpPr/>
          <p:nvPr userDrawn="1"/>
        </p:nvSpPr>
        <p:spPr>
          <a:xfrm flipH="1">
            <a:off x="6461608" y="3178146"/>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28" name="Text Placeholder 9">
            <a:extLst>
              <a:ext uri="{FF2B5EF4-FFF2-40B4-BE49-F238E27FC236}">
                <a16:creationId xmlns:a16="http://schemas.microsoft.com/office/drawing/2014/main" id="{D20C562B-2FA2-F648-748D-17A04D18F21B}"/>
              </a:ext>
            </a:extLst>
          </p:cNvPr>
          <p:cNvSpPr>
            <a:spLocks noGrp="1"/>
          </p:cNvSpPr>
          <p:nvPr>
            <p:ph type="body" sz="quarter" idx="26" hasCustomPrompt="1"/>
          </p:nvPr>
        </p:nvSpPr>
        <p:spPr>
          <a:xfrm>
            <a:off x="6570132" y="3310150"/>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29" name="Text Placeholder 9">
            <a:extLst>
              <a:ext uri="{FF2B5EF4-FFF2-40B4-BE49-F238E27FC236}">
                <a16:creationId xmlns:a16="http://schemas.microsoft.com/office/drawing/2014/main" id="{ADABD72B-3582-480E-F8BC-9A39F12D7C15}"/>
              </a:ext>
            </a:extLst>
          </p:cNvPr>
          <p:cNvSpPr>
            <a:spLocks noGrp="1"/>
          </p:cNvSpPr>
          <p:nvPr>
            <p:ph type="body" sz="quarter" idx="27" hasCustomPrompt="1"/>
          </p:nvPr>
        </p:nvSpPr>
        <p:spPr>
          <a:xfrm>
            <a:off x="7270888" y="3110235"/>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30" name="Rectangle: Rounded Corners 67">
            <a:extLst>
              <a:ext uri="{FF2B5EF4-FFF2-40B4-BE49-F238E27FC236}">
                <a16:creationId xmlns:a16="http://schemas.microsoft.com/office/drawing/2014/main" id="{16D67D7B-E576-DDAB-7519-96A53189A1DA}"/>
              </a:ext>
              <a:ext uri="{C183D7F6-B498-43B3-948B-1728B52AA6E4}">
                <adec:decorative xmlns:adec="http://schemas.microsoft.com/office/drawing/2017/decorative" val="1"/>
              </a:ext>
            </a:extLst>
          </p:cNvPr>
          <p:cNvSpPr/>
          <p:nvPr userDrawn="1"/>
        </p:nvSpPr>
        <p:spPr>
          <a:xfrm>
            <a:off x="6777318" y="4315102"/>
            <a:ext cx="4822694" cy="1093924"/>
          </a:xfrm>
          <a:prstGeom prst="roundRect">
            <a:avLst>
              <a:gd name="adj" fmla="val 822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j-lt"/>
              <a:cs typeface="Arial" panose="020B0604020202020204" pitchFamily="34" charset="0"/>
            </a:endParaRPr>
          </a:p>
        </p:txBody>
      </p:sp>
      <p:sp>
        <p:nvSpPr>
          <p:cNvPr id="31" name="Rectangle: Rounded Corners 71">
            <a:extLst>
              <a:ext uri="{FF2B5EF4-FFF2-40B4-BE49-F238E27FC236}">
                <a16:creationId xmlns:a16="http://schemas.microsoft.com/office/drawing/2014/main" id="{0242C270-7AB7-EF51-336E-DEC42ADC9108}"/>
              </a:ext>
              <a:ext uri="{C183D7F6-B498-43B3-948B-1728B52AA6E4}">
                <adec:decorative xmlns:adec="http://schemas.microsoft.com/office/drawing/2017/decorative" val="1"/>
              </a:ext>
            </a:extLst>
          </p:cNvPr>
          <p:cNvSpPr/>
          <p:nvPr userDrawn="1"/>
        </p:nvSpPr>
        <p:spPr>
          <a:xfrm flipH="1">
            <a:off x="6461608" y="4540180"/>
            <a:ext cx="643768" cy="643768"/>
          </a:xfrm>
          <a:prstGeom prst="roundRect">
            <a:avLst>
              <a:gd name="adj" fmla="val 10288"/>
            </a:avLst>
          </a:prstGeom>
          <a:solidFill>
            <a:schemeClr val="accent1"/>
          </a:solidFill>
          <a:ln w="25400">
            <a:solidFill>
              <a:schemeClr val="bg1"/>
            </a:solid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tx1">
                  <a:lumMod val="75000"/>
                  <a:lumOff val="25000"/>
                </a:schemeClr>
              </a:solidFill>
              <a:latin typeface="+mj-lt"/>
              <a:cs typeface="Arial" panose="020B0604020202020204" pitchFamily="34" charset="0"/>
            </a:endParaRPr>
          </a:p>
        </p:txBody>
      </p:sp>
      <p:sp>
        <p:nvSpPr>
          <p:cNvPr id="32" name="Text Placeholder 9">
            <a:extLst>
              <a:ext uri="{FF2B5EF4-FFF2-40B4-BE49-F238E27FC236}">
                <a16:creationId xmlns:a16="http://schemas.microsoft.com/office/drawing/2014/main" id="{F3A7CD18-7C6B-EB47-2B8B-9871A6A45145}"/>
              </a:ext>
            </a:extLst>
          </p:cNvPr>
          <p:cNvSpPr>
            <a:spLocks noGrp="1"/>
          </p:cNvSpPr>
          <p:nvPr>
            <p:ph type="body" sz="quarter" idx="28" hasCustomPrompt="1"/>
          </p:nvPr>
        </p:nvSpPr>
        <p:spPr>
          <a:xfrm>
            <a:off x="6570132" y="4672184"/>
            <a:ext cx="461986" cy="379760"/>
          </a:xfrm>
        </p:spPr>
        <p:txBody>
          <a:bodyPr>
            <a:noAutofit/>
          </a:bodyPr>
          <a:lstStyle>
            <a:lvl1pPr marL="0" indent="0" algn="ctr">
              <a:buNone/>
              <a:defRPr sz="24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a:t>
            </a:r>
          </a:p>
        </p:txBody>
      </p:sp>
      <p:sp>
        <p:nvSpPr>
          <p:cNvPr id="33" name="Text Placeholder 9">
            <a:extLst>
              <a:ext uri="{FF2B5EF4-FFF2-40B4-BE49-F238E27FC236}">
                <a16:creationId xmlns:a16="http://schemas.microsoft.com/office/drawing/2014/main" id="{20B60AB1-6A9A-6496-1E6B-D16D4DA4AF27}"/>
              </a:ext>
            </a:extLst>
          </p:cNvPr>
          <p:cNvSpPr>
            <a:spLocks noGrp="1"/>
          </p:cNvSpPr>
          <p:nvPr>
            <p:ph type="body" sz="quarter" idx="29" hasCustomPrompt="1"/>
          </p:nvPr>
        </p:nvSpPr>
        <p:spPr>
          <a:xfrm>
            <a:off x="7270888" y="4472269"/>
            <a:ext cx="4127420" cy="779590"/>
          </a:xfrm>
        </p:spPr>
        <p:txBody>
          <a:bodyPr anchor="ctr" anchorCtr="0">
            <a:noAutofit/>
          </a:bodyPr>
          <a:lstStyle>
            <a:lvl1pPr marL="0" indent="0">
              <a:buNone/>
              <a:defRPr sz="1800" b="0" i="0">
                <a:solidFill>
                  <a:schemeClr val="tx1"/>
                </a:solidFill>
                <a:latin typeface="Franklin Gothic Medium" panose="020B0603020102020204" pitchFamily="34" charset="0"/>
              </a:defRPr>
            </a:lvl1pPr>
            <a:lvl2pPr marL="457200" indent="0">
              <a:buNone/>
              <a:defRPr sz="1800" b="0" i="0">
                <a:latin typeface="Franklin Gothic Book" panose="020B0503020102020204" pitchFamily="34" charset="0"/>
              </a:defRPr>
            </a:lvl2pPr>
            <a:lvl3pPr marL="914400" indent="0">
              <a:buNone/>
              <a:defRPr sz="1800" b="0" i="0">
                <a:latin typeface="Franklin Gothic Book" panose="020B0503020102020204" pitchFamily="34" charset="0"/>
              </a:defRPr>
            </a:lvl3pPr>
            <a:lvl4pPr marL="1371600" indent="0">
              <a:buNone/>
              <a:defRPr sz="1800" b="0" i="0">
                <a:latin typeface="Franklin Gothic Book" panose="020B0503020102020204" pitchFamily="34" charset="0"/>
              </a:defRPr>
            </a:lvl4pPr>
            <a:lvl5pPr marL="1828800" indent="0">
              <a:buNone/>
              <a:defRPr sz="1800" b="0" i="0">
                <a:latin typeface="Franklin Gothic Book" panose="020B0503020102020204" pitchFamily="34" charset="0"/>
              </a:defRPr>
            </a:lvl5pPr>
          </a:lstStyle>
          <a:p>
            <a:pPr lvl="0"/>
            <a:r>
              <a:rPr lang="en-US"/>
              <a:t>Subhead here</a:t>
            </a:r>
          </a:p>
        </p:txBody>
      </p:sp>
      <p:sp>
        <p:nvSpPr>
          <p:cNvPr id="2" name="Slide Number Placeholder 16">
            <a:extLst>
              <a:ext uri="{FF2B5EF4-FFF2-40B4-BE49-F238E27FC236}">
                <a16:creationId xmlns:a16="http://schemas.microsoft.com/office/drawing/2014/main" id="{49E62493-2F56-6CCB-D11F-E90250DDB07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86B94E7-6EF7-3E44-A23E-BD0C24C6905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7B17248-0DA4-2C1C-6A51-79ADD0300C81}"/>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1969263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Laptop 2">
    <p:bg>
      <p:bgPr>
        <a:solidFill>
          <a:schemeClr val="bg1"/>
        </a:solidFill>
        <a:effectLst/>
      </p:bgPr>
    </p:bg>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1A18C6FE-4A82-D5ED-9210-D161EDD0E3E2}"/>
              </a:ext>
            </a:extLst>
          </p:cNvPr>
          <p:cNvSpPr>
            <a:spLocks noGrp="1"/>
          </p:cNvSpPr>
          <p:nvPr>
            <p:ph type="title" hasCustomPrompt="1"/>
          </p:nvPr>
        </p:nvSpPr>
        <p:spPr>
          <a:xfrm>
            <a:off x="731520" y="457200"/>
            <a:ext cx="10698480" cy="640080"/>
          </a:xfrm>
        </p:spPr>
        <p:txBody>
          <a:bodyPr lIns="0"/>
          <a:lstStyle>
            <a:lvl1pPr>
              <a:defRPr b="1" i="0">
                <a:solidFill>
                  <a:schemeClr val="tx2"/>
                </a:solidFill>
              </a:defRPr>
            </a:lvl1pPr>
          </a:lstStyle>
          <a:p>
            <a:r>
              <a:rPr lang="en-US"/>
              <a:t>Click to edit title</a:t>
            </a:r>
          </a:p>
        </p:txBody>
      </p:sp>
      <p:sp>
        <p:nvSpPr>
          <p:cNvPr id="33" name="Text Placeholder 16">
            <a:extLst>
              <a:ext uri="{FF2B5EF4-FFF2-40B4-BE49-F238E27FC236}">
                <a16:creationId xmlns:a16="http://schemas.microsoft.com/office/drawing/2014/main" id="{637D29CA-12E1-9355-6392-87BB869740F9}"/>
              </a:ext>
            </a:extLst>
          </p:cNvPr>
          <p:cNvSpPr>
            <a:spLocks noGrp="1"/>
          </p:cNvSpPr>
          <p:nvPr>
            <p:ph type="body" sz="quarter" idx="18" hasCustomPrompt="1"/>
          </p:nvPr>
        </p:nvSpPr>
        <p:spPr>
          <a:xfrm>
            <a:off x="731517" y="1188720"/>
            <a:ext cx="4023360" cy="5029200"/>
          </a:xfrm>
          <a:prstGeom prst="rect">
            <a:avLst/>
          </a:prstGeom>
        </p:spPr>
        <p:txBody>
          <a:bodyPr anchor="t">
            <a:noAutofit/>
          </a:bodyPr>
          <a:lstStyle>
            <a:lvl1pPr marL="0" indent="0" algn="l">
              <a:buNone/>
              <a:defRPr sz="2000" b="0" i="0">
                <a:solidFill>
                  <a:schemeClr val="tx2"/>
                </a:solidFill>
                <a:latin typeface="Franklin Gothic Book" panose="020B0503020102020204" pitchFamily="34" charset="0"/>
                <a:cs typeface="Arial" panose="020B0604020202020204" pitchFamily="34" charset="0"/>
              </a:defRPr>
            </a:lvl1pPr>
          </a:lstStyle>
          <a:p>
            <a:pPr lvl="0"/>
            <a:r>
              <a:rPr lang="en-US"/>
              <a:t>Click to edit text</a:t>
            </a:r>
          </a:p>
        </p:txBody>
      </p:sp>
      <p:pic>
        <p:nvPicPr>
          <p:cNvPr id="52" name="Graphic 51" descr="Laptop">
            <a:extLst>
              <a:ext uri="{FF2B5EF4-FFF2-40B4-BE49-F238E27FC236}">
                <a16:creationId xmlns:a16="http://schemas.microsoft.com/office/drawing/2014/main" id="{B9A17702-3E2D-D883-23F4-2C1929B510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11316" y="1558137"/>
            <a:ext cx="7111232" cy="4148122"/>
          </a:xfrm>
          <a:prstGeom prst="rect">
            <a:avLst/>
          </a:prstGeom>
        </p:spPr>
      </p:pic>
      <p:sp>
        <p:nvSpPr>
          <p:cNvPr id="5" name="Content Placeholder 4">
            <a:extLst>
              <a:ext uri="{FF2B5EF4-FFF2-40B4-BE49-F238E27FC236}">
                <a16:creationId xmlns:a16="http://schemas.microsoft.com/office/drawing/2014/main" id="{AFBD9E8C-DBF1-E4EC-EE9A-BEC05D245F4D}"/>
              </a:ext>
            </a:extLst>
          </p:cNvPr>
          <p:cNvSpPr>
            <a:spLocks noGrp="1"/>
          </p:cNvSpPr>
          <p:nvPr>
            <p:ph sz="quarter" idx="28" hasCustomPrompt="1"/>
          </p:nvPr>
        </p:nvSpPr>
        <p:spPr>
          <a:xfrm>
            <a:off x="5708680" y="1796585"/>
            <a:ext cx="5513138" cy="3523143"/>
          </a:xfrm>
          <a:solidFill>
            <a:schemeClr val="bg1"/>
          </a:solidFill>
        </p:spPr>
        <p:txBody>
          <a:bodyPr anchor="ctr">
            <a:normAutofit/>
          </a:bodyPr>
          <a:lstStyle>
            <a:lvl1pPr marL="0" indent="0" algn="ctr">
              <a:buNone/>
              <a:defRPr sz="1800">
                <a:solidFill>
                  <a:srgbClr val="636466"/>
                </a:solidFill>
              </a:defRPr>
            </a:lvl1pPr>
          </a:lstStyle>
          <a:p>
            <a:pPr lvl="0"/>
            <a:r>
              <a:rPr lang="en-US"/>
              <a:t>Add picture or video</a:t>
            </a:r>
          </a:p>
        </p:txBody>
      </p:sp>
      <p:sp>
        <p:nvSpPr>
          <p:cNvPr id="4" name="Slide Number Placeholder 16">
            <a:extLst>
              <a:ext uri="{FF2B5EF4-FFF2-40B4-BE49-F238E27FC236}">
                <a16:creationId xmlns:a16="http://schemas.microsoft.com/office/drawing/2014/main" id="{99CE88F2-F10D-25D9-B640-B9CF3B63C6D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727828-04DC-AC41-8E5E-9C4033A2ABF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FFB2258-E23A-A193-74F5-2B880CDAB712}"/>
              </a:ext>
            </a:extLst>
          </p:cNvPr>
          <p:cNvPicPr>
            <a:picLocks noChangeAspect="1"/>
          </p:cNvPicPr>
          <p:nvPr userDrawn="1"/>
        </p:nvPicPr>
        <p:blipFill>
          <a:blip r:embed="rId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806313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Media 1">
    <p:bg>
      <p:bgPr>
        <a:solidFill>
          <a:schemeClr val="bg1"/>
        </a:solidFill>
        <a:effectLst/>
      </p:bgPr>
    </p:bg>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886FDF26-0F9F-1F8B-A35D-3C9EB15AEAD1}"/>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20" name="Media Placeholder 10">
            <a:extLst>
              <a:ext uri="{FF2B5EF4-FFF2-40B4-BE49-F238E27FC236}">
                <a16:creationId xmlns:a16="http://schemas.microsoft.com/office/drawing/2014/main" id="{03FCC19D-6347-C3F6-8AAD-E1034AE8A6C8}"/>
              </a:ext>
            </a:extLst>
          </p:cNvPr>
          <p:cNvSpPr>
            <a:spLocks noGrp="1"/>
          </p:cNvSpPr>
          <p:nvPr>
            <p:ph type="media" sz="quarter" idx="10" hasCustomPrompt="1"/>
          </p:nvPr>
        </p:nvSpPr>
        <p:spPr>
          <a:xfrm>
            <a:off x="3390900" y="1339453"/>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l">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Slide Number Placeholder 16">
            <a:extLst>
              <a:ext uri="{FF2B5EF4-FFF2-40B4-BE49-F238E27FC236}">
                <a16:creationId xmlns:a16="http://schemas.microsoft.com/office/drawing/2014/main" id="{61104210-176C-3DCB-6617-7973EFD89AA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FA1F031-9A44-3B40-9543-05DE35E83A4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140EE7D2-495D-FADE-EB15-0B0270892F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828428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Media 2">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88FD3B3-6840-CAD3-2060-F75B332795B6}"/>
              </a:ext>
            </a:extLst>
          </p:cNvPr>
          <p:cNvSpPr>
            <a:spLocks noGrp="1"/>
          </p:cNvSpPr>
          <p:nvPr>
            <p:ph type="title" hasCustomPrompt="1"/>
          </p:nvPr>
        </p:nvSpPr>
        <p:spPr>
          <a:xfrm>
            <a:off x="731520" y="2468880"/>
            <a:ext cx="2377440" cy="1828800"/>
          </a:xfrm>
          <a:prstGeom prst="rect">
            <a:avLst/>
          </a:prstGeom>
        </p:spPr>
        <p:txBody>
          <a:bodyPr vert="horz" lIns="0" tIns="0" rIns="0" bIns="0" rtlCol="0" anchor="ctr">
            <a:normAutofit/>
          </a:bodyPr>
          <a:lstStyle>
            <a:lvl1pPr algn="l">
              <a:defRPr sz="2800" b="1" i="0">
                <a:solidFill>
                  <a:schemeClr val="tx2"/>
                </a:solidFill>
              </a:defRPr>
            </a:lvl1pPr>
          </a:lstStyle>
          <a:p>
            <a:r>
              <a:rPr lang="en-US"/>
              <a:t>Click to add video title</a:t>
            </a:r>
          </a:p>
        </p:txBody>
      </p:sp>
      <p:sp>
        <p:nvSpPr>
          <p:cNvPr id="4" name="Media Placeholder 10">
            <a:extLst>
              <a:ext uri="{FF2B5EF4-FFF2-40B4-BE49-F238E27FC236}">
                <a16:creationId xmlns:a16="http://schemas.microsoft.com/office/drawing/2014/main" id="{430D6765-6EAE-D02E-FD1D-772EAA9A38EE}"/>
              </a:ext>
            </a:extLst>
          </p:cNvPr>
          <p:cNvSpPr>
            <a:spLocks noGrp="1"/>
          </p:cNvSpPr>
          <p:nvPr>
            <p:ph type="media" sz="quarter" idx="10" hasCustomPrompt="1"/>
          </p:nvPr>
        </p:nvSpPr>
        <p:spPr>
          <a:xfrm>
            <a:off x="3390899" y="860568"/>
            <a:ext cx="7429500" cy="4179094"/>
          </a:xfrm>
          <a:prstGeom prst="roundRect">
            <a:avLst>
              <a:gd name="adj" fmla="val 5585"/>
            </a:avLst>
          </a:pr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0" indent="0">
              <a:buNone/>
              <a:defRPr lang="en-US" sz="1800" b="0" i="0" dirty="0">
                <a:solidFill>
                  <a:schemeClr val="tx2"/>
                </a:solidFill>
                <a:latin typeface="Franklin Gothic Book" panose="020B0503020102020204" pitchFamily="34" charset="0"/>
                <a:cs typeface="Arial" panose="020B0604020202020204" pitchFamily="34" charset="0"/>
              </a:defRPr>
            </a:lvl1pPr>
          </a:lstStyle>
          <a:p>
            <a:pPr marL="0" lvl="0" algn="ctr"/>
            <a:r>
              <a:rPr lang="en-US"/>
              <a:t>Click icon to add video</a:t>
            </a:r>
          </a:p>
        </p:txBody>
      </p:sp>
      <p:sp>
        <p:nvSpPr>
          <p:cNvPr id="3" name="Text Placeholder 2">
            <a:extLst>
              <a:ext uri="{FF2B5EF4-FFF2-40B4-BE49-F238E27FC236}">
                <a16:creationId xmlns:a16="http://schemas.microsoft.com/office/drawing/2014/main" id="{B5F07887-5D18-84B1-0CDC-B3D7B3BA8CD3}"/>
              </a:ext>
            </a:extLst>
          </p:cNvPr>
          <p:cNvSpPr>
            <a:spLocks noGrp="1"/>
          </p:cNvSpPr>
          <p:nvPr>
            <p:ph type="body" sz="quarter" idx="16" hasCustomPrompt="1"/>
          </p:nvPr>
        </p:nvSpPr>
        <p:spPr>
          <a:xfrm>
            <a:off x="3945823" y="5054465"/>
            <a:ext cx="6319653" cy="857250"/>
          </a:xfrm>
          <a:prstGeom prst="rect">
            <a:avLst/>
          </a:prstGeom>
        </p:spPr>
        <p:txBody>
          <a:bodyPr anchor="b">
            <a:normAutofit/>
          </a:bodyPr>
          <a:lstStyle>
            <a:lvl1pPr marL="0" indent="0" algn="ctr">
              <a:buNone/>
              <a:defRPr sz="1800" b="0" i="0">
                <a:solidFill>
                  <a:schemeClr val="tx2"/>
                </a:solidFill>
                <a:latin typeface="Franklin Gothic Book" panose="020B0503020102020204" pitchFamily="34" charset="0"/>
              </a:defRPr>
            </a:lvl1pPr>
          </a:lstStyle>
          <a:p>
            <a:pPr lvl="0"/>
            <a:r>
              <a:rPr lang="en-US"/>
              <a:t>Click to edit image caption</a:t>
            </a:r>
          </a:p>
        </p:txBody>
      </p:sp>
      <p:sp>
        <p:nvSpPr>
          <p:cNvPr id="2" name="Slide Number Placeholder 16">
            <a:extLst>
              <a:ext uri="{FF2B5EF4-FFF2-40B4-BE49-F238E27FC236}">
                <a16:creationId xmlns:a16="http://schemas.microsoft.com/office/drawing/2014/main" id="{DAD3B95B-1C35-20EF-CC69-FFC5133670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33CC774-9EE2-8C45-A059-6E5A44BE049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CF13127F-394E-9D95-FB15-F56125A3D25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937315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Media 3 - white">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064393-4D7D-F9D8-DA92-10E9241D6B3E}"/>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3" name="Picture Placeholder 8">
            <a:extLst>
              <a:ext uri="{FF2B5EF4-FFF2-40B4-BE49-F238E27FC236}">
                <a16:creationId xmlns:a16="http://schemas.microsoft.com/office/drawing/2014/main" id="{67503B44-91B6-964A-D901-A8C8D662FE6A}"/>
              </a:ext>
            </a:extLst>
          </p:cNvPr>
          <p:cNvSpPr>
            <a:spLocks noGrp="1"/>
          </p:cNvSpPr>
          <p:nvPr>
            <p:ph type="pic" sz="quarter" idx="11" hasCustomPrompt="1"/>
          </p:nvPr>
        </p:nvSpPr>
        <p:spPr>
          <a:xfrm>
            <a:off x="0" y="0"/>
            <a:ext cx="12192000" cy="6858000"/>
          </a:xfrm>
          <a:prstGeom prst="round1Rect">
            <a:avLst>
              <a:gd name="adj" fmla="val 0"/>
            </a:avLst>
          </a:prstGeom>
          <a:effectLst>
            <a:softEdge rad="0"/>
          </a:effectLst>
        </p:spPr>
        <p:txBody>
          <a:bodyPr anchor="ctr">
            <a:normAutofit/>
          </a:bodyPr>
          <a:lstStyle>
            <a:lvl1pPr marL="0" indent="0" algn="ctr">
              <a:buFont typeface="Arial" panose="020B0604020202020204" pitchFamily="34" charset="0"/>
              <a:buNone/>
              <a:defRPr sz="1800" b="0" i="0">
                <a:solidFill>
                  <a:schemeClr val="tx2"/>
                </a:solidFill>
              </a:defRPr>
            </a:lvl1pPr>
          </a:lstStyle>
          <a:p>
            <a:r>
              <a:rPr lang="en-US" dirty="0"/>
              <a:t>Click icon to add background image</a:t>
            </a:r>
          </a:p>
        </p:txBody>
      </p:sp>
      <p:sp>
        <p:nvSpPr>
          <p:cNvPr id="4" name="Text Placeholder 2">
            <a:extLst>
              <a:ext uri="{FF2B5EF4-FFF2-40B4-BE49-F238E27FC236}">
                <a16:creationId xmlns:a16="http://schemas.microsoft.com/office/drawing/2014/main" id="{105A5AE2-3A67-E694-335C-D2E94F3AB4CB}"/>
              </a:ext>
            </a:extLst>
          </p:cNvPr>
          <p:cNvSpPr>
            <a:spLocks noGrp="1"/>
          </p:cNvSpPr>
          <p:nvPr>
            <p:ph type="body" sz="quarter" idx="16" hasCustomPrompt="1"/>
          </p:nvPr>
        </p:nvSpPr>
        <p:spPr>
          <a:xfrm>
            <a:off x="359550" y="5327431"/>
            <a:ext cx="4512365" cy="857250"/>
          </a:xfrm>
          <a:prstGeom prst="rect">
            <a:avLst/>
          </a:prstGeom>
        </p:spPr>
        <p:txBody>
          <a:bodyPr anchor="b">
            <a:normAutofit/>
          </a:bodyPr>
          <a:lstStyle>
            <a:lvl1pPr marL="0" indent="0" algn="l">
              <a:buNone/>
              <a:defRPr sz="1800" b="0" i="0">
                <a:solidFill>
                  <a:schemeClr val="tx1"/>
                </a:solidFill>
                <a:latin typeface="Franklin Gothic Medium" panose="020B0603020102020204" pitchFamily="34" charset="0"/>
              </a:defRPr>
            </a:lvl1pPr>
          </a:lstStyle>
          <a:p>
            <a:pPr lvl="0"/>
            <a:r>
              <a:rPr lang="en-US"/>
              <a:t>Click to edit image caption</a:t>
            </a:r>
          </a:p>
        </p:txBody>
      </p:sp>
      <p:sp>
        <p:nvSpPr>
          <p:cNvPr id="7" name="Slide Number Placeholder 16">
            <a:extLst>
              <a:ext uri="{FF2B5EF4-FFF2-40B4-BE49-F238E27FC236}">
                <a16:creationId xmlns:a16="http://schemas.microsoft.com/office/drawing/2014/main" id="{30107F8F-5290-808B-D6AE-982E4F02287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B53675-37E9-2547-BB36-DBF2F9FEB0FF}"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B4CA5F66-B696-97D0-28C9-FF05D3A25BF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8878280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Media 3 - gray">
    <p:bg>
      <p:bgPr>
        <a:solidFill>
          <a:schemeClr val="tx2"/>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4699A674-D28D-E52B-9EB3-FD83ACD77400}"/>
              </a:ext>
            </a:extLst>
          </p:cNvPr>
          <p:cNvSpPr>
            <a:spLocks noGrp="1"/>
          </p:cNvSpPr>
          <p:nvPr>
            <p:ph type="title" hasCustomPrompt="1"/>
          </p:nvPr>
        </p:nvSpPr>
        <p:spPr>
          <a:xfrm>
            <a:off x="731520" y="-731520"/>
            <a:ext cx="10698480" cy="640080"/>
          </a:xfrm>
        </p:spPr>
        <p:txBody>
          <a:bodyPr lIns="0"/>
          <a:lstStyle>
            <a:lvl1pPr>
              <a:defRPr b="1" i="0">
                <a:solidFill>
                  <a:schemeClr val="tx2"/>
                </a:solidFill>
              </a:defRPr>
            </a:lvl1pPr>
          </a:lstStyle>
          <a:p>
            <a:r>
              <a:rPr lang="en-US"/>
              <a:t>Add title for a screen reader</a:t>
            </a:r>
          </a:p>
        </p:txBody>
      </p:sp>
      <p:sp>
        <p:nvSpPr>
          <p:cNvPr id="8" name="Media Placeholder 7">
            <a:extLst>
              <a:ext uri="{FF2B5EF4-FFF2-40B4-BE49-F238E27FC236}">
                <a16:creationId xmlns:a16="http://schemas.microsoft.com/office/drawing/2014/main" id="{F8DC0202-EF07-C61E-CBB6-42D1F2A47577}"/>
              </a:ext>
            </a:extLst>
          </p:cNvPr>
          <p:cNvSpPr>
            <a:spLocks noGrp="1"/>
          </p:cNvSpPr>
          <p:nvPr>
            <p:ph type="media" sz="quarter" idx="13" hasCustomPrompt="1"/>
          </p:nvPr>
        </p:nvSpPr>
        <p:spPr>
          <a:xfrm>
            <a:off x="0" y="0"/>
            <a:ext cx="12192000" cy="6858000"/>
          </a:xfrm>
        </p:spPr>
        <p:txBody>
          <a:bodyPr anchor="ctr">
            <a:normAutofit/>
          </a:bodyPr>
          <a:lstStyle>
            <a:lvl1pPr marL="0" indent="0" algn="l">
              <a:buNone/>
              <a:defRPr sz="2000">
                <a:solidFill>
                  <a:schemeClr val="bg1"/>
                </a:solidFill>
              </a:defRPr>
            </a:lvl1pPr>
          </a:lstStyle>
          <a:p>
            <a:pPr marL="0" lvl="0" algn="ctr"/>
            <a:r>
              <a:rPr lang="en-US"/>
              <a:t>Click icon to add video</a:t>
            </a:r>
          </a:p>
        </p:txBody>
      </p:sp>
      <p:sp>
        <p:nvSpPr>
          <p:cNvPr id="5" name="Slide Number Placeholder 16">
            <a:extLst>
              <a:ext uri="{FF2B5EF4-FFF2-40B4-BE49-F238E27FC236}">
                <a16:creationId xmlns:a16="http://schemas.microsoft.com/office/drawing/2014/main" id="{0729F900-D68D-960A-CAC3-BCBDA6BD996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335E395-F191-0D41-9AD0-91CAC04765D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35D32F3A-B1D0-FDB3-2FB3-B3E27357BCF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3399484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layout 4">
    <p:bg>
      <p:bgPr>
        <a:solidFill>
          <a:schemeClr val="bg1"/>
        </a:solidFill>
        <a:effectLst/>
      </p:bgPr>
    </p:bg>
    <p:spTree>
      <p:nvGrpSpPr>
        <p:cNvPr id="1" name=""/>
        <p:cNvGrpSpPr/>
        <p:nvPr/>
      </p:nvGrpSpPr>
      <p:grpSpPr>
        <a:xfrm>
          <a:off x="0" y="0"/>
          <a:ext cx="0" cy="0"/>
          <a:chOff x="0" y="0"/>
          <a:chExt cx="0" cy="0"/>
        </a:xfrm>
      </p:grpSpPr>
      <p:sp>
        <p:nvSpPr>
          <p:cNvPr id="21" name="Title 3">
            <a:extLst>
              <a:ext uri="{FF2B5EF4-FFF2-40B4-BE49-F238E27FC236}">
                <a16:creationId xmlns:a16="http://schemas.microsoft.com/office/drawing/2014/main" id="{7B4C960C-76A2-4113-85B5-008A640B5BAB}"/>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8" name="Content Placeholder 3">
            <a:extLst>
              <a:ext uri="{FF2B5EF4-FFF2-40B4-BE49-F238E27FC236}">
                <a16:creationId xmlns:a16="http://schemas.microsoft.com/office/drawing/2014/main" id="{006BB75A-AD3F-DC3A-C908-4D71C3C09F24}"/>
              </a:ext>
            </a:extLst>
          </p:cNvPr>
          <p:cNvSpPr>
            <a:spLocks noGrp="1"/>
          </p:cNvSpPr>
          <p:nvPr>
            <p:ph sz="half" idx="30" hasCustomPrompt="1"/>
          </p:nvPr>
        </p:nvSpPr>
        <p:spPr>
          <a:xfrm>
            <a:off x="731521"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5" name="Text Placeholder 16">
            <a:extLst>
              <a:ext uri="{FF2B5EF4-FFF2-40B4-BE49-F238E27FC236}">
                <a16:creationId xmlns:a16="http://schemas.microsoft.com/office/drawing/2014/main" id="{3D94D435-74EA-8E53-3C53-2B36E6CD9CFB}"/>
              </a:ext>
            </a:extLst>
          </p:cNvPr>
          <p:cNvSpPr>
            <a:spLocks noGrp="1"/>
          </p:cNvSpPr>
          <p:nvPr>
            <p:ph type="body" sz="quarter" idx="28" hasCustomPrompt="1"/>
          </p:nvPr>
        </p:nvSpPr>
        <p:spPr>
          <a:xfrm>
            <a:off x="731912" y="2373429"/>
            <a:ext cx="3468641" cy="384175"/>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4" name="Content Placeholder 3">
            <a:extLst>
              <a:ext uri="{FF2B5EF4-FFF2-40B4-BE49-F238E27FC236}">
                <a16:creationId xmlns:a16="http://schemas.microsoft.com/office/drawing/2014/main" id="{1409C0B3-3A38-EA5A-3958-35A801319672}"/>
              </a:ext>
            </a:extLst>
          </p:cNvPr>
          <p:cNvSpPr>
            <a:spLocks noGrp="1"/>
          </p:cNvSpPr>
          <p:nvPr>
            <p:ph sz="half" idx="14" hasCustomPrompt="1"/>
          </p:nvPr>
        </p:nvSpPr>
        <p:spPr>
          <a:xfrm>
            <a:off x="731520" y="2785208"/>
            <a:ext cx="3469033" cy="3081021"/>
          </a:xfrm>
          <a:prstGeom prst="rect">
            <a:avLst/>
          </a:prstGeom>
        </p:spPr>
        <p:txBody>
          <a:bodyPr>
            <a:normAutofit/>
          </a:bodyPr>
          <a:lstStyle>
            <a:lvl1pPr marL="137160" indent="-137160">
              <a:buClr>
                <a:schemeClr val="accent1"/>
              </a:buClr>
              <a:defRPr sz="1800" b="0" i="0">
                <a:solidFill>
                  <a:schemeClr val="tx2"/>
                </a:solidFill>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dirty="0"/>
              <a:t>Click to edit text</a:t>
            </a:r>
          </a:p>
        </p:txBody>
      </p:sp>
      <p:sp>
        <p:nvSpPr>
          <p:cNvPr id="9" name="Content Placeholder 3">
            <a:extLst>
              <a:ext uri="{FF2B5EF4-FFF2-40B4-BE49-F238E27FC236}">
                <a16:creationId xmlns:a16="http://schemas.microsoft.com/office/drawing/2014/main" id="{E49158B5-ABA1-470E-B7F2-50F42D53AA99}"/>
              </a:ext>
            </a:extLst>
          </p:cNvPr>
          <p:cNvSpPr>
            <a:spLocks noGrp="1"/>
          </p:cNvSpPr>
          <p:nvPr>
            <p:ph sz="half" idx="31" hasCustomPrompt="1"/>
          </p:nvPr>
        </p:nvSpPr>
        <p:spPr>
          <a:xfrm>
            <a:off x="4354745"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6" name="Text Placeholder 16">
            <a:extLst>
              <a:ext uri="{FF2B5EF4-FFF2-40B4-BE49-F238E27FC236}">
                <a16:creationId xmlns:a16="http://schemas.microsoft.com/office/drawing/2014/main" id="{2AAFEAAE-CEA5-BC1A-FEAF-7B7B39E64EED}"/>
              </a:ext>
            </a:extLst>
          </p:cNvPr>
          <p:cNvSpPr>
            <a:spLocks noGrp="1"/>
          </p:cNvSpPr>
          <p:nvPr>
            <p:ph type="body" sz="quarter" idx="29" hasCustomPrompt="1"/>
          </p:nvPr>
        </p:nvSpPr>
        <p:spPr>
          <a:xfrm>
            <a:off x="4364350"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5DBAC98-4B3C-AEF2-406D-6CDAEB9953FE}"/>
              </a:ext>
            </a:extLst>
          </p:cNvPr>
          <p:cNvSpPr>
            <a:spLocks noGrp="1"/>
          </p:cNvSpPr>
          <p:nvPr>
            <p:ph sz="half" idx="12" hasCustomPrompt="1"/>
          </p:nvPr>
        </p:nvSpPr>
        <p:spPr>
          <a:xfrm>
            <a:off x="4364350"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10" name="Content Placeholder 3">
            <a:extLst>
              <a:ext uri="{FF2B5EF4-FFF2-40B4-BE49-F238E27FC236}">
                <a16:creationId xmlns:a16="http://schemas.microsoft.com/office/drawing/2014/main" id="{CCDAD5D4-BC2F-9822-4180-28DB52909F34}"/>
              </a:ext>
            </a:extLst>
          </p:cNvPr>
          <p:cNvSpPr>
            <a:spLocks noGrp="1"/>
          </p:cNvSpPr>
          <p:nvPr>
            <p:ph sz="half" idx="32" hasCustomPrompt="1"/>
          </p:nvPr>
        </p:nvSpPr>
        <p:spPr>
          <a:xfrm>
            <a:off x="8019220" y="1532748"/>
            <a:ext cx="939612" cy="803853"/>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20" name="Text Placeholder 16">
            <a:extLst>
              <a:ext uri="{FF2B5EF4-FFF2-40B4-BE49-F238E27FC236}">
                <a16:creationId xmlns:a16="http://schemas.microsoft.com/office/drawing/2014/main" id="{8AF58704-8FCF-CDB2-7722-D1621D492D26}"/>
              </a:ext>
            </a:extLst>
          </p:cNvPr>
          <p:cNvSpPr>
            <a:spLocks noGrp="1"/>
          </p:cNvSpPr>
          <p:nvPr>
            <p:ph type="body" sz="quarter" idx="22" hasCustomPrompt="1"/>
          </p:nvPr>
        </p:nvSpPr>
        <p:spPr>
          <a:xfrm>
            <a:off x="8020944" y="2373429"/>
            <a:ext cx="3468641" cy="384175"/>
          </a:xfrm>
          <a:prstGeom prst="rect">
            <a:avLst/>
          </a:prstGeom>
        </p:spPr>
        <p:txBody>
          <a:bodyPr anchor="t">
            <a:norm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3" name="Content Placeholder 3">
            <a:extLst>
              <a:ext uri="{FF2B5EF4-FFF2-40B4-BE49-F238E27FC236}">
                <a16:creationId xmlns:a16="http://schemas.microsoft.com/office/drawing/2014/main" id="{128B708B-F7BF-ADF2-D9F7-B4FDA5EE66AB}"/>
              </a:ext>
            </a:extLst>
          </p:cNvPr>
          <p:cNvSpPr>
            <a:spLocks noGrp="1"/>
          </p:cNvSpPr>
          <p:nvPr>
            <p:ph sz="half" idx="13" hasCustomPrompt="1"/>
          </p:nvPr>
        </p:nvSpPr>
        <p:spPr>
          <a:xfrm>
            <a:off x="8021596" y="2785208"/>
            <a:ext cx="3469033" cy="3081020"/>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None/>
              <a:defRPr sz="1600"/>
            </a:lvl2pPr>
            <a:lvl3pPr>
              <a:defRPr sz="1600"/>
            </a:lvl3pPr>
            <a:lvl4pPr>
              <a:defRPr sz="1600"/>
            </a:lvl4pPr>
            <a:lvl5pPr>
              <a:defRPr sz="16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dirty="0"/>
              <a:t>Click to edit text</a:t>
            </a:r>
          </a:p>
        </p:txBody>
      </p:sp>
      <p:sp>
        <p:nvSpPr>
          <p:cNvPr id="2" name="Slide Number Placeholder 16">
            <a:extLst>
              <a:ext uri="{FF2B5EF4-FFF2-40B4-BE49-F238E27FC236}">
                <a16:creationId xmlns:a16="http://schemas.microsoft.com/office/drawing/2014/main" id="{043141A9-9E75-8F9F-CEFC-B9220755222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1368493-149A-4349-98A3-606ABC3D358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98211F2-1218-348A-713D-AA3C5F30424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4440393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layout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6C8AC2F-1F80-82FE-404B-5C2F0CD7673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Click to edit title</a:t>
            </a:r>
          </a:p>
        </p:txBody>
      </p:sp>
      <p:sp>
        <p:nvSpPr>
          <p:cNvPr id="3" name="Content Placeholder 3">
            <a:extLst>
              <a:ext uri="{FF2B5EF4-FFF2-40B4-BE49-F238E27FC236}">
                <a16:creationId xmlns:a16="http://schemas.microsoft.com/office/drawing/2014/main" id="{252A8451-811B-3070-7C27-C4F9EB58B9BF}"/>
              </a:ext>
            </a:extLst>
          </p:cNvPr>
          <p:cNvSpPr>
            <a:spLocks noGrp="1"/>
          </p:cNvSpPr>
          <p:nvPr>
            <p:ph sz="half" idx="30" hasCustomPrompt="1"/>
          </p:nvPr>
        </p:nvSpPr>
        <p:spPr>
          <a:xfrm>
            <a:off x="731520"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9" name="Text Placeholder 5">
            <a:extLst>
              <a:ext uri="{FF2B5EF4-FFF2-40B4-BE49-F238E27FC236}">
                <a16:creationId xmlns:a16="http://schemas.microsoft.com/office/drawing/2014/main" id="{EA06568B-EA5F-B138-7E02-7939E20FFA08}"/>
              </a:ext>
            </a:extLst>
          </p:cNvPr>
          <p:cNvSpPr>
            <a:spLocks noGrp="1"/>
          </p:cNvSpPr>
          <p:nvPr>
            <p:ph type="body" sz="quarter" idx="21" hasCustomPrompt="1"/>
          </p:nvPr>
        </p:nvSpPr>
        <p:spPr>
          <a:xfrm>
            <a:off x="1379685"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7" name="Content Placeholder 3">
            <a:extLst>
              <a:ext uri="{FF2B5EF4-FFF2-40B4-BE49-F238E27FC236}">
                <a16:creationId xmlns:a16="http://schemas.microsoft.com/office/drawing/2014/main" id="{CC98C94C-571C-57FD-C1F9-7AEBD3794255}"/>
              </a:ext>
            </a:extLst>
          </p:cNvPr>
          <p:cNvSpPr>
            <a:spLocks noGrp="1"/>
          </p:cNvSpPr>
          <p:nvPr>
            <p:ph sz="half" idx="19" hasCustomPrompt="1"/>
          </p:nvPr>
        </p:nvSpPr>
        <p:spPr>
          <a:xfrm>
            <a:off x="1379685"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5" name="Content Placeholder 3">
            <a:extLst>
              <a:ext uri="{FF2B5EF4-FFF2-40B4-BE49-F238E27FC236}">
                <a16:creationId xmlns:a16="http://schemas.microsoft.com/office/drawing/2014/main" id="{6D9C0C07-DF01-0533-E2E5-CCCEA9F3C288}"/>
              </a:ext>
            </a:extLst>
          </p:cNvPr>
          <p:cNvSpPr>
            <a:spLocks noGrp="1"/>
          </p:cNvSpPr>
          <p:nvPr>
            <p:ph sz="half" idx="44" hasCustomPrompt="1"/>
          </p:nvPr>
        </p:nvSpPr>
        <p:spPr>
          <a:xfrm>
            <a:off x="6238545" y="1607191"/>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6" name="Text Placeholder 5">
            <a:extLst>
              <a:ext uri="{FF2B5EF4-FFF2-40B4-BE49-F238E27FC236}">
                <a16:creationId xmlns:a16="http://schemas.microsoft.com/office/drawing/2014/main" id="{FEF83176-4E16-885B-3E3D-62C586CB43D9}"/>
              </a:ext>
            </a:extLst>
          </p:cNvPr>
          <p:cNvSpPr>
            <a:spLocks noGrp="1"/>
          </p:cNvSpPr>
          <p:nvPr>
            <p:ph type="body" sz="quarter" idx="39" hasCustomPrompt="1"/>
          </p:nvPr>
        </p:nvSpPr>
        <p:spPr>
          <a:xfrm>
            <a:off x="6887972" y="1605588"/>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4" name="Content Placeholder 3">
            <a:extLst>
              <a:ext uri="{FF2B5EF4-FFF2-40B4-BE49-F238E27FC236}">
                <a16:creationId xmlns:a16="http://schemas.microsoft.com/office/drawing/2014/main" id="{847BAFDF-398E-0D08-8743-FF4FFBD43EA3}"/>
              </a:ext>
            </a:extLst>
          </p:cNvPr>
          <p:cNvSpPr>
            <a:spLocks noGrp="1"/>
          </p:cNvSpPr>
          <p:nvPr>
            <p:ph sz="half" idx="37" hasCustomPrompt="1"/>
          </p:nvPr>
        </p:nvSpPr>
        <p:spPr>
          <a:xfrm>
            <a:off x="6887972" y="1944723"/>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4" name="Content Placeholder 3">
            <a:extLst>
              <a:ext uri="{FF2B5EF4-FFF2-40B4-BE49-F238E27FC236}">
                <a16:creationId xmlns:a16="http://schemas.microsoft.com/office/drawing/2014/main" id="{9AF234D2-363B-06BB-1982-F26731D3D147}"/>
              </a:ext>
            </a:extLst>
          </p:cNvPr>
          <p:cNvSpPr>
            <a:spLocks noGrp="1"/>
          </p:cNvSpPr>
          <p:nvPr>
            <p:ph sz="half" idx="43" hasCustomPrompt="1"/>
          </p:nvPr>
        </p:nvSpPr>
        <p:spPr>
          <a:xfrm>
            <a:off x="731520"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2" name="Text Placeholder 5">
            <a:extLst>
              <a:ext uri="{FF2B5EF4-FFF2-40B4-BE49-F238E27FC236}">
                <a16:creationId xmlns:a16="http://schemas.microsoft.com/office/drawing/2014/main" id="{CF78B7B9-6DD8-C798-8B0A-50653C1BF32B}"/>
              </a:ext>
            </a:extLst>
          </p:cNvPr>
          <p:cNvSpPr>
            <a:spLocks noGrp="1"/>
          </p:cNvSpPr>
          <p:nvPr>
            <p:ph type="body" sz="quarter" idx="36" hasCustomPrompt="1"/>
          </p:nvPr>
        </p:nvSpPr>
        <p:spPr>
          <a:xfrm>
            <a:off x="1377452"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1BBA49D1-9F77-995C-5312-CE1BFBEFA312}"/>
              </a:ext>
            </a:extLst>
          </p:cNvPr>
          <p:cNvSpPr>
            <a:spLocks noGrp="1"/>
          </p:cNvSpPr>
          <p:nvPr>
            <p:ph sz="half" idx="34" hasCustomPrompt="1"/>
          </p:nvPr>
        </p:nvSpPr>
        <p:spPr>
          <a:xfrm>
            <a:off x="1377452"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6" name="Content Placeholder 3">
            <a:extLst>
              <a:ext uri="{FF2B5EF4-FFF2-40B4-BE49-F238E27FC236}">
                <a16:creationId xmlns:a16="http://schemas.microsoft.com/office/drawing/2014/main" id="{CF681106-8A63-1547-BB3F-061645E623AB}"/>
              </a:ext>
            </a:extLst>
          </p:cNvPr>
          <p:cNvSpPr>
            <a:spLocks noGrp="1"/>
          </p:cNvSpPr>
          <p:nvPr>
            <p:ph sz="half" idx="45" hasCustomPrompt="1"/>
          </p:nvPr>
        </p:nvSpPr>
        <p:spPr>
          <a:xfrm>
            <a:off x="6238545" y="3872939"/>
            <a:ext cx="635993" cy="648141"/>
          </a:xfrm>
          <a:prstGeom prst="rect">
            <a:avLst/>
          </a:prstGeom>
        </p:spPr>
        <p:txBody>
          <a:bodyPr anchor="ctr">
            <a:normAutofit/>
          </a:bodyPr>
          <a:lstStyle>
            <a:lvl1pPr marL="0" indent="0" algn="ctr">
              <a:buNone/>
              <a:defRPr sz="1600" b="0" i="0">
                <a:latin typeface="Franklin Gothic Book" panose="020B0503020102020204" pitchFamily="34" charset="0"/>
                <a:cs typeface="Arial" panose="020B0604020202020204" pitchFamily="34" charset="0"/>
              </a:defRPr>
            </a:lvl1pPr>
            <a:lvl2pPr>
              <a:defRPr sz="1600"/>
            </a:lvl2pPr>
            <a:lvl3pPr>
              <a:defRPr sz="1600"/>
            </a:lvl3pPr>
            <a:lvl4pPr>
              <a:defRPr sz="1600"/>
            </a:lvl4pPr>
            <a:lvl5pPr>
              <a:defRPr sz="1600"/>
            </a:lvl5pPr>
          </a:lstStyle>
          <a:p>
            <a:pPr lvl="0"/>
            <a:r>
              <a:rPr lang="en-US"/>
              <a:t>icon</a:t>
            </a:r>
          </a:p>
        </p:txBody>
      </p:sp>
      <p:sp>
        <p:nvSpPr>
          <p:cNvPr id="19" name="Text Placeholder 5">
            <a:extLst>
              <a:ext uri="{FF2B5EF4-FFF2-40B4-BE49-F238E27FC236}">
                <a16:creationId xmlns:a16="http://schemas.microsoft.com/office/drawing/2014/main" id="{B09B2818-FA76-7486-15D8-5FAEB25D3318}"/>
              </a:ext>
            </a:extLst>
          </p:cNvPr>
          <p:cNvSpPr>
            <a:spLocks noGrp="1"/>
          </p:cNvSpPr>
          <p:nvPr>
            <p:ph type="body" sz="quarter" idx="42" hasCustomPrompt="1"/>
          </p:nvPr>
        </p:nvSpPr>
        <p:spPr>
          <a:xfrm>
            <a:off x="6885739" y="3870919"/>
            <a:ext cx="4216116" cy="322813"/>
          </a:xfrm>
          <a:prstGeom prst="rect">
            <a:avLst/>
          </a:prstGeom>
        </p:spPr>
        <p:txBody>
          <a:bodyPr anchor="b">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7" name="Content Placeholder 3">
            <a:extLst>
              <a:ext uri="{FF2B5EF4-FFF2-40B4-BE49-F238E27FC236}">
                <a16:creationId xmlns:a16="http://schemas.microsoft.com/office/drawing/2014/main" id="{DC0FCB0A-2EC6-FADE-6DE3-B1959AB498BE}"/>
              </a:ext>
            </a:extLst>
          </p:cNvPr>
          <p:cNvSpPr>
            <a:spLocks noGrp="1"/>
          </p:cNvSpPr>
          <p:nvPr>
            <p:ph sz="half" idx="40" hasCustomPrompt="1"/>
          </p:nvPr>
        </p:nvSpPr>
        <p:spPr>
          <a:xfrm>
            <a:off x="6885739" y="4206345"/>
            <a:ext cx="4216117" cy="1340202"/>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marL="342900" indent="0">
              <a:buClr>
                <a:schemeClr val="accent1"/>
              </a:buClr>
              <a:buNone/>
              <a:defRPr sz="1800" b="0" i="0">
                <a:solidFill>
                  <a:schemeClr val="tx2"/>
                </a:solidFill>
                <a:latin typeface="Franklin Gothic Book" panose="020B0503020102020204" pitchFamily="34" charset="0"/>
                <a:cs typeface="Arial" panose="020B0604020202020204" pitchFamily="34" charset="0"/>
              </a:defRPr>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a:p>
            <a:pPr lvl="1"/>
            <a:endParaRPr lang="en-US"/>
          </a:p>
        </p:txBody>
      </p:sp>
      <p:sp>
        <p:nvSpPr>
          <p:cNvPr id="2" name="Slide Number Placeholder 16">
            <a:extLst>
              <a:ext uri="{FF2B5EF4-FFF2-40B4-BE49-F238E27FC236}">
                <a16:creationId xmlns:a16="http://schemas.microsoft.com/office/drawing/2014/main" id="{81D921BC-3FFA-156B-24B2-B61C3B2CFD5A}"/>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E7787FE-06F2-6E41-82BC-E167FAF8562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5FD8347F-0DB6-A45E-371B-424800F4C97F}"/>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29290305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layout 7">
    <p:bg>
      <p:bgPr>
        <a:solidFill>
          <a:schemeClr val="bg1"/>
        </a:solidFill>
        <a:effectLst/>
      </p:bgPr>
    </p:bg>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E03274EA-454B-6578-E23D-193110BB18F7}"/>
              </a:ext>
              <a:ext uri="{C183D7F6-B498-43B3-948B-1728B52AA6E4}">
                <adec:decorative xmlns:adec="http://schemas.microsoft.com/office/drawing/2017/decorative" val="1"/>
              </a:ext>
            </a:extLst>
          </p:cNvPr>
          <p:cNvSpPr/>
          <p:nvPr userDrawn="1"/>
        </p:nvSpPr>
        <p:spPr>
          <a:xfrm>
            <a:off x="694849"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5" name="Title 18">
            <a:extLst>
              <a:ext uri="{FF2B5EF4-FFF2-40B4-BE49-F238E27FC236}">
                <a16:creationId xmlns:a16="http://schemas.microsoft.com/office/drawing/2014/main" id="{A5E17F76-BC91-6CDD-0865-ADD326BBE8F9}"/>
              </a:ext>
            </a:extLst>
          </p:cNvPr>
          <p:cNvSpPr>
            <a:spLocks noGrp="1"/>
          </p:cNvSpPr>
          <p:nvPr>
            <p:ph type="title" hasCustomPrompt="1"/>
          </p:nvPr>
        </p:nvSpPr>
        <p:spPr>
          <a:xfrm>
            <a:off x="731520" y="457200"/>
            <a:ext cx="10698480" cy="640080"/>
          </a:xfrm>
        </p:spPr>
        <p:txBody>
          <a:bodyPr/>
          <a:lstStyle>
            <a:lvl1pPr>
              <a:defRPr>
                <a:solidFill>
                  <a:schemeClr val="tx2"/>
                </a:solidFill>
              </a:defRPr>
            </a:lvl1pPr>
          </a:lstStyle>
          <a:p>
            <a:r>
              <a:rPr lang="en-US"/>
              <a:t>Click to edit title</a:t>
            </a:r>
          </a:p>
        </p:txBody>
      </p:sp>
      <p:sp>
        <p:nvSpPr>
          <p:cNvPr id="7" name="Text Placeholder 5">
            <a:extLst>
              <a:ext uri="{FF2B5EF4-FFF2-40B4-BE49-F238E27FC236}">
                <a16:creationId xmlns:a16="http://schemas.microsoft.com/office/drawing/2014/main" id="{9791EE88-E861-0C88-F1DE-A723A3F8AE39}"/>
              </a:ext>
            </a:extLst>
          </p:cNvPr>
          <p:cNvSpPr>
            <a:spLocks noGrp="1"/>
          </p:cNvSpPr>
          <p:nvPr>
            <p:ph type="body" sz="quarter" idx="53" hasCustomPrompt="1"/>
          </p:nvPr>
        </p:nvSpPr>
        <p:spPr>
          <a:xfrm>
            <a:off x="824131"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5" name="Content Placeholder 3">
            <a:extLst>
              <a:ext uri="{FF2B5EF4-FFF2-40B4-BE49-F238E27FC236}">
                <a16:creationId xmlns:a16="http://schemas.microsoft.com/office/drawing/2014/main" id="{3E3095E3-10B4-1737-1588-05CEEFE5ECE0}"/>
              </a:ext>
            </a:extLst>
          </p:cNvPr>
          <p:cNvSpPr>
            <a:spLocks noGrp="1"/>
          </p:cNvSpPr>
          <p:nvPr>
            <p:ph sz="half" idx="51" hasCustomPrompt="1"/>
          </p:nvPr>
        </p:nvSpPr>
        <p:spPr>
          <a:xfrm>
            <a:off x="800575"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7" name="Straight Connector 16">
            <a:extLst>
              <a:ext uri="{FF2B5EF4-FFF2-40B4-BE49-F238E27FC236}">
                <a16:creationId xmlns:a16="http://schemas.microsoft.com/office/drawing/2014/main" id="{5AE0213E-18BC-0E32-6D27-BEE70A717040}"/>
              </a:ext>
              <a:ext uri="{C183D7F6-B498-43B3-948B-1728B52AA6E4}">
                <adec:decorative xmlns:adec="http://schemas.microsoft.com/office/drawing/2017/decorative" val="1"/>
              </a:ext>
            </a:extLst>
          </p:cNvPr>
          <p:cNvCxnSpPr>
            <a:cxnSpLocks/>
          </p:cNvCxnSpPr>
          <p:nvPr userDrawn="1"/>
        </p:nvCxnSpPr>
        <p:spPr>
          <a:xfrm>
            <a:off x="6081932" y="1998245"/>
            <a:ext cx="0" cy="4242856"/>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21" name="Rounded Rectangle 20">
            <a:extLst>
              <a:ext uri="{FF2B5EF4-FFF2-40B4-BE49-F238E27FC236}">
                <a16:creationId xmlns:a16="http://schemas.microsoft.com/office/drawing/2014/main" id="{A284024C-5DC2-B9FF-45BD-C9455A2E2FAA}"/>
              </a:ext>
              <a:ext uri="{C183D7F6-B498-43B3-948B-1728B52AA6E4}">
                <adec:decorative xmlns:adec="http://schemas.microsoft.com/office/drawing/2017/decorative" val="1"/>
              </a:ext>
            </a:extLst>
          </p:cNvPr>
          <p:cNvSpPr/>
          <p:nvPr userDrawn="1"/>
        </p:nvSpPr>
        <p:spPr>
          <a:xfrm>
            <a:off x="6170975" y="1367186"/>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3" name="Text Placeholder 5">
            <a:extLst>
              <a:ext uri="{FF2B5EF4-FFF2-40B4-BE49-F238E27FC236}">
                <a16:creationId xmlns:a16="http://schemas.microsoft.com/office/drawing/2014/main" id="{C7A74B16-7AB2-082F-64DA-BB35DE94CE9D}"/>
              </a:ext>
            </a:extLst>
          </p:cNvPr>
          <p:cNvSpPr>
            <a:spLocks noGrp="1"/>
          </p:cNvSpPr>
          <p:nvPr>
            <p:ph type="body" sz="quarter" idx="55" hasCustomPrompt="1"/>
          </p:nvPr>
        </p:nvSpPr>
        <p:spPr>
          <a:xfrm>
            <a:off x="6300257" y="1471927"/>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22" name="Content Placeholder 3">
            <a:extLst>
              <a:ext uri="{FF2B5EF4-FFF2-40B4-BE49-F238E27FC236}">
                <a16:creationId xmlns:a16="http://schemas.microsoft.com/office/drawing/2014/main" id="{002110C9-5F03-CDAA-26F7-9E7C9207E8D3}"/>
              </a:ext>
            </a:extLst>
          </p:cNvPr>
          <p:cNvSpPr>
            <a:spLocks noGrp="1"/>
          </p:cNvSpPr>
          <p:nvPr>
            <p:ph sz="half" idx="54" hasCustomPrompt="1"/>
          </p:nvPr>
        </p:nvSpPr>
        <p:spPr>
          <a:xfrm>
            <a:off x="6276701" y="1998245"/>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2" name="Rounded Rectangle 1">
            <a:extLst>
              <a:ext uri="{FF2B5EF4-FFF2-40B4-BE49-F238E27FC236}">
                <a16:creationId xmlns:a16="http://schemas.microsoft.com/office/drawing/2014/main" id="{233EEAC7-00AE-1FB7-89BC-2797CD008BA8}"/>
              </a:ext>
              <a:ext uri="{C183D7F6-B498-43B3-948B-1728B52AA6E4}">
                <adec:decorative xmlns:adec="http://schemas.microsoft.com/office/drawing/2017/decorative" val="1"/>
              </a:ext>
            </a:extLst>
          </p:cNvPr>
          <p:cNvSpPr/>
          <p:nvPr userDrawn="1"/>
        </p:nvSpPr>
        <p:spPr>
          <a:xfrm>
            <a:off x="694849"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6" name="Text Placeholder 5">
            <a:extLst>
              <a:ext uri="{FF2B5EF4-FFF2-40B4-BE49-F238E27FC236}">
                <a16:creationId xmlns:a16="http://schemas.microsoft.com/office/drawing/2014/main" id="{800F5BDD-8CD4-2735-3A8E-E950EAA2E6AB}"/>
              </a:ext>
            </a:extLst>
          </p:cNvPr>
          <p:cNvSpPr>
            <a:spLocks noGrp="1"/>
          </p:cNvSpPr>
          <p:nvPr>
            <p:ph type="body" sz="quarter" idx="57" hasCustomPrompt="1"/>
          </p:nvPr>
        </p:nvSpPr>
        <p:spPr>
          <a:xfrm>
            <a:off x="824131"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3" name="Content Placeholder 3">
            <a:extLst>
              <a:ext uri="{FF2B5EF4-FFF2-40B4-BE49-F238E27FC236}">
                <a16:creationId xmlns:a16="http://schemas.microsoft.com/office/drawing/2014/main" id="{87CB6651-8649-4675-4E86-433FF5692EDA}"/>
              </a:ext>
            </a:extLst>
          </p:cNvPr>
          <p:cNvSpPr>
            <a:spLocks noGrp="1"/>
          </p:cNvSpPr>
          <p:nvPr>
            <p:ph sz="half" idx="56" hasCustomPrompt="1"/>
          </p:nvPr>
        </p:nvSpPr>
        <p:spPr>
          <a:xfrm>
            <a:off x="800575"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sp>
        <p:nvSpPr>
          <p:cNvPr id="9" name="Rounded Rectangle 8">
            <a:extLst>
              <a:ext uri="{FF2B5EF4-FFF2-40B4-BE49-F238E27FC236}">
                <a16:creationId xmlns:a16="http://schemas.microsoft.com/office/drawing/2014/main" id="{0EB3FABB-1DC5-A0D0-8B9A-C30C82FE3152}"/>
              </a:ext>
              <a:ext uri="{C183D7F6-B498-43B3-948B-1728B52AA6E4}">
                <adec:decorative xmlns:adec="http://schemas.microsoft.com/office/drawing/2017/decorative" val="1"/>
              </a:ext>
            </a:extLst>
          </p:cNvPr>
          <p:cNvSpPr/>
          <p:nvPr userDrawn="1"/>
        </p:nvSpPr>
        <p:spPr>
          <a:xfrm>
            <a:off x="6170975" y="3906868"/>
            <a:ext cx="5304466" cy="5263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5">
            <a:extLst>
              <a:ext uri="{FF2B5EF4-FFF2-40B4-BE49-F238E27FC236}">
                <a16:creationId xmlns:a16="http://schemas.microsoft.com/office/drawing/2014/main" id="{01892440-D6DE-66CB-EBC4-7531D535235F}"/>
              </a:ext>
            </a:extLst>
          </p:cNvPr>
          <p:cNvSpPr>
            <a:spLocks noGrp="1"/>
          </p:cNvSpPr>
          <p:nvPr>
            <p:ph type="body" sz="quarter" idx="59" hasCustomPrompt="1"/>
          </p:nvPr>
        </p:nvSpPr>
        <p:spPr>
          <a:xfrm>
            <a:off x="6300257" y="4011609"/>
            <a:ext cx="5059167" cy="322813"/>
          </a:xfrm>
          <a:prstGeom prst="rect">
            <a:avLst/>
          </a:prstGeom>
        </p:spPr>
        <p:txBody>
          <a:bodyPr anchor="b">
            <a:noAutofit/>
          </a:bodyPr>
          <a:lstStyle>
            <a:lvl1pPr marL="0" indent="0" algn="l">
              <a:buNone/>
              <a:defRPr sz="2000" b="0" i="0">
                <a:solidFill>
                  <a:schemeClr val="bg1"/>
                </a:solidFill>
                <a:latin typeface="Franklin Gothic Medium" panose="020B0603020102020204" pitchFamily="34" charset="0"/>
                <a:cs typeface="Arial" panose="020B0604020202020204" pitchFamily="34" charset="0"/>
              </a:defRPr>
            </a:lvl1pPr>
          </a:lstStyle>
          <a:p>
            <a:pPr lvl="0"/>
            <a:r>
              <a:rPr lang="en-US"/>
              <a:t>Click to edit subtitle text</a:t>
            </a:r>
          </a:p>
        </p:txBody>
      </p:sp>
      <p:sp>
        <p:nvSpPr>
          <p:cNvPr id="10" name="Content Placeholder 3">
            <a:extLst>
              <a:ext uri="{FF2B5EF4-FFF2-40B4-BE49-F238E27FC236}">
                <a16:creationId xmlns:a16="http://schemas.microsoft.com/office/drawing/2014/main" id="{BEB32244-6769-C49E-687A-8BAE7FB0DF61}"/>
              </a:ext>
            </a:extLst>
          </p:cNvPr>
          <p:cNvSpPr>
            <a:spLocks noGrp="1"/>
          </p:cNvSpPr>
          <p:nvPr>
            <p:ph sz="half" idx="58" hasCustomPrompt="1"/>
          </p:nvPr>
        </p:nvSpPr>
        <p:spPr>
          <a:xfrm>
            <a:off x="6276701" y="4537927"/>
            <a:ext cx="5082724" cy="1703174"/>
          </a:xfrm>
          <a:prstGeom prst="rect">
            <a:avLst/>
          </a:prstGeo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Arial" panose="020B0604020202020204" pitchFamily="34" charset="0"/>
              </a:defRPr>
            </a:lvl1pPr>
            <a:lvl2pPr>
              <a:defRPr sz="1400"/>
            </a:lvl2pPr>
            <a:lvl3pPr>
              <a:defRPr sz="1400"/>
            </a:lvl3pPr>
            <a:lvl4pPr>
              <a:defRPr sz="1400"/>
            </a:lvl4pPr>
            <a:lvl5pPr>
              <a:defRPr sz="1400"/>
            </a:lvl5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cxnSp>
        <p:nvCxnSpPr>
          <p:cNvPr id="14" name="Straight Connector 13">
            <a:extLst>
              <a:ext uri="{FF2B5EF4-FFF2-40B4-BE49-F238E27FC236}">
                <a16:creationId xmlns:a16="http://schemas.microsoft.com/office/drawing/2014/main" id="{0F202217-8CAA-92C0-C9A2-873C01DC81F9}"/>
              </a:ext>
              <a:ext uri="{C183D7F6-B498-43B3-948B-1728B52AA6E4}">
                <adec:decorative xmlns:adec="http://schemas.microsoft.com/office/drawing/2017/decorative" val="1"/>
              </a:ext>
            </a:extLst>
          </p:cNvPr>
          <p:cNvCxnSpPr>
            <a:cxnSpLocks/>
          </p:cNvCxnSpPr>
          <p:nvPr userDrawn="1"/>
        </p:nvCxnSpPr>
        <p:spPr>
          <a:xfrm flipH="1">
            <a:off x="694849" y="3806126"/>
            <a:ext cx="10780592" cy="0"/>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Slide Number Placeholder 16">
            <a:extLst>
              <a:ext uri="{FF2B5EF4-FFF2-40B4-BE49-F238E27FC236}">
                <a16:creationId xmlns:a16="http://schemas.microsoft.com/office/drawing/2014/main" id="{C3F64F4A-B69D-24D0-68AA-E51BED4B637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313FA47-8696-8640-9F18-A29A7A43AB4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8" name="Picture 7" descr="Central Piedmont Community College logo icon">
            <a:extLst>
              <a:ext uri="{FF2B5EF4-FFF2-40B4-BE49-F238E27FC236}">
                <a16:creationId xmlns:a16="http://schemas.microsoft.com/office/drawing/2014/main" id="{A0EE0A0B-9824-B82D-0A31-822E1F534C3E}"/>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05104228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y the Numbers - white">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97280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78774"/>
            <a:ext cx="2560320" cy="31313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1205"/>
            <a:ext cx="237744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22968"/>
            <a:ext cx="237744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502682"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602295"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602295"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502682"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602295"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602295"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368296" y="1378774"/>
            <a:ext cx="2468880" cy="313134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467909" y="200120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467909" y="282296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Rectangle 2">
            <a:extLst>
              <a:ext uri="{FF2B5EF4-FFF2-40B4-BE49-F238E27FC236}">
                <a16:creationId xmlns:a16="http://schemas.microsoft.com/office/drawing/2014/main" id="{DDF63666-6A94-8154-B2C5-47ED6E28061E}"/>
              </a:ext>
              <a:ext uri="{C183D7F6-B498-43B3-948B-1728B52AA6E4}">
                <adec:decorative xmlns:adec="http://schemas.microsoft.com/office/drawing/2017/decorative" val="1"/>
              </a:ext>
            </a:extLst>
          </p:cNvPr>
          <p:cNvSpPr/>
          <p:nvPr userDrawn="1"/>
        </p:nvSpPr>
        <p:spPr>
          <a:xfrm>
            <a:off x="9050519" y="1378774"/>
            <a:ext cx="2668107" cy="1536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3" name="Text Placeholder 8">
            <a:extLst>
              <a:ext uri="{FF2B5EF4-FFF2-40B4-BE49-F238E27FC236}">
                <a16:creationId xmlns:a16="http://schemas.microsoft.com/office/drawing/2014/main" id="{E2B9A797-A6F0-8F03-C665-059850833002}"/>
              </a:ext>
            </a:extLst>
          </p:cNvPr>
          <p:cNvSpPr>
            <a:spLocks noGrp="1"/>
          </p:cNvSpPr>
          <p:nvPr>
            <p:ph type="body" sz="quarter" idx="33" hasCustomPrompt="1"/>
          </p:nvPr>
        </p:nvSpPr>
        <p:spPr>
          <a:xfrm>
            <a:off x="9150132" y="1671312"/>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4" name="Text Placeholder 7">
            <a:extLst>
              <a:ext uri="{FF2B5EF4-FFF2-40B4-BE49-F238E27FC236}">
                <a16:creationId xmlns:a16="http://schemas.microsoft.com/office/drawing/2014/main" id="{ED5A9CB4-9986-AA57-D8A8-F29A3C8EF35B}"/>
              </a:ext>
            </a:extLst>
          </p:cNvPr>
          <p:cNvSpPr>
            <a:spLocks noGrp="1"/>
          </p:cNvSpPr>
          <p:nvPr>
            <p:ph type="body" sz="quarter" idx="34" hasCustomPrompt="1"/>
          </p:nvPr>
        </p:nvSpPr>
        <p:spPr>
          <a:xfrm>
            <a:off x="9150132" y="228911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6" name="Rectangle 15">
            <a:extLst>
              <a:ext uri="{FF2B5EF4-FFF2-40B4-BE49-F238E27FC236}">
                <a16:creationId xmlns:a16="http://schemas.microsoft.com/office/drawing/2014/main" id="{F6603392-F7A1-E995-3630-CB71CB85F2C4}"/>
              </a:ext>
              <a:ext uri="{C183D7F6-B498-43B3-948B-1728B52AA6E4}">
                <adec:decorative xmlns:adec="http://schemas.microsoft.com/office/drawing/2017/decorative" val="1"/>
              </a:ext>
            </a:extLst>
          </p:cNvPr>
          <p:cNvSpPr/>
          <p:nvPr userDrawn="1"/>
        </p:nvSpPr>
        <p:spPr>
          <a:xfrm>
            <a:off x="9050519" y="3049938"/>
            <a:ext cx="2668107" cy="145874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0" name="Text Placeholder 8">
            <a:extLst>
              <a:ext uri="{FF2B5EF4-FFF2-40B4-BE49-F238E27FC236}">
                <a16:creationId xmlns:a16="http://schemas.microsoft.com/office/drawing/2014/main" id="{E10AD526-3E68-49BA-9423-C704F696B8E1}"/>
              </a:ext>
            </a:extLst>
          </p:cNvPr>
          <p:cNvSpPr>
            <a:spLocks noGrp="1"/>
          </p:cNvSpPr>
          <p:nvPr>
            <p:ph type="body" sz="quarter" idx="35" hasCustomPrompt="1"/>
          </p:nvPr>
        </p:nvSpPr>
        <p:spPr>
          <a:xfrm>
            <a:off x="9150132" y="3256596"/>
            <a:ext cx="2468880" cy="537602"/>
          </a:xfrm>
        </p:spPr>
        <p:txBody>
          <a:bodyPr lIns="0" tIns="0" rIns="0" bIns="0" anchor="b">
            <a:noAutofit/>
          </a:bodyPr>
          <a:lstStyle>
            <a:lvl1pPr marL="0" indent="0" algn="ctr">
              <a:buNone/>
              <a:defRPr sz="4000" b="0" i="0">
                <a:solidFill>
                  <a:schemeClr val="bg1"/>
                </a:solidFill>
                <a:latin typeface="Franklin Gothic Medium" panose="020B0603020102020204" pitchFamily="34" charset="0"/>
              </a:defRPr>
            </a:lvl1pPr>
          </a:lstStyle>
          <a:p>
            <a:r>
              <a:rPr lang="en-US" altLang="zh-CN"/>
              <a:t>Number</a:t>
            </a:r>
            <a:endParaRPr lang="zh-CN" altLang="en-US"/>
          </a:p>
        </p:txBody>
      </p:sp>
      <p:sp>
        <p:nvSpPr>
          <p:cNvPr id="21" name="Text Placeholder 7">
            <a:extLst>
              <a:ext uri="{FF2B5EF4-FFF2-40B4-BE49-F238E27FC236}">
                <a16:creationId xmlns:a16="http://schemas.microsoft.com/office/drawing/2014/main" id="{F5F3396A-C4AA-CB12-AF38-9162CEA73B93}"/>
              </a:ext>
            </a:extLst>
          </p:cNvPr>
          <p:cNvSpPr>
            <a:spLocks noGrp="1"/>
          </p:cNvSpPr>
          <p:nvPr>
            <p:ph type="body" sz="quarter" idx="36" hasCustomPrompt="1"/>
          </p:nvPr>
        </p:nvSpPr>
        <p:spPr>
          <a:xfrm>
            <a:off x="9150132" y="388657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1520" y="4694597"/>
            <a:ext cx="10987106" cy="1282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67273" y="4738772"/>
            <a:ext cx="10515600" cy="710275"/>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67273" y="5531287"/>
            <a:ext cx="1051560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2" name="Slide Number Placeholder 16">
            <a:extLst>
              <a:ext uri="{FF2B5EF4-FFF2-40B4-BE49-F238E27FC236}">
                <a16:creationId xmlns:a16="http://schemas.microsoft.com/office/drawing/2014/main" id="{6EF0ECE2-9228-BCCC-0A44-4F9E5D9DAF0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6A84845-C448-EC41-A9F5-6A92E741105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5" name="Picture 14" descr="Central Piedmont Community College logo icon">
            <a:extLst>
              <a:ext uri="{FF2B5EF4-FFF2-40B4-BE49-F238E27FC236}">
                <a16:creationId xmlns:a16="http://schemas.microsoft.com/office/drawing/2014/main" id="{A3E0B994-F5E9-FADD-0D60-64C69203DBA6}"/>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13092354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y the Numbers - blue">
    <p:bg>
      <p:bgPr>
        <a:solidFill>
          <a:schemeClr val="accent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5" name="Rectangle 4">
            <a:extLst>
              <a:ext uri="{FF2B5EF4-FFF2-40B4-BE49-F238E27FC236}">
                <a16:creationId xmlns:a16="http://schemas.microsoft.com/office/drawing/2014/main" id="{59EC6526-3F68-C430-235D-36F5F6763231}"/>
              </a:ext>
              <a:ext uri="{C183D7F6-B498-43B3-948B-1728B52AA6E4}">
                <adec:decorative xmlns:adec="http://schemas.microsoft.com/office/drawing/2017/decorative" val="1"/>
              </a:ext>
            </a:extLst>
          </p:cNvPr>
          <p:cNvSpPr/>
          <p:nvPr userDrawn="1"/>
        </p:nvSpPr>
        <p:spPr>
          <a:xfrm>
            <a:off x="731520" y="1385124"/>
            <a:ext cx="2468880" cy="31313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822960" y="2007555"/>
            <a:ext cx="2286000" cy="738884"/>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Number</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822960" y="2844308"/>
            <a:ext cx="228600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7" name="Rectangle 6">
            <a:extLst>
              <a:ext uri="{FF2B5EF4-FFF2-40B4-BE49-F238E27FC236}">
                <a16:creationId xmlns:a16="http://schemas.microsoft.com/office/drawing/2014/main" id="{BC4F3C43-CD75-2128-CED8-49072053B6F6}"/>
              </a:ext>
              <a:ext uri="{C183D7F6-B498-43B3-948B-1728B52AA6E4}">
                <adec:decorative xmlns:adec="http://schemas.microsoft.com/office/drawing/2017/decorative" val="1"/>
              </a:ext>
            </a:extLst>
          </p:cNvPr>
          <p:cNvSpPr/>
          <p:nvPr userDrawn="1"/>
        </p:nvSpPr>
        <p:spPr>
          <a:xfrm>
            <a:off x="3372056" y="1385124"/>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8" name="Text Placeholder 8">
            <a:extLst>
              <a:ext uri="{FF2B5EF4-FFF2-40B4-BE49-F238E27FC236}">
                <a16:creationId xmlns:a16="http://schemas.microsoft.com/office/drawing/2014/main" id="{603A8875-69D4-8626-8783-587E38A2049A}"/>
              </a:ext>
            </a:extLst>
          </p:cNvPr>
          <p:cNvSpPr>
            <a:spLocks noGrp="1"/>
          </p:cNvSpPr>
          <p:nvPr>
            <p:ph type="body" sz="quarter" idx="23" hasCustomPrompt="1"/>
          </p:nvPr>
        </p:nvSpPr>
        <p:spPr>
          <a:xfrm>
            <a:off x="3471669"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9" name="Text Placeholder 7">
            <a:extLst>
              <a:ext uri="{FF2B5EF4-FFF2-40B4-BE49-F238E27FC236}">
                <a16:creationId xmlns:a16="http://schemas.microsoft.com/office/drawing/2014/main" id="{062B10C6-B9CA-1EA7-7E79-A3287EBE446D}"/>
              </a:ext>
            </a:extLst>
          </p:cNvPr>
          <p:cNvSpPr>
            <a:spLocks noGrp="1"/>
          </p:cNvSpPr>
          <p:nvPr>
            <p:ph type="body" sz="quarter" idx="24" hasCustomPrompt="1"/>
          </p:nvPr>
        </p:nvSpPr>
        <p:spPr>
          <a:xfrm>
            <a:off x="3471669"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24" name="Rectangle 23">
            <a:extLst>
              <a:ext uri="{FF2B5EF4-FFF2-40B4-BE49-F238E27FC236}">
                <a16:creationId xmlns:a16="http://schemas.microsoft.com/office/drawing/2014/main" id="{122E1D77-85D9-FE41-FC7F-6EFAB926E36E}"/>
              </a:ext>
              <a:ext uri="{C183D7F6-B498-43B3-948B-1728B52AA6E4}">
                <adec:decorative xmlns:adec="http://schemas.microsoft.com/office/drawing/2017/decorative" val="1"/>
              </a:ext>
            </a:extLst>
          </p:cNvPr>
          <p:cNvSpPr/>
          <p:nvPr userDrawn="1"/>
        </p:nvSpPr>
        <p:spPr>
          <a:xfrm>
            <a:off x="3372056" y="3056288"/>
            <a:ext cx="2668107" cy="1458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27" name="Text Placeholder 8">
            <a:extLst>
              <a:ext uri="{FF2B5EF4-FFF2-40B4-BE49-F238E27FC236}">
                <a16:creationId xmlns:a16="http://schemas.microsoft.com/office/drawing/2014/main" id="{21E6E7F4-33BE-9532-1F60-248E93A37512}"/>
              </a:ext>
            </a:extLst>
          </p:cNvPr>
          <p:cNvSpPr>
            <a:spLocks noGrp="1"/>
          </p:cNvSpPr>
          <p:nvPr>
            <p:ph type="body" sz="quarter" idx="31" hasCustomPrompt="1"/>
          </p:nvPr>
        </p:nvSpPr>
        <p:spPr>
          <a:xfrm>
            <a:off x="3471669"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0" name="Text Placeholder 7">
            <a:extLst>
              <a:ext uri="{FF2B5EF4-FFF2-40B4-BE49-F238E27FC236}">
                <a16:creationId xmlns:a16="http://schemas.microsoft.com/office/drawing/2014/main" id="{2F31A695-DAB0-8B84-4F05-C8425EEA9F1C}"/>
              </a:ext>
            </a:extLst>
          </p:cNvPr>
          <p:cNvSpPr>
            <a:spLocks noGrp="1"/>
          </p:cNvSpPr>
          <p:nvPr>
            <p:ph type="body" sz="quarter" idx="32" hasCustomPrompt="1"/>
          </p:nvPr>
        </p:nvSpPr>
        <p:spPr>
          <a:xfrm>
            <a:off x="3471669"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0" name="Rectangle 9">
            <a:extLst>
              <a:ext uri="{FF2B5EF4-FFF2-40B4-BE49-F238E27FC236}">
                <a16:creationId xmlns:a16="http://schemas.microsoft.com/office/drawing/2014/main" id="{0FFC97D0-1B83-6CF9-F8B8-561F22668C79}"/>
              </a:ext>
              <a:ext uri="{C183D7F6-B498-43B3-948B-1728B52AA6E4}">
                <adec:decorative xmlns:adec="http://schemas.microsoft.com/office/drawing/2017/decorative" val="1"/>
              </a:ext>
            </a:extLst>
          </p:cNvPr>
          <p:cNvSpPr/>
          <p:nvPr userDrawn="1"/>
        </p:nvSpPr>
        <p:spPr>
          <a:xfrm>
            <a:off x="6208642" y="1385124"/>
            <a:ext cx="2377440" cy="31313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1" name="Text Placeholder 8">
            <a:extLst>
              <a:ext uri="{FF2B5EF4-FFF2-40B4-BE49-F238E27FC236}">
                <a16:creationId xmlns:a16="http://schemas.microsoft.com/office/drawing/2014/main" id="{C8C6B131-4FEA-C0C6-9EE8-0A59DD2B0CD1}"/>
              </a:ext>
            </a:extLst>
          </p:cNvPr>
          <p:cNvSpPr>
            <a:spLocks noGrp="1"/>
          </p:cNvSpPr>
          <p:nvPr>
            <p:ph type="body" sz="quarter" idx="25" hasCustomPrompt="1"/>
          </p:nvPr>
        </p:nvSpPr>
        <p:spPr>
          <a:xfrm>
            <a:off x="6300082" y="2007555"/>
            <a:ext cx="2194560" cy="738884"/>
          </a:xfrm>
        </p:spPr>
        <p:txBody>
          <a:bodyPr lIns="0" tIns="0" rIns="0" bIns="0" anchor="b">
            <a:noAutofit/>
          </a:bodyPr>
          <a:lstStyle>
            <a:lvl1pPr marL="0" indent="0" algn="ctr">
              <a:buNone/>
              <a:defRPr sz="4400" b="0" i="0">
                <a:solidFill>
                  <a:schemeClr val="bg1"/>
                </a:solidFill>
                <a:latin typeface="Franklin Gothic Medium" panose="020B0603020102020204" pitchFamily="34" charset="0"/>
              </a:defRPr>
            </a:lvl1pPr>
          </a:lstStyle>
          <a:p>
            <a:r>
              <a:rPr lang="en-US" altLang="zh-CN"/>
              <a:t>Number</a:t>
            </a:r>
            <a:endParaRPr lang="zh-CN" altLang="en-US"/>
          </a:p>
        </p:txBody>
      </p:sp>
      <p:sp>
        <p:nvSpPr>
          <p:cNvPr id="12" name="Text Placeholder 7">
            <a:extLst>
              <a:ext uri="{FF2B5EF4-FFF2-40B4-BE49-F238E27FC236}">
                <a16:creationId xmlns:a16="http://schemas.microsoft.com/office/drawing/2014/main" id="{9F086DF6-C3AC-9398-C075-8F976F8362A4}"/>
              </a:ext>
            </a:extLst>
          </p:cNvPr>
          <p:cNvSpPr>
            <a:spLocks noGrp="1"/>
          </p:cNvSpPr>
          <p:nvPr>
            <p:ph type="body" sz="quarter" idx="26" hasCustomPrompt="1"/>
          </p:nvPr>
        </p:nvSpPr>
        <p:spPr>
          <a:xfrm>
            <a:off x="6300082" y="2844308"/>
            <a:ext cx="2194560" cy="738884"/>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bg1"/>
                </a:solidFill>
                <a:latin typeface="Franklin Gothic Book" panose="020B0503020102020204" pitchFamily="34" charset="0"/>
              </a:defRPr>
            </a:lvl1pPr>
          </a:lstStyle>
          <a:p>
            <a:r>
              <a:rPr lang="en-US" altLang="zh-CN" noProof="1"/>
              <a:t>Lorem ipsum dolor sit amet, consectetur adipiscing elit.</a:t>
            </a:r>
          </a:p>
        </p:txBody>
      </p:sp>
      <p:sp>
        <p:nvSpPr>
          <p:cNvPr id="32" name="Rectangle 31">
            <a:extLst>
              <a:ext uri="{FF2B5EF4-FFF2-40B4-BE49-F238E27FC236}">
                <a16:creationId xmlns:a16="http://schemas.microsoft.com/office/drawing/2014/main" id="{2B05E421-78DE-3D6A-1004-8B0CAB2CE697}"/>
              </a:ext>
              <a:ext uri="{C183D7F6-B498-43B3-948B-1728B52AA6E4}">
                <adec:decorative xmlns:adec="http://schemas.microsoft.com/office/drawing/2017/decorative" val="1"/>
              </a:ext>
            </a:extLst>
          </p:cNvPr>
          <p:cNvSpPr/>
          <p:nvPr userDrawn="1"/>
        </p:nvSpPr>
        <p:spPr>
          <a:xfrm>
            <a:off x="8766090" y="1394139"/>
            <a:ext cx="2668107" cy="1536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3" name="Text Placeholder 8">
            <a:extLst>
              <a:ext uri="{FF2B5EF4-FFF2-40B4-BE49-F238E27FC236}">
                <a16:creationId xmlns:a16="http://schemas.microsoft.com/office/drawing/2014/main" id="{AC17AA15-72A0-C6CD-3597-7BB9AAC3239E}"/>
              </a:ext>
            </a:extLst>
          </p:cNvPr>
          <p:cNvSpPr>
            <a:spLocks noGrp="1"/>
          </p:cNvSpPr>
          <p:nvPr>
            <p:ph type="body" sz="quarter" idx="33" hasCustomPrompt="1"/>
          </p:nvPr>
        </p:nvSpPr>
        <p:spPr>
          <a:xfrm>
            <a:off x="8865703" y="1686677"/>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4" name="Text Placeholder 7">
            <a:extLst>
              <a:ext uri="{FF2B5EF4-FFF2-40B4-BE49-F238E27FC236}">
                <a16:creationId xmlns:a16="http://schemas.microsoft.com/office/drawing/2014/main" id="{C86B8594-0D02-28C7-AB22-07F0177CE12F}"/>
              </a:ext>
            </a:extLst>
          </p:cNvPr>
          <p:cNvSpPr>
            <a:spLocks noGrp="1"/>
          </p:cNvSpPr>
          <p:nvPr>
            <p:ph type="body" sz="quarter" idx="34" hasCustomPrompt="1"/>
          </p:nvPr>
        </p:nvSpPr>
        <p:spPr>
          <a:xfrm>
            <a:off x="8865703" y="2280475"/>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35" name="Rectangle 34">
            <a:extLst>
              <a:ext uri="{FF2B5EF4-FFF2-40B4-BE49-F238E27FC236}">
                <a16:creationId xmlns:a16="http://schemas.microsoft.com/office/drawing/2014/main" id="{E2FC329F-3A85-474B-E7E1-1B93AE14241D}"/>
              </a:ext>
              <a:ext uri="{C183D7F6-B498-43B3-948B-1728B52AA6E4}">
                <adec:decorative xmlns:adec="http://schemas.microsoft.com/office/drawing/2017/decorative" val="1"/>
              </a:ext>
            </a:extLst>
          </p:cNvPr>
          <p:cNvSpPr/>
          <p:nvPr userDrawn="1"/>
        </p:nvSpPr>
        <p:spPr>
          <a:xfrm>
            <a:off x="8766090" y="3055398"/>
            <a:ext cx="2668107" cy="1468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36" name="Text Placeholder 8">
            <a:extLst>
              <a:ext uri="{FF2B5EF4-FFF2-40B4-BE49-F238E27FC236}">
                <a16:creationId xmlns:a16="http://schemas.microsoft.com/office/drawing/2014/main" id="{BAA23574-7A65-6B2C-AC54-44B9AF0C4442}"/>
              </a:ext>
            </a:extLst>
          </p:cNvPr>
          <p:cNvSpPr>
            <a:spLocks noGrp="1"/>
          </p:cNvSpPr>
          <p:nvPr>
            <p:ph type="body" sz="quarter" idx="35" hasCustomPrompt="1"/>
          </p:nvPr>
        </p:nvSpPr>
        <p:spPr>
          <a:xfrm>
            <a:off x="8865703" y="3262946"/>
            <a:ext cx="2468880" cy="537602"/>
          </a:xfrm>
        </p:spPr>
        <p:txBody>
          <a:bodyPr lIns="0" tIns="0" rIns="0" bIns="0" anchor="b">
            <a:noAutofit/>
          </a:bodyPr>
          <a:lstStyle>
            <a:lvl1pPr marL="0" indent="0" algn="ctr">
              <a:buNone/>
              <a:defRPr sz="4000" b="0" i="0">
                <a:solidFill>
                  <a:schemeClr val="accent2"/>
                </a:solidFill>
                <a:latin typeface="Franklin Gothic Medium" panose="020B0603020102020204" pitchFamily="34" charset="0"/>
              </a:defRPr>
            </a:lvl1pPr>
          </a:lstStyle>
          <a:p>
            <a:r>
              <a:rPr lang="en-US" altLang="zh-CN"/>
              <a:t>Number</a:t>
            </a:r>
            <a:endParaRPr lang="zh-CN" altLang="en-US"/>
          </a:p>
        </p:txBody>
      </p:sp>
      <p:sp>
        <p:nvSpPr>
          <p:cNvPr id="37" name="Text Placeholder 7">
            <a:extLst>
              <a:ext uri="{FF2B5EF4-FFF2-40B4-BE49-F238E27FC236}">
                <a16:creationId xmlns:a16="http://schemas.microsoft.com/office/drawing/2014/main" id="{2A56384A-0C02-A16C-8588-AFBDB20272D6}"/>
              </a:ext>
            </a:extLst>
          </p:cNvPr>
          <p:cNvSpPr>
            <a:spLocks noGrp="1"/>
          </p:cNvSpPr>
          <p:nvPr>
            <p:ph type="body" sz="quarter" idx="36" hasCustomPrompt="1"/>
          </p:nvPr>
        </p:nvSpPr>
        <p:spPr>
          <a:xfrm>
            <a:off x="8865703" y="3862949"/>
            <a:ext cx="2468880" cy="499502"/>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2"/>
                </a:solidFill>
                <a:latin typeface="Franklin Gothic Book" panose="020B0503020102020204" pitchFamily="34" charset="0"/>
              </a:defRPr>
            </a:lvl1pPr>
          </a:lstStyle>
          <a:p>
            <a:r>
              <a:rPr lang="en-US" altLang="zh-CN" noProof="1"/>
              <a:t>Lorem ipsum dolor sit amet</a:t>
            </a:r>
          </a:p>
        </p:txBody>
      </p:sp>
      <p:sp>
        <p:nvSpPr>
          <p:cNvPr id="17" name="Rectangle 16">
            <a:extLst>
              <a:ext uri="{FF2B5EF4-FFF2-40B4-BE49-F238E27FC236}">
                <a16:creationId xmlns:a16="http://schemas.microsoft.com/office/drawing/2014/main" id="{A10DEAB1-BB5A-B2BE-8DC3-D18DEB31B789}"/>
              </a:ext>
              <a:ext uri="{C183D7F6-B498-43B3-948B-1728B52AA6E4}">
                <adec:decorative xmlns:adec="http://schemas.microsoft.com/office/drawing/2017/decorative" val="1"/>
              </a:ext>
            </a:extLst>
          </p:cNvPr>
          <p:cNvSpPr/>
          <p:nvPr userDrawn="1"/>
        </p:nvSpPr>
        <p:spPr>
          <a:xfrm>
            <a:off x="734712" y="4700947"/>
            <a:ext cx="10698480" cy="12822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18" name="Text Placeholder 8">
            <a:extLst>
              <a:ext uri="{FF2B5EF4-FFF2-40B4-BE49-F238E27FC236}">
                <a16:creationId xmlns:a16="http://schemas.microsoft.com/office/drawing/2014/main" id="{02B5AAA6-9911-337F-A351-4FAF1C216480}"/>
              </a:ext>
            </a:extLst>
          </p:cNvPr>
          <p:cNvSpPr>
            <a:spLocks noGrp="1"/>
          </p:cNvSpPr>
          <p:nvPr>
            <p:ph type="body" sz="quarter" idx="29" hasCustomPrompt="1"/>
          </p:nvPr>
        </p:nvSpPr>
        <p:spPr>
          <a:xfrm>
            <a:off x="917592" y="4760112"/>
            <a:ext cx="10332720" cy="710275"/>
          </a:xfrm>
        </p:spPr>
        <p:txBody>
          <a:bodyPr lIns="0" tIns="0" rIns="0" bIns="0" anchor="b">
            <a:noAutofit/>
          </a:bodyPr>
          <a:lstStyle>
            <a:lvl1pPr marL="0" indent="0" algn="ctr">
              <a:buNone/>
              <a:defRPr sz="4400" b="0" i="0">
                <a:solidFill>
                  <a:schemeClr val="tx1"/>
                </a:solidFill>
                <a:latin typeface="Franklin Gothic Medium" panose="020B0603020102020204" pitchFamily="34" charset="0"/>
              </a:defRPr>
            </a:lvl1pPr>
          </a:lstStyle>
          <a:p>
            <a:r>
              <a:rPr lang="en-US" altLang="zh-CN"/>
              <a:t>Big Number</a:t>
            </a:r>
            <a:endParaRPr lang="zh-CN" altLang="en-US"/>
          </a:p>
        </p:txBody>
      </p:sp>
      <p:sp>
        <p:nvSpPr>
          <p:cNvPr id="19" name="Text Placeholder 7">
            <a:extLst>
              <a:ext uri="{FF2B5EF4-FFF2-40B4-BE49-F238E27FC236}">
                <a16:creationId xmlns:a16="http://schemas.microsoft.com/office/drawing/2014/main" id="{E5351D98-F3F2-5F4C-0B49-EC37AA4E6A44}"/>
              </a:ext>
            </a:extLst>
          </p:cNvPr>
          <p:cNvSpPr>
            <a:spLocks noGrp="1"/>
          </p:cNvSpPr>
          <p:nvPr>
            <p:ph type="body" sz="quarter" idx="30" hasCustomPrompt="1"/>
          </p:nvPr>
        </p:nvSpPr>
        <p:spPr>
          <a:xfrm>
            <a:off x="917592" y="5537637"/>
            <a:ext cx="10332720" cy="338477"/>
          </a:xfrm>
        </p:spPr>
        <p:txBody>
          <a:bodyPr lIns="0" tIns="0" rIns="0" bIns="0">
            <a:noAutofit/>
          </a:bodyPr>
          <a:lstStyle>
            <a:lvl1pPr marL="0" marR="0" indent="0" algn="ctr" defTabSz="914400" rtl="0" eaLnBrk="1" fontAlgn="auto" latinLnBrk="0" hangingPunct="1">
              <a:lnSpc>
                <a:spcPct val="90000"/>
              </a:lnSpc>
              <a:spcBef>
                <a:spcPts val="1000"/>
              </a:spcBef>
              <a:spcAft>
                <a:spcPts val="0"/>
              </a:spcAft>
              <a:buClr>
                <a:schemeClr val="accent1"/>
              </a:buClr>
              <a:buSzTx/>
              <a:buFont typeface="Arial" panose="020B0604020202020204" pitchFamily="34" charset="0"/>
              <a:buNone/>
              <a:tabLst/>
              <a:defRPr sz="1800" b="0" i="0">
                <a:solidFill>
                  <a:schemeClr val="tx1"/>
                </a:solidFill>
                <a:latin typeface="Franklin Gothic Book" panose="020B0503020102020204" pitchFamily="34" charset="0"/>
              </a:defRPr>
            </a:lvl1pPr>
          </a:lstStyle>
          <a:p>
            <a:r>
              <a:rPr lang="en-US" altLang="zh-CN" noProof="1"/>
              <a:t>Lorem ipsum dolor sit amet, consectetur adipiscing elit.</a:t>
            </a:r>
          </a:p>
        </p:txBody>
      </p:sp>
      <p:sp>
        <p:nvSpPr>
          <p:cNvPr id="3" name="Slide Number Placeholder 16">
            <a:extLst>
              <a:ext uri="{FF2B5EF4-FFF2-40B4-BE49-F238E27FC236}">
                <a16:creationId xmlns:a16="http://schemas.microsoft.com/office/drawing/2014/main" id="{769E2835-B91C-F3F5-8CDD-BAA2B4D57BB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BCAA68-C0E9-F148-8F46-EC0E970A461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3" name="Picture 12" descr="Central Piedmont Community College logo icon">
            <a:extLst>
              <a:ext uri="{FF2B5EF4-FFF2-40B4-BE49-F238E27FC236}">
                <a16:creationId xmlns:a16="http://schemas.microsoft.com/office/drawing/2014/main" id="{1A01F9F9-5459-03C9-072E-2409952A4D5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63601250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3 Callouts - white">
    <p:bg>
      <p:bgPr>
        <a:solidFill>
          <a:schemeClr val="bg1"/>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E9971A41-47F3-FF58-6FF1-3D7E7BF78C06}"/>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7566B53-E0FC-7790-43C9-63D1DBCBB8D4}"/>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6746F42-ACF2-5549-1ECF-84A99086372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2809" y="1697709"/>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2809" y="2784922"/>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143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1438"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20068" y="1687445"/>
            <a:ext cx="2743200" cy="685800"/>
          </a:xfrm>
        </p:spPr>
        <p:txBody>
          <a:bodyPr lIns="0" tIns="0" rIns="0" bIns="0" anchor="b"/>
          <a:lstStyle>
            <a:lvl1pPr marL="0" indent="0" algn="ctr">
              <a:buNone/>
              <a:defRPr b="0" i="0">
                <a:solidFill>
                  <a:schemeClr val="tx2"/>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20068" y="2774658"/>
            <a:ext cx="2743200" cy="2408035"/>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 name="Slide Number Placeholder 16">
            <a:extLst>
              <a:ext uri="{FF2B5EF4-FFF2-40B4-BE49-F238E27FC236}">
                <a16:creationId xmlns:a16="http://schemas.microsoft.com/office/drawing/2014/main" id="{481BA9F3-1454-FDBD-CE71-BA5C5CE6286B}"/>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414BFC-DEF7-3C45-B045-30766B98527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A2607F8-CD05-3B03-9F9F-55131F675250}"/>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5426073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 Callouts - gray">
    <p:bg>
      <p:bgPr>
        <a:solidFill>
          <a:schemeClr val="tx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4AC5B8D9-0E51-19C6-4E77-8F2FE9A076C4}"/>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54868FD-AC99-F5B2-2262-51CF56544568}"/>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1ADBDF8-2AA6-6D19-3E84-03B22DADD706}"/>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accent1"/>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013219" y="1697709"/>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13219" y="2784922"/>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bg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3" name="Slide Number Placeholder 16">
            <a:extLst>
              <a:ext uri="{FF2B5EF4-FFF2-40B4-BE49-F238E27FC236}">
                <a16:creationId xmlns:a16="http://schemas.microsoft.com/office/drawing/2014/main" id="{A68F1FAA-D544-5F06-0F6B-FCF87A6FB5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5C9547-BF9A-864E-91BA-1FA83361FB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ED986F91-61C1-1A7F-B08E-B1E78906A759}"/>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73185312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 Callouts - gold">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AE8776ED-CEEC-7EEB-EE21-92FBBBF77203}"/>
              </a:ext>
              <a:ext uri="{C183D7F6-B498-43B3-948B-1728B52AA6E4}">
                <adec:decorative xmlns:adec="http://schemas.microsoft.com/office/drawing/2017/decorative" val="1"/>
              </a:ext>
            </a:extLst>
          </p:cNvPr>
          <p:cNvSpPr/>
          <p:nvPr userDrawn="1"/>
        </p:nvSpPr>
        <p:spPr>
          <a:xfrm>
            <a:off x="599783"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2AC8DC7-01E0-5858-334D-9435E416B070}"/>
              </a:ext>
              <a:ext uri="{C183D7F6-B498-43B3-948B-1728B52AA6E4}">
                <adec:decorative xmlns:adec="http://schemas.microsoft.com/office/drawing/2017/decorative" val="1"/>
              </a:ext>
            </a:extLst>
          </p:cNvPr>
          <p:cNvSpPr/>
          <p:nvPr userDrawn="1"/>
        </p:nvSpPr>
        <p:spPr>
          <a:xfrm>
            <a:off x="439841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77192B0-B8F2-AD65-D719-C40094CFBD0D}"/>
              </a:ext>
              <a:ext uri="{C183D7F6-B498-43B3-948B-1728B52AA6E4}">
                <adec:decorative xmlns:adec="http://schemas.microsoft.com/office/drawing/2017/decorative" val="1"/>
              </a:ext>
            </a:extLst>
          </p:cNvPr>
          <p:cNvSpPr/>
          <p:nvPr userDrawn="1"/>
        </p:nvSpPr>
        <p:spPr>
          <a:xfrm>
            <a:off x="8197042" y="2434205"/>
            <a:ext cx="3389253" cy="3684385"/>
          </a:xfrm>
          <a:custGeom>
            <a:avLst/>
            <a:gdLst>
              <a:gd name="connsiteX0" fmla="*/ 0 w 3389253"/>
              <a:gd name="connsiteY0" fmla="*/ 0 h 3684385"/>
              <a:gd name="connsiteX1" fmla="*/ 3389253 w 3389253"/>
              <a:gd name="connsiteY1" fmla="*/ 0 h 3684385"/>
              <a:gd name="connsiteX2" fmla="*/ 3389253 w 3389253"/>
              <a:gd name="connsiteY2" fmla="*/ 2742249 h 3684385"/>
              <a:gd name="connsiteX3" fmla="*/ 1694627 w 3389253"/>
              <a:gd name="connsiteY3" fmla="*/ 3684385 h 3684385"/>
              <a:gd name="connsiteX4" fmla="*/ 0 w 3389253"/>
              <a:gd name="connsiteY4" fmla="*/ 2742249 h 3684385"/>
              <a:gd name="connsiteX5" fmla="*/ 0 w 3389253"/>
              <a:gd name="connsiteY5" fmla="*/ 0 h 36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9253" h="3684385">
                <a:moveTo>
                  <a:pt x="0" y="0"/>
                </a:moveTo>
                <a:lnTo>
                  <a:pt x="3389253" y="0"/>
                </a:lnTo>
                <a:lnTo>
                  <a:pt x="3389253" y="2742249"/>
                </a:lnTo>
                <a:lnTo>
                  <a:pt x="1694627" y="3684385"/>
                </a:lnTo>
                <a:lnTo>
                  <a:pt x="0" y="2742249"/>
                </a:lnTo>
                <a:lnTo>
                  <a:pt x="0" y="0"/>
                </a:lnTo>
                <a:close/>
              </a:path>
            </a:pathLst>
          </a:custGeom>
          <a:solidFill>
            <a:schemeClr val="tx2"/>
          </a:solidFill>
          <a:ln w="12690" cap="flat">
            <a:noFill/>
            <a:prstDash val="solid"/>
            <a:miter/>
          </a:ln>
        </p:spPr>
        <p:txBody>
          <a:bodyPr rtlCol="0" anchor="ctr"/>
          <a:lstStyle/>
          <a:p>
            <a:endParaRPr lang="en-US"/>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929640" y="1697709"/>
            <a:ext cx="2743200" cy="685800"/>
          </a:xfrm>
          <a:noFill/>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929640" y="2784922"/>
            <a:ext cx="2743200" cy="2408035"/>
          </a:xfrm>
          <a:noFill/>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7" name="Text Placeholder 8">
            <a:extLst>
              <a:ext uri="{FF2B5EF4-FFF2-40B4-BE49-F238E27FC236}">
                <a16:creationId xmlns:a16="http://schemas.microsoft.com/office/drawing/2014/main" id="{3E8BFECF-DBB3-813D-8D7A-939152989893}"/>
              </a:ext>
            </a:extLst>
          </p:cNvPr>
          <p:cNvSpPr>
            <a:spLocks noGrp="1"/>
          </p:cNvSpPr>
          <p:nvPr>
            <p:ph type="body" sz="quarter" idx="23" hasCustomPrompt="1"/>
          </p:nvPr>
        </p:nvSpPr>
        <p:spPr>
          <a:xfrm>
            <a:off x="472440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18" name="Text Placeholder 7">
            <a:extLst>
              <a:ext uri="{FF2B5EF4-FFF2-40B4-BE49-F238E27FC236}">
                <a16:creationId xmlns:a16="http://schemas.microsoft.com/office/drawing/2014/main" id="{A4A48BDE-6081-A189-7D82-AA7184A64B62}"/>
              </a:ext>
            </a:extLst>
          </p:cNvPr>
          <p:cNvSpPr>
            <a:spLocks noGrp="1"/>
          </p:cNvSpPr>
          <p:nvPr>
            <p:ph type="body" sz="quarter" idx="24" hasCustomPrompt="1"/>
          </p:nvPr>
        </p:nvSpPr>
        <p:spPr>
          <a:xfrm>
            <a:off x="472440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9" name="Text Placeholder 8">
            <a:extLst>
              <a:ext uri="{FF2B5EF4-FFF2-40B4-BE49-F238E27FC236}">
                <a16:creationId xmlns:a16="http://schemas.microsoft.com/office/drawing/2014/main" id="{9C4E81B2-0496-6BFA-77D2-051BAA935283}"/>
              </a:ext>
            </a:extLst>
          </p:cNvPr>
          <p:cNvSpPr>
            <a:spLocks noGrp="1"/>
          </p:cNvSpPr>
          <p:nvPr>
            <p:ph type="body" sz="quarter" idx="25" hasCustomPrompt="1"/>
          </p:nvPr>
        </p:nvSpPr>
        <p:spPr>
          <a:xfrm>
            <a:off x="8519160" y="1687445"/>
            <a:ext cx="2743200" cy="685800"/>
          </a:xfrm>
        </p:spPr>
        <p:txBody>
          <a:bodyPr lIns="0" tIns="0" rIns="0" bIns="0" anchor="b"/>
          <a:lstStyle>
            <a:lvl1pPr marL="0" indent="0" algn="ctr">
              <a:buNone/>
              <a:defRPr b="0" i="0">
                <a:solidFill>
                  <a:schemeClr val="tx1"/>
                </a:solidFill>
                <a:latin typeface="Franklin Gothic Medium" panose="020B0603020102020204" pitchFamily="34" charset="0"/>
              </a:defRPr>
            </a:lvl1pPr>
          </a:lstStyle>
          <a:p>
            <a:r>
              <a:rPr lang="en-US" altLang="zh-CN"/>
              <a:t>Item title</a:t>
            </a:r>
            <a:endParaRPr lang="zh-CN" altLang="en-US"/>
          </a:p>
        </p:txBody>
      </p:sp>
      <p:sp>
        <p:nvSpPr>
          <p:cNvPr id="20" name="Text Placeholder 7">
            <a:extLst>
              <a:ext uri="{FF2B5EF4-FFF2-40B4-BE49-F238E27FC236}">
                <a16:creationId xmlns:a16="http://schemas.microsoft.com/office/drawing/2014/main" id="{DC7CFDA2-4E8D-FDD4-CF8F-C9B020095751}"/>
              </a:ext>
            </a:extLst>
          </p:cNvPr>
          <p:cNvSpPr>
            <a:spLocks noGrp="1"/>
          </p:cNvSpPr>
          <p:nvPr>
            <p:ph type="body" sz="quarter" idx="26" hasCustomPrompt="1"/>
          </p:nvPr>
        </p:nvSpPr>
        <p:spPr>
          <a:xfrm>
            <a:off x="8519160" y="2774658"/>
            <a:ext cx="2743200" cy="2408035"/>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5" name="Slide Number Placeholder 16">
            <a:extLst>
              <a:ext uri="{FF2B5EF4-FFF2-40B4-BE49-F238E27FC236}">
                <a16:creationId xmlns:a16="http://schemas.microsoft.com/office/drawing/2014/main" id="{15063D20-9757-EA4B-B59D-B6FB2F0A5C1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1FE54C9-9DDF-BC43-9B32-DBD56081970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AEA7B5B6-ABCC-6805-D780-BEE1C51DD5A0}"/>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74333796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allouts B - white opt 1">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7"/>
            <a:ext cx="2834640" cy="3657600"/>
          </a:xfrm>
        </p:spPr>
        <p:txBody>
          <a:bodyPr>
            <a:noAutofit/>
          </a:bodyPr>
          <a:lstStyle>
            <a:lvl1pPr marL="0" indent="0" algn="l">
              <a:buClr>
                <a:schemeClr val="tx1"/>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rgbClr val="E0D7AE"/>
              </a:buClr>
              <a:buFont typeface="Arial" panose="020B0604020202020204" pitchFamily="34" charset="0"/>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EC6B4077-86F5-FE4B-96B9-2F6BDAE2BA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91FB6AC-9C04-C340-8882-9ED2A775818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B0FDE534-724C-12F3-35E1-9A8AAF42F337}"/>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5920474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 Callouts B - white opt 2">
    <p:bg>
      <p:bgPr>
        <a:solidFill>
          <a:schemeClr val="bg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bg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2"/>
              </a:buClr>
              <a:buFont typeface="Arial" panose="020B0604020202020204" pitchFamily="34" charset="0"/>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D2E6F8A-B949-DD47-B429-9C599BA98E8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6684547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 Callouts B - gray">
    <p:bg>
      <p:bgPr>
        <a:solidFill>
          <a:schemeClr val="tx2"/>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1"/>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Clr>
                <a:schemeClr val="tx1"/>
              </a:buClr>
              <a:buFontTx/>
              <a:buNone/>
              <a:defRPr sz="1800" b="0" i="0">
                <a:solidFill>
                  <a:schemeClr val="tx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0" name="Slide Number Placeholder 16">
            <a:extLst>
              <a:ext uri="{FF2B5EF4-FFF2-40B4-BE49-F238E27FC236}">
                <a16:creationId xmlns:a16="http://schemas.microsoft.com/office/drawing/2014/main" id="{857308AA-D377-526A-0A09-E10E928AD1C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24595F-9351-4B4A-9AEB-05356D889A8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11" name="Picture 10" descr="Central Piedmont Community College logo icon">
            <a:extLst>
              <a:ext uri="{FF2B5EF4-FFF2-40B4-BE49-F238E27FC236}">
                <a16:creationId xmlns:a16="http://schemas.microsoft.com/office/drawing/2014/main" id="{C5DF62A2-17B5-8C43-23E5-DF4C607DA65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4353266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 Callouts B - gold">
    <p:bg>
      <p:bgPr>
        <a:solidFill>
          <a:schemeClr val="accent1"/>
        </a:solidFill>
        <a:effectLst/>
      </p:bgPr>
    </p:bg>
    <p:spTree>
      <p:nvGrpSpPr>
        <p:cNvPr id="1" name=""/>
        <p:cNvGrpSpPr/>
        <p:nvPr/>
      </p:nvGrpSpPr>
      <p:grpSpPr>
        <a:xfrm>
          <a:off x="0" y="0"/>
          <a:ext cx="0" cy="0"/>
          <a:chOff x="0" y="0"/>
          <a:chExt cx="0" cy="0"/>
        </a:xfrm>
      </p:grpSpPr>
      <p:sp>
        <p:nvSpPr>
          <p:cNvPr id="8" name="Round Same Side Corner Rectangle 7">
            <a:extLst>
              <a:ext uri="{FF2B5EF4-FFF2-40B4-BE49-F238E27FC236}">
                <a16:creationId xmlns:a16="http://schemas.microsoft.com/office/drawing/2014/main" id="{402A8394-BC0B-7AA8-2668-04E3898CDBCA}"/>
              </a:ext>
              <a:ext uri="{C183D7F6-B498-43B3-948B-1728B52AA6E4}">
                <adec:decorative xmlns:adec="http://schemas.microsoft.com/office/drawing/2017/decorative" val="1"/>
              </a:ext>
            </a:extLst>
          </p:cNvPr>
          <p:cNvSpPr/>
          <p:nvPr userDrawn="1"/>
        </p:nvSpPr>
        <p:spPr>
          <a:xfrm rot="10800000">
            <a:off x="731520"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a:extLst>
              <a:ext uri="{FF2B5EF4-FFF2-40B4-BE49-F238E27FC236}">
                <a16:creationId xmlns:a16="http://schemas.microsoft.com/office/drawing/2014/main" id="{1000034D-0134-B017-D785-B24642E6840D}"/>
              </a:ext>
              <a:ext uri="{C183D7F6-B498-43B3-948B-1728B52AA6E4}">
                <adec:decorative xmlns:adec="http://schemas.microsoft.com/office/drawing/2017/decorative" val="1"/>
              </a:ext>
            </a:extLst>
          </p:cNvPr>
          <p:cNvSpPr/>
          <p:nvPr userDrawn="1"/>
        </p:nvSpPr>
        <p:spPr>
          <a:xfrm rot="10800000">
            <a:off x="1828800"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Round Same Side Corner Rectangle 1">
            <a:extLst>
              <a:ext uri="{FF2B5EF4-FFF2-40B4-BE49-F238E27FC236}">
                <a16:creationId xmlns:a16="http://schemas.microsoft.com/office/drawing/2014/main" id="{9254C962-5396-34DA-8C75-9C1D38010D72}"/>
              </a:ext>
              <a:ext uri="{C183D7F6-B498-43B3-948B-1728B52AA6E4}">
                <adec:decorative xmlns:adec="http://schemas.microsoft.com/office/drawing/2017/decorative" val="1"/>
              </a:ext>
            </a:extLst>
          </p:cNvPr>
          <p:cNvSpPr/>
          <p:nvPr userDrawn="1"/>
        </p:nvSpPr>
        <p:spPr>
          <a:xfrm rot="10800000">
            <a:off x="4389119" y="1828800"/>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5486398" y="1188720"/>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Round Same Side Corner Rectangle 12">
            <a:extLst>
              <a:ext uri="{FF2B5EF4-FFF2-40B4-BE49-F238E27FC236}">
                <a16:creationId xmlns:a16="http://schemas.microsoft.com/office/drawing/2014/main" id="{D4DDCC9C-9547-CF3E-F105-C3C3BECC96A1}"/>
              </a:ext>
              <a:ext uri="{C183D7F6-B498-43B3-948B-1728B52AA6E4}">
                <adec:decorative xmlns:adec="http://schemas.microsoft.com/office/drawing/2017/decorative" val="1"/>
              </a:ext>
            </a:extLst>
          </p:cNvPr>
          <p:cNvSpPr/>
          <p:nvPr userDrawn="1"/>
        </p:nvSpPr>
        <p:spPr>
          <a:xfrm rot="10800000">
            <a:off x="8052956" y="1828799"/>
            <a:ext cx="3383280" cy="4297680"/>
          </a:xfrm>
          <a:prstGeom prst="round2SameRect">
            <a:avLst>
              <a:gd name="adj1" fmla="val 10217"/>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Same Side Corner Rectangle 13">
            <a:extLst>
              <a:ext uri="{FF2B5EF4-FFF2-40B4-BE49-F238E27FC236}">
                <a16:creationId xmlns:a16="http://schemas.microsoft.com/office/drawing/2014/main" id="{9E656CEF-0240-337F-0534-F1E45E31A228}"/>
              </a:ext>
              <a:ext uri="{C183D7F6-B498-43B3-948B-1728B52AA6E4}">
                <adec:decorative xmlns:adec="http://schemas.microsoft.com/office/drawing/2017/decorative" val="1"/>
              </a:ext>
            </a:extLst>
          </p:cNvPr>
          <p:cNvSpPr/>
          <p:nvPr userDrawn="1"/>
        </p:nvSpPr>
        <p:spPr>
          <a:xfrm rot="10800000">
            <a:off x="9150236" y="1188719"/>
            <a:ext cx="1188720" cy="91440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4" name="Text Placeholder 8">
            <a:extLst>
              <a:ext uri="{FF2B5EF4-FFF2-40B4-BE49-F238E27FC236}">
                <a16:creationId xmlns:a16="http://schemas.microsoft.com/office/drawing/2014/main" id="{C67A85F2-9B46-0DA4-36E9-E15CA9B4A183}"/>
              </a:ext>
            </a:extLst>
          </p:cNvPr>
          <p:cNvSpPr>
            <a:spLocks noGrp="1"/>
          </p:cNvSpPr>
          <p:nvPr>
            <p:ph type="body" sz="quarter" idx="22" hasCustomPrompt="1"/>
          </p:nvPr>
        </p:nvSpPr>
        <p:spPr>
          <a:xfrm>
            <a:off x="1874519"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6" name="Text Placeholder 7">
            <a:extLst>
              <a:ext uri="{FF2B5EF4-FFF2-40B4-BE49-F238E27FC236}">
                <a16:creationId xmlns:a16="http://schemas.microsoft.com/office/drawing/2014/main" id="{FE59A6D2-2EE5-0AED-1A46-059AA17181A2}"/>
              </a:ext>
            </a:extLst>
          </p:cNvPr>
          <p:cNvSpPr>
            <a:spLocks noGrp="1"/>
          </p:cNvSpPr>
          <p:nvPr>
            <p:ph type="body" sz="quarter" idx="21" hasCustomPrompt="1"/>
          </p:nvPr>
        </p:nvSpPr>
        <p:spPr>
          <a:xfrm>
            <a:off x="1005839"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5532118" y="1280160"/>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16" name="Text Placeholder 7">
            <a:extLst>
              <a:ext uri="{FF2B5EF4-FFF2-40B4-BE49-F238E27FC236}">
                <a16:creationId xmlns:a16="http://schemas.microsoft.com/office/drawing/2014/main" id="{A31A2370-08E0-6F1B-4BB0-A767CCF162B0}"/>
              </a:ext>
            </a:extLst>
          </p:cNvPr>
          <p:cNvSpPr>
            <a:spLocks noGrp="1"/>
          </p:cNvSpPr>
          <p:nvPr>
            <p:ph type="body" sz="quarter" idx="24" hasCustomPrompt="1"/>
          </p:nvPr>
        </p:nvSpPr>
        <p:spPr>
          <a:xfrm>
            <a:off x="4663438" y="2285999"/>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21" name="Text Placeholder 8">
            <a:extLst>
              <a:ext uri="{FF2B5EF4-FFF2-40B4-BE49-F238E27FC236}">
                <a16:creationId xmlns:a16="http://schemas.microsoft.com/office/drawing/2014/main" id="{3AD17929-1F3F-CE9D-E97F-9C10FF499783}"/>
              </a:ext>
            </a:extLst>
          </p:cNvPr>
          <p:cNvSpPr>
            <a:spLocks noGrp="1"/>
          </p:cNvSpPr>
          <p:nvPr>
            <p:ph type="body" sz="quarter" idx="25" hasCustomPrompt="1"/>
          </p:nvPr>
        </p:nvSpPr>
        <p:spPr>
          <a:xfrm>
            <a:off x="9195956" y="1280158"/>
            <a:ext cx="1097280" cy="731520"/>
          </a:xfrm>
        </p:spPr>
        <p:txBody>
          <a:bodyPr lIns="0" tIns="0" rIns="0" bIns="0" anchor="ctr" anchorCtr="0"/>
          <a:lstStyle>
            <a:lvl1pPr marL="0" indent="0" algn="ctr">
              <a:buNone/>
              <a:defRPr b="0" i="0">
                <a:solidFill>
                  <a:schemeClr val="tx2"/>
                </a:solidFill>
                <a:latin typeface="Franklin Gothic Medium" panose="020B0603020102020204" pitchFamily="34" charset="0"/>
              </a:defRPr>
            </a:lvl1pPr>
          </a:lstStyle>
          <a:p>
            <a:r>
              <a:rPr lang="en-US" altLang="zh-CN"/>
              <a:t>Item</a:t>
            </a:r>
            <a:endParaRPr lang="zh-CN" altLang="en-US"/>
          </a:p>
        </p:txBody>
      </p:sp>
      <p:sp>
        <p:nvSpPr>
          <p:cNvPr id="22" name="Text Placeholder 7">
            <a:extLst>
              <a:ext uri="{FF2B5EF4-FFF2-40B4-BE49-F238E27FC236}">
                <a16:creationId xmlns:a16="http://schemas.microsoft.com/office/drawing/2014/main" id="{302EEEC3-A295-AEB6-A07F-D9A976418089}"/>
              </a:ext>
            </a:extLst>
          </p:cNvPr>
          <p:cNvSpPr>
            <a:spLocks noGrp="1"/>
          </p:cNvSpPr>
          <p:nvPr>
            <p:ph type="body" sz="quarter" idx="26" hasCustomPrompt="1"/>
          </p:nvPr>
        </p:nvSpPr>
        <p:spPr>
          <a:xfrm>
            <a:off x="8327276" y="2285997"/>
            <a:ext cx="2834640" cy="3657600"/>
          </a:xfrm>
        </p:spPr>
        <p:txBody>
          <a:bodyPr>
            <a:noAutofit/>
          </a:bodyPr>
          <a:lstStyle>
            <a:lvl1pPr marL="0" indent="0" algn="l">
              <a:buNone/>
              <a:defRPr sz="1800" b="0" i="0">
                <a:solidFill>
                  <a:schemeClr val="bg1"/>
                </a:solidFill>
                <a:latin typeface="Franklin Gothic Book" panose="020B0503020102020204" pitchFamily="34" charset="0"/>
              </a:defRPr>
            </a:lvl1pPr>
          </a:lstStyle>
          <a:p>
            <a:r>
              <a:rPr lang="en-US" altLang="zh-CN" noProof="1"/>
              <a:t>Lorem ipsum dolor sit amet, consectetur adipiscing elit. Mauris fringilla, nibh sit amet mollis porttitor, est ante lobortis neque, eget molestie elit est eu ante.</a:t>
            </a:r>
          </a:p>
        </p:txBody>
      </p:sp>
      <p:sp>
        <p:nvSpPr>
          <p:cNvPr id="11" name="Slide Number Placeholder 16">
            <a:extLst>
              <a:ext uri="{FF2B5EF4-FFF2-40B4-BE49-F238E27FC236}">
                <a16:creationId xmlns:a16="http://schemas.microsoft.com/office/drawing/2014/main" id="{1457223C-4C17-31C9-5710-508DA7A0836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8BC603C-79DD-4F43-9C95-C69D216327F1}"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6DA74051-2A1D-4E08-E036-F2E3F71624E1}"/>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00373755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Objectives - white opt 1">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308E9D-F830-1F43-96A9-B3210FACF2C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2905346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Objectives - white opt 2">
    <p:bg>
      <p:bgPr>
        <a:solidFill>
          <a:schemeClr val="bg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2"/>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3" name="Slide Number Placeholder 16">
            <a:extLst>
              <a:ext uri="{FF2B5EF4-FFF2-40B4-BE49-F238E27FC236}">
                <a16:creationId xmlns:a16="http://schemas.microsoft.com/office/drawing/2014/main" id="{79349723-06D5-E52C-6B10-B680336E683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F7872BC-9D10-F34B-9327-B209F0A53E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24" name="Picture 23" descr="Central Piedmont Community College logo icon">
            <a:extLst>
              <a:ext uri="{FF2B5EF4-FFF2-40B4-BE49-F238E27FC236}">
                <a16:creationId xmlns:a16="http://schemas.microsoft.com/office/drawing/2014/main" id="{CD25D0B4-4EAE-F397-1CFF-5D66F2405CD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42572593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bjectives - gray">
    <p:bg>
      <p:bgPr>
        <a:solidFill>
          <a:schemeClr val="tx2"/>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bg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tx2"/>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 name="Slide Number Placeholder 16">
            <a:extLst>
              <a:ext uri="{FF2B5EF4-FFF2-40B4-BE49-F238E27FC236}">
                <a16:creationId xmlns:a16="http://schemas.microsoft.com/office/drawing/2014/main" id="{43DD13CD-16BD-F5AC-A0E1-113CD4723F9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11B0DE2-A4B2-D74C-9E0C-C57923142C20}"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CF2B73DA-0165-B7E5-4F5F-069FAAA25DF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2121996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Objectives - gold">
    <p:bg>
      <p:bgPr>
        <a:solidFill>
          <a:schemeClr val="accent1"/>
        </a:solidFill>
        <a:effectLst/>
      </p:bgPr>
    </p:bg>
    <p:spTree>
      <p:nvGrpSpPr>
        <p:cNvPr id="1" name=""/>
        <p:cNvGrpSpPr/>
        <p:nvPr/>
      </p:nvGrpSpPr>
      <p:grpSpPr>
        <a:xfrm>
          <a:off x="0" y="0"/>
          <a:ext cx="0" cy="0"/>
          <a:chOff x="0" y="0"/>
          <a:chExt cx="0" cy="0"/>
        </a:xfrm>
      </p:grpSpPr>
      <p:sp>
        <p:nvSpPr>
          <p:cNvPr id="31" name="Title 9">
            <a:extLst>
              <a:ext uri="{FF2B5EF4-FFF2-40B4-BE49-F238E27FC236}">
                <a16:creationId xmlns:a16="http://schemas.microsoft.com/office/drawing/2014/main" id="{080D423C-AFA6-6872-6D6E-237C95218BF8}"/>
              </a:ext>
            </a:extLst>
          </p:cNvPr>
          <p:cNvSpPr>
            <a:spLocks noGrp="1"/>
          </p:cNvSpPr>
          <p:nvPr>
            <p:ph type="title" hasCustomPrompt="1"/>
          </p:nvPr>
        </p:nvSpPr>
        <p:spPr>
          <a:xfrm>
            <a:off x="731520" y="457200"/>
            <a:ext cx="10698480" cy="640080"/>
          </a:xfrm>
        </p:spPr>
        <p:txBody>
          <a:bodyPr anchor="ctr" anchorCtr="0"/>
          <a:lstStyle>
            <a:lvl1pPr>
              <a:defRPr>
                <a:solidFill>
                  <a:schemeClr val="tx1"/>
                </a:solidFill>
              </a:defRPr>
            </a:lvl1pPr>
          </a:lstStyle>
          <a:p>
            <a:r>
              <a:rPr lang="en-US" altLang="zh-CN" noProof="0"/>
              <a:t>Click to edit title</a:t>
            </a:r>
            <a:endParaRPr lang="zh-CN" altLang="en-US"/>
          </a:p>
        </p:txBody>
      </p:sp>
      <p:sp>
        <p:nvSpPr>
          <p:cNvPr id="7" name="Round Same Side Corner Rectangle 6">
            <a:extLst>
              <a:ext uri="{FF2B5EF4-FFF2-40B4-BE49-F238E27FC236}">
                <a16:creationId xmlns:a16="http://schemas.microsoft.com/office/drawing/2014/main" id="{C276BB03-F56A-F239-CCA3-6714A813D738}"/>
              </a:ext>
              <a:ext uri="{C183D7F6-B498-43B3-948B-1728B52AA6E4}">
                <adec:decorative xmlns:adec="http://schemas.microsoft.com/office/drawing/2017/decorative" val="1"/>
              </a:ext>
            </a:extLst>
          </p:cNvPr>
          <p:cNvSpPr/>
          <p:nvPr userDrawn="1"/>
        </p:nvSpPr>
        <p:spPr>
          <a:xfrm rot="10800000">
            <a:off x="734425" y="1280161"/>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5" name="Text Placeholder 8">
            <a:extLst>
              <a:ext uri="{FF2B5EF4-FFF2-40B4-BE49-F238E27FC236}">
                <a16:creationId xmlns:a16="http://schemas.microsoft.com/office/drawing/2014/main" id="{806F8C90-6DEB-2D94-34A0-D5D8190CB210}"/>
              </a:ext>
            </a:extLst>
          </p:cNvPr>
          <p:cNvSpPr>
            <a:spLocks noGrp="1"/>
          </p:cNvSpPr>
          <p:nvPr>
            <p:ph type="body" sz="quarter" idx="23" hasCustomPrompt="1"/>
          </p:nvPr>
        </p:nvSpPr>
        <p:spPr>
          <a:xfrm>
            <a:off x="960120" y="1417320"/>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0" name="Arrow: Right 3" descr="Arrow pointing right">
            <a:extLst>
              <a:ext uri="{FF2B5EF4-FFF2-40B4-BE49-F238E27FC236}">
                <a16:creationId xmlns:a16="http://schemas.microsoft.com/office/drawing/2014/main" id="{9E3A4A40-A79B-9CCF-7C59-E6975E464306}"/>
              </a:ext>
            </a:extLst>
          </p:cNvPr>
          <p:cNvSpPr/>
          <p:nvPr userDrawn="1"/>
        </p:nvSpPr>
        <p:spPr>
          <a:xfrm>
            <a:off x="5577840" y="1600200"/>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Same Side Corner Rectangle 10">
            <a:extLst>
              <a:ext uri="{FF2B5EF4-FFF2-40B4-BE49-F238E27FC236}">
                <a16:creationId xmlns:a16="http://schemas.microsoft.com/office/drawing/2014/main" id="{3C22F2FC-3606-5030-B64D-09F6F07ED399}"/>
              </a:ext>
              <a:ext uri="{C183D7F6-B498-43B3-948B-1728B52AA6E4}">
                <adec:decorative xmlns:adec="http://schemas.microsoft.com/office/drawing/2017/decorative" val="1"/>
              </a:ext>
            </a:extLst>
          </p:cNvPr>
          <p:cNvSpPr/>
          <p:nvPr userDrawn="1"/>
        </p:nvSpPr>
        <p:spPr>
          <a:xfrm rot="10800000">
            <a:off x="6903720" y="1280160"/>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Text Placeholder 8">
            <a:extLst>
              <a:ext uri="{FF2B5EF4-FFF2-40B4-BE49-F238E27FC236}">
                <a16:creationId xmlns:a16="http://schemas.microsoft.com/office/drawing/2014/main" id="{84CB9B01-55E5-3FA1-8ACC-9B0D07500D3B}"/>
              </a:ext>
            </a:extLst>
          </p:cNvPr>
          <p:cNvSpPr>
            <a:spLocks noGrp="1"/>
          </p:cNvSpPr>
          <p:nvPr>
            <p:ph type="body" sz="quarter" idx="27" hasCustomPrompt="1"/>
          </p:nvPr>
        </p:nvSpPr>
        <p:spPr>
          <a:xfrm>
            <a:off x="7132320" y="1417320"/>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17" name="Round Same Side Corner Rectangle 16">
            <a:extLst>
              <a:ext uri="{FF2B5EF4-FFF2-40B4-BE49-F238E27FC236}">
                <a16:creationId xmlns:a16="http://schemas.microsoft.com/office/drawing/2014/main" id="{F4BAE8EF-E94F-6374-45FE-979D8C1D62E0}"/>
              </a:ext>
              <a:ext uri="{C183D7F6-B498-43B3-948B-1728B52AA6E4}">
                <adec:decorative xmlns:adec="http://schemas.microsoft.com/office/drawing/2017/decorative" val="1"/>
              </a:ext>
            </a:extLst>
          </p:cNvPr>
          <p:cNvSpPr/>
          <p:nvPr userDrawn="1"/>
        </p:nvSpPr>
        <p:spPr>
          <a:xfrm rot="10800000">
            <a:off x="731520" y="2540225"/>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9" name="Text Placeholder 8">
            <a:extLst>
              <a:ext uri="{FF2B5EF4-FFF2-40B4-BE49-F238E27FC236}">
                <a16:creationId xmlns:a16="http://schemas.microsoft.com/office/drawing/2014/main" id="{5EC3DA3A-AB63-0E09-109D-9520CC177545}"/>
              </a:ext>
            </a:extLst>
          </p:cNvPr>
          <p:cNvSpPr>
            <a:spLocks noGrp="1"/>
          </p:cNvSpPr>
          <p:nvPr>
            <p:ph type="body" sz="quarter" idx="28" hasCustomPrompt="1"/>
          </p:nvPr>
        </p:nvSpPr>
        <p:spPr>
          <a:xfrm>
            <a:off x="960120" y="2677385"/>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18" name="Arrow: Right 3" descr="Arrow pointing right">
            <a:extLst>
              <a:ext uri="{FF2B5EF4-FFF2-40B4-BE49-F238E27FC236}">
                <a16:creationId xmlns:a16="http://schemas.microsoft.com/office/drawing/2014/main" id="{F5590762-8A0B-B9E3-DBD7-5E9D80573176}"/>
              </a:ext>
            </a:extLst>
          </p:cNvPr>
          <p:cNvSpPr/>
          <p:nvPr userDrawn="1"/>
        </p:nvSpPr>
        <p:spPr>
          <a:xfrm>
            <a:off x="5604564" y="2860265"/>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Same Side Corner Rectangle 19">
            <a:extLst>
              <a:ext uri="{FF2B5EF4-FFF2-40B4-BE49-F238E27FC236}">
                <a16:creationId xmlns:a16="http://schemas.microsoft.com/office/drawing/2014/main" id="{FA0B2CD9-02B0-A5B6-696A-7B8A470508F1}"/>
              </a:ext>
              <a:ext uri="{C183D7F6-B498-43B3-948B-1728B52AA6E4}">
                <adec:decorative xmlns:adec="http://schemas.microsoft.com/office/drawing/2017/decorative" val="1"/>
              </a:ext>
            </a:extLst>
          </p:cNvPr>
          <p:cNvSpPr/>
          <p:nvPr userDrawn="1"/>
        </p:nvSpPr>
        <p:spPr>
          <a:xfrm rot="10800000">
            <a:off x="6903720" y="2540225"/>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5" name="Text Placeholder 8">
            <a:extLst>
              <a:ext uri="{FF2B5EF4-FFF2-40B4-BE49-F238E27FC236}">
                <a16:creationId xmlns:a16="http://schemas.microsoft.com/office/drawing/2014/main" id="{543F6868-CF98-5445-B7EF-2B3CEEE37F25}"/>
              </a:ext>
            </a:extLst>
          </p:cNvPr>
          <p:cNvSpPr>
            <a:spLocks noGrp="1"/>
          </p:cNvSpPr>
          <p:nvPr>
            <p:ph type="body" sz="quarter" idx="29" hasCustomPrompt="1"/>
          </p:nvPr>
        </p:nvSpPr>
        <p:spPr>
          <a:xfrm>
            <a:off x="7132320" y="2677385"/>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26" name="Round Same Side Corner Rectangle 25">
            <a:extLst>
              <a:ext uri="{FF2B5EF4-FFF2-40B4-BE49-F238E27FC236}">
                <a16:creationId xmlns:a16="http://schemas.microsoft.com/office/drawing/2014/main" id="{22E4FEDD-2FF4-3AA3-729C-142DC465DBD2}"/>
              </a:ext>
              <a:ext uri="{C183D7F6-B498-43B3-948B-1728B52AA6E4}">
                <adec:decorative xmlns:adec="http://schemas.microsoft.com/office/drawing/2017/decorative" val="1"/>
              </a:ext>
            </a:extLst>
          </p:cNvPr>
          <p:cNvSpPr/>
          <p:nvPr userDrawn="1"/>
        </p:nvSpPr>
        <p:spPr>
          <a:xfrm rot="10800000">
            <a:off x="731520" y="3800288"/>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8" name="Text Placeholder 8">
            <a:extLst>
              <a:ext uri="{FF2B5EF4-FFF2-40B4-BE49-F238E27FC236}">
                <a16:creationId xmlns:a16="http://schemas.microsoft.com/office/drawing/2014/main" id="{5B07C1B1-D0AC-D68D-CFBB-F29A34996314}"/>
              </a:ext>
            </a:extLst>
          </p:cNvPr>
          <p:cNvSpPr>
            <a:spLocks noGrp="1"/>
          </p:cNvSpPr>
          <p:nvPr>
            <p:ph type="body" sz="quarter" idx="30" hasCustomPrompt="1"/>
          </p:nvPr>
        </p:nvSpPr>
        <p:spPr>
          <a:xfrm>
            <a:off x="960120" y="3937448"/>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27" name="Arrow: Right 3" descr="Arrow pointing right">
            <a:extLst>
              <a:ext uri="{FF2B5EF4-FFF2-40B4-BE49-F238E27FC236}">
                <a16:creationId xmlns:a16="http://schemas.microsoft.com/office/drawing/2014/main" id="{090E2B57-2F29-EFD1-EBE8-C7B22CE4EDE4}"/>
              </a:ext>
            </a:extLst>
          </p:cNvPr>
          <p:cNvSpPr/>
          <p:nvPr userDrawn="1"/>
        </p:nvSpPr>
        <p:spPr>
          <a:xfrm>
            <a:off x="5604564" y="4120328"/>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Same Side Corner Rectangle 28">
            <a:extLst>
              <a:ext uri="{FF2B5EF4-FFF2-40B4-BE49-F238E27FC236}">
                <a16:creationId xmlns:a16="http://schemas.microsoft.com/office/drawing/2014/main" id="{3E77B77A-21E0-946B-C374-D6CFB893A756}"/>
              </a:ext>
              <a:ext uri="{C183D7F6-B498-43B3-948B-1728B52AA6E4}">
                <adec:decorative xmlns:adec="http://schemas.microsoft.com/office/drawing/2017/decorative" val="1"/>
              </a:ext>
            </a:extLst>
          </p:cNvPr>
          <p:cNvSpPr/>
          <p:nvPr userDrawn="1"/>
        </p:nvSpPr>
        <p:spPr>
          <a:xfrm rot="10800000">
            <a:off x="6903720" y="3800288"/>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Text Placeholder 8">
            <a:extLst>
              <a:ext uri="{FF2B5EF4-FFF2-40B4-BE49-F238E27FC236}">
                <a16:creationId xmlns:a16="http://schemas.microsoft.com/office/drawing/2014/main" id="{A9BDB45F-C88A-87CA-0C92-B4514974D83C}"/>
              </a:ext>
            </a:extLst>
          </p:cNvPr>
          <p:cNvSpPr>
            <a:spLocks noGrp="1"/>
          </p:cNvSpPr>
          <p:nvPr>
            <p:ph type="body" sz="quarter" idx="31" hasCustomPrompt="1"/>
          </p:nvPr>
        </p:nvSpPr>
        <p:spPr>
          <a:xfrm>
            <a:off x="7132320" y="3937448"/>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32" name="Round Same Side Corner Rectangle 31">
            <a:extLst>
              <a:ext uri="{FF2B5EF4-FFF2-40B4-BE49-F238E27FC236}">
                <a16:creationId xmlns:a16="http://schemas.microsoft.com/office/drawing/2014/main" id="{A44C06C7-B56B-48EF-C576-A097869AF445}"/>
              </a:ext>
              <a:ext uri="{C183D7F6-B498-43B3-948B-1728B52AA6E4}">
                <adec:decorative xmlns:adec="http://schemas.microsoft.com/office/drawing/2017/decorative" val="1"/>
              </a:ext>
            </a:extLst>
          </p:cNvPr>
          <p:cNvSpPr/>
          <p:nvPr userDrawn="1"/>
        </p:nvSpPr>
        <p:spPr>
          <a:xfrm rot="10800000">
            <a:off x="731520" y="5060352"/>
            <a:ext cx="4568898" cy="1097280"/>
          </a:xfrm>
          <a:prstGeom prst="round2SameRect">
            <a:avLst>
              <a:gd name="adj1" fmla="val 22349"/>
              <a:gd name="adj2"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Text Placeholder 8">
            <a:extLst>
              <a:ext uri="{FF2B5EF4-FFF2-40B4-BE49-F238E27FC236}">
                <a16:creationId xmlns:a16="http://schemas.microsoft.com/office/drawing/2014/main" id="{F897BE49-A211-ACC6-08C4-7C38DD010986}"/>
              </a:ext>
            </a:extLst>
          </p:cNvPr>
          <p:cNvSpPr>
            <a:spLocks noGrp="1"/>
          </p:cNvSpPr>
          <p:nvPr>
            <p:ph type="body" sz="quarter" idx="32" hasCustomPrompt="1"/>
          </p:nvPr>
        </p:nvSpPr>
        <p:spPr>
          <a:xfrm>
            <a:off x="960120" y="5197512"/>
            <a:ext cx="4114800" cy="822960"/>
          </a:xfrm>
        </p:spPr>
        <p:txBody>
          <a:bodyPr lIns="0" tIns="0" rIns="0" bIns="0" anchor="ctr" anchorCtr="0">
            <a:normAutofit/>
          </a:bodyPr>
          <a:lstStyle>
            <a:lvl1pPr marL="0" indent="0" algn="l">
              <a:buNone/>
              <a:defRPr sz="1800" b="0" i="0">
                <a:solidFill>
                  <a:schemeClr val="bg1"/>
                </a:solidFill>
                <a:latin typeface="Franklin Gothic Medium" panose="020B0603020102020204" pitchFamily="34" charset="0"/>
              </a:defRPr>
            </a:lvl1pPr>
          </a:lstStyle>
          <a:p>
            <a:r>
              <a:rPr lang="en-US" altLang="zh-CN"/>
              <a:t>Objective</a:t>
            </a:r>
            <a:endParaRPr lang="zh-CN" altLang="en-US"/>
          </a:p>
        </p:txBody>
      </p:sp>
      <p:sp>
        <p:nvSpPr>
          <p:cNvPr id="33" name="Arrow: Right 3" descr="Arrow pointing right">
            <a:extLst>
              <a:ext uri="{FF2B5EF4-FFF2-40B4-BE49-F238E27FC236}">
                <a16:creationId xmlns:a16="http://schemas.microsoft.com/office/drawing/2014/main" id="{B3DEC056-4CCE-5A6A-B3A0-AFC3DC3833A0}"/>
              </a:ext>
            </a:extLst>
          </p:cNvPr>
          <p:cNvSpPr/>
          <p:nvPr userDrawn="1"/>
        </p:nvSpPr>
        <p:spPr>
          <a:xfrm>
            <a:off x="5604564" y="5380392"/>
            <a:ext cx="1097280" cy="457200"/>
          </a:xfrm>
          <a:prstGeom prst="rightArrow">
            <a:avLst/>
          </a:prstGeom>
          <a:solidFill>
            <a:srgbClr val="E0D7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Same Side Corner Rectangle 34">
            <a:extLst>
              <a:ext uri="{FF2B5EF4-FFF2-40B4-BE49-F238E27FC236}">
                <a16:creationId xmlns:a16="http://schemas.microsoft.com/office/drawing/2014/main" id="{C4C4C883-D285-0617-D996-C5EE219092DD}"/>
              </a:ext>
              <a:ext uri="{C183D7F6-B498-43B3-948B-1728B52AA6E4}">
                <adec:decorative xmlns:adec="http://schemas.microsoft.com/office/drawing/2017/decorative" val="1"/>
              </a:ext>
            </a:extLst>
          </p:cNvPr>
          <p:cNvSpPr/>
          <p:nvPr userDrawn="1"/>
        </p:nvSpPr>
        <p:spPr>
          <a:xfrm rot="10800000">
            <a:off x="6903720" y="5060352"/>
            <a:ext cx="4568898" cy="1097280"/>
          </a:xfrm>
          <a:prstGeom prst="round2SameRect">
            <a:avLst>
              <a:gd name="adj1" fmla="val 2234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Text Placeholder 8">
            <a:extLst>
              <a:ext uri="{FF2B5EF4-FFF2-40B4-BE49-F238E27FC236}">
                <a16:creationId xmlns:a16="http://schemas.microsoft.com/office/drawing/2014/main" id="{AC8DFC33-2041-7283-25D9-F1A1CF23BEB8}"/>
              </a:ext>
            </a:extLst>
          </p:cNvPr>
          <p:cNvSpPr>
            <a:spLocks noGrp="1"/>
          </p:cNvSpPr>
          <p:nvPr>
            <p:ph type="body" sz="quarter" idx="33" hasCustomPrompt="1"/>
          </p:nvPr>
        </p:nvSpPr>
        <p:spPr>
          <a:xfrm>
            <a:off x="7132320" y="5197512"/>
            <a:ext cx="4114800" cy="822960"/>
          </a:xfrm>
        </p:spPr>
        <p:txBody>
          <a:bodyPr lIns="0" tIns="0" rIns="0" bIns="0" anchor="ctr" anchorCtr="0">
            <a:normAutofit/>
          </a:bodyPr>
          <a:lstStyle>
            <a:lvl1pPr marL="0" indent="0" algn="l">
              <a:buNone/>
              <a:defRPr sz="1800" b="0" i="0">
                <a:solidFill>
                  <a:schemeClr val="tx1"/>
                </a:solidFill>
                <a:latin typeface="Franklin Gothic Medium" panose="020B0603020102020204" pitchFamily="34" charset="0"/>
              </a:defRPr>
            </a:lvl1pPr>
          </a:lstStyle>
          <a:p>
            <a:r>
              <a:rPr lang="en-US" altLang="zh-CN"/>
              <a:t>Result</a:t>
            </a:r>
            <a:endParaRPr lang="zh-CN" altLang="en-US"/>
          </a:p>
        </p:txBody>
      </p:sp>
      <p:sp>
        <p:nvSpPr>
          <p:cNvPr id="8" name="Slide Number Placeholder 16">
            <a:extLst>
              <a:ext uri="{FF2B5EF4-FFF2-40B4-BE49-F238E27FC236}">
                <a16:creationId xmlns:a16="http://schemas.microsoft.com/office/drawing/2014/main" id="{F03E988A-A8B9-80F5-342B-5C532E884963}"/>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D314FA3-8227-2C4F-AE67-48EF31A009C3}"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D8C51A3F-9101-C1F2-47F9-D221242E76D9}"/>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353117240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Quote - white A gold bar">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440436C-18E6-C6EB-F7EC-5A8A9FD201DE}"/>
              </a:ext>
              <a:ext uri="{C183D7F6-B498-43B3-948B-1728B52AA6E4}">
                <adec:decorative xmlns:adec="http://schemas.microsoft.com/office/drawing/2017/decorative" val="1"/>
              </a:ext>
            </a:extLst>
          </p:cNvPr>
          <p:cNvSpPr/>
          <p:nvPr userDrawn="1"/>
        </p:nvSpPr>
        <p:spPr>
          <a:xfrm>
            <a:off x="0" y="5548895"/>
            <a:ext cx="12192000" cy="1309105"/>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7838" h="1309105">
                <a:moveTo>
                  <a:pt x="5613" y="1302045"/>
                </a:moveTo>
                <a:lnTo>
                  <a:pt x="0" y="0"/>
                </a:lnTo>
                <a:lnTo>
                  <a:pt x="1537964" y="0"/>
                </a:lnTo>
                <a:lnTo>
                  <a:pt x="2215541" y="677577"/>
                </a:lnTo>
                <a:lnTo>
                  <a:pt x="12257838" y="677577"/>
                </a:lnTo>
                <a:lnTo>
                  <a:pt x="12257838" y="1309105"/>
                </a:lnTo>
                <a:lnTo>
                  <a:pt x="5613" y="1302045"/>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F8151C2E-AB2A-6DA4-6CAF-44198D34BE94}"/>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7" name="Slide Number Placeholder 16">
            <a:extLst>
              <a:ext uri="{FF2B5EF4-FFF2-40B4-BE49-F238E27FC236}">
                <a16:creationId xmlns:a16="http://schemas.microsoft.com/office/drawing/2014/main" id="{30AF4978-FEB4-7912-AA43-451E57E3EA91}"/>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41D32FB-2B5C-8044-AFBE-9F74C8431396}"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66043152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Quote - white A gray bar">
    <p:bg>
      <p:bgPr>
        <a:solidFill>
          <a:schemeClr val="bg1"/>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F5686861-57EF-71BA-DAB0-99613F4C4ACF}"/>
              </a:ext>
              <a:ext uri="{C183D7F6-B498-43B3-948B-1728B52AA6E4}">
                <adec:decorative xmlns:adec="http://schemas.microsoft.com/office/drawing/2017/decorative" val="1"/>
              </a:ext>
            </a:extLst>
          </p:cNvPr>
          <p:cNvSpPr/>
          <p:nvPr userDrawn="1"/>
        </p:nvSpPr>
        <p:spPr>
          <a:xfrm>
            <a:off x="-3175" y="5555382"/>
            <a:ext cx="12191999"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tx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tx2"/>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tx2"/>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tx2"/>
                </a:solidFill>
                <a:latin typeface="Franklin Gothic Book" panose="020B0503020102020204" pitchFamily="34" charset="0"/>
              </a:defRPr>
            </a:lvl1pPr>
          </a:lstStyle>
          <a:p>
            <a:pPr lvl="0"/>
            <a:r>
              <a:rPr lang="en-US"/>
              <a:t>Insert Title Here</a:t>
            </a:r>
          </a:p>
        </p:txBody>
      </p:sp>
      <p:pic>
        <p:nvPicPr>
          <p:cNvPr id="19" name="Picture 18" descr="Central Piedmont Community College logo icon">
            <a:extLst>
              <a:ext uri="{FF2B5EF4-FFF2-40B4-BE49-F238E27FC236}">
                <a16:creationId xmlns:a16="http://schemas.microsoft.com/office/drawing/2014/main" id="{9C32EECE-4333-6B4A-273C-4CB197267994}"/>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3" name="Slide Number Placeholder 16">
            <a:extLst>
              <a:ext uri="{FF2B5EF4-FFF2-40B4-BE49-F238E27FC236}">
                <a16:creationId xmlns:a16="http://schemas.microsoft.com/office/drawing/2014/main" id="{0D1E987A-0326-0850-D26A-3194EB0B77EC}"/>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3C595C-601A-FF48-9867-6CB3623C6FB3}" type="slidenum">
              <a:rPr lang="en-US" sz="1200" b="0" i="0" smtClean="0">
                <a:solidFill>
                  <a:schemeClr val="bg1"/>
                </a:solidFill>
                <a:latin typeface="Franklin Gothic Medium" panose="020B0603020102020204" pitchFamily="34" charset="0"/>
              </a:rPr>
              <a:t>‹#›</a:t>
            </a:fld>
            <a:endParaRPr lang="en-US" sz="1200" b="0" i="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47791514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Quote - gray A">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A830824-D4B9-4DF7-5C90-F056506196F4}"/>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accent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18" name="Picture 17" descr="Central Piedmont Community College logo icon">
            <a:extLst>
              <a:ext uri="{FF2B5EF4-FFF2-40B4-BE49-F238E27FC236}">
                <a16:creationId xmlns:a16="http://schemas.microsoft.com/office/drawing/2014/main" id="{53AA51DC-FF16-0CA8-A4A5-50C4623D26C1}"/>
              </a:ext>
            </a:extLst>
          </p:cNvPr>
          <p:cNvPicPr>
            <a:picLocks noChangeAspect="1"/>
          </p:cNvPicPr>
          <p:nvPr userDrawn="1"/>
        </p:nvPicPr>
        <p:blipFill>
          <a:blip r:embed="rId2">
            <a:alphaModFix/>
          </a:blip>
          <a:srcRect t="103" r="-192" b="2600"/>
          <a:stretch/>
        </p:blipFill>
        <p:spPr>
          <a:xfrm>
            <a:off x="548640" y="5900663"/>
            <a:ext cx="606881" cy="592211"/>
          </a:xfrm>
          <a:prstGeom prst="rect">
            <a:avLst/>
          </a:prstGeom>
        </p:spPr>
      </p:pic>
      <p:sp>
        <p:nvSpPr>
          <p:cNvPr id="3" name="Slide Number Placeholder 16">
            <a:extLst>
              <a:ext uri="{FF2B5EF4-FFF2-40B4-BE49-F238E27FC236}">
                <a16:creationId xmlns:a16="http://schemas.microsoft.com/office/drawing/2014/main" id="{EA50ED84-7D4F-D744-51E3-A710A0B654CE}"/>
              </a:ext>
            </a:extLst>
          </p:cNvPr>
          <p:cNvSpPr txBox="1">
            <a:spLocks/>
          </p:cNvSpPr>
          <p:nvPr userDrawn="1"/>
        </p:nvSpPr>
        <p:spPr>
          <a:xfrm>
            <a:off x="8686800" y="6400800"/>
            <a:ext cx="3200400" cy="274320"/>
          </a:xfrm>
          <a:prstGeom prst="rect">
            <a:avLst/>
          </a:prstGeom>
        </p:spPr>
        <p:txBody>
          <a:bodyPr vert="horz" lIns="91440" tIns="0" rIns="91440" bIns="0" rtlCol="0" anchor="ctr" anchorCtr="0"/>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A5C4226-C819-014E-85A6-6815903C4692}" type="slidenum">
              <a:rPr lang="en-US" sz="1200" b="0" i="0" smtClean="0">
                <a:solidFill>
                  <a:schemeClr val="tx1"/>
                </a:solidFill>
                <a:latin typeface="Franklin Gothic Medium" panose="020B0603020102020204" pitchFamily="34" charset="0"/>
              </a:rPr>
              <a:t>‹#›</a:t>
            </a:fld>
            <a:endParaRPr lang="en-US" sz="1200" b="0" i="0" dirty="0">
              <a:solidFill>
                <a:schemeClr val="tx1"/>
              </a:solidFill>
              <a:latin typeface="Franklin Gothic Medium" panose="020B0603020102020204" pitchFamily="34" charset="0"/>
            </a:endParaRPr>
          </a:p>
        </p:txBody>
      </p:sp>
    </p:spTree>
    <p:extLst>
      <p:ext uri="{BB962C8B-B14F-4D97-AF65-F5344CB8AC3E}">
        <p14:creationId xmlns:p14="http://schemas.microsoft.com/office/powerpoint/2010/main" val="151960346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Quote - Blue A">
    <p:bg>
      <p:bgPr>
        <a:solidFill>
          <a:schemeClr val="accent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74E78ED-1ADF-0813-85F2-4FD5D5C72C1C}"/>
              </a:ext>
              <a:ext uri="{C183D7F6-B498-43B3-948B-1728B52AA6E4}">
                <adec:decorative xmlns:adec="http://schemas.microsoft.com/office/drawing/2017/decorative" val="1"/>
              </a:ext>
            </a:extLst>
          </p:cNvPr>
          <p:cNvSpPr/>
          <p:nvPr userDrawn="1"/>
        </p:nvSpPr>
        <p:spPr>
          <a:xfrm>
            <a:off x="-3175" y="5555382"/>
            <a:ext cx="12195175" cy="1332434"/>
          </a:xfrm>
          <a:custGeom>
            <a:avLst/>
            <a:gdLst>
              <a:gd name="connsiteX0" fmla="*/ 0 w 12196386"/>
              <a:gd name="connsiteY0" fmla="*/ 1302527 h 1309105"/>
              <a:gd name="connsiteX1" fmla="*/ 0 w 12196386"/>
              <a:gd name="connsiteY1" fmla="*/ 0 h 1309105"/>
              <a:gd name="connsiteX2" fmla="*/ 72363 w 12196386"/>
              <a:gd name="connsiteY2" fmla="*/ 0 h 1309105"/>
              <a:gd name="connsiteX3" fmla="*/ 2973445 w 12196386"/>
              <a:gd name="connsiteY3" fmla="*/ 0 h 1309105"/>
              <a:gd name="connsiteX4" fmla="*/ 3651022 w 12196386"/>
              <a:gd name="connsiteY4" fmla="*/ 677577 h 1309105"/>
              <a:gd name="connsiteX5" fmla="*/ 12196386 w 12196386"/>
              <a:gd name="connsiteY5" fmla="*/ 677577 h 1309105"/>
              <a:gd name="connsiteX6" fmla="*/ 12196386 w 12196386"/>
              <a:gd name="connsiteY6" fmla="*/ 1309105 h 1309105"/>
              <a:gd name="connsiteX7" fmla="*/ 0 w 12196386"/>
              <a:gd name="connsiteY7" fmla="*/ 1302527 h 1309105"/>
              <a:gd name="connsiteX0" fmla="*/ 0 w 12196386"/>
              <a:gd name="connsiteY0" fmla="*/ 1302527 h 1309105"/>
              <a:gd name="connsiteX1" fmla="*/ 0 w 12196386"/>
              <a:gd name="connsiteY1" fmla="*/ 0 h 1309105"/>
              <a:gd name="connsiteX2" fmla="*/ 2973445 w 12196386"/>
              <a:gd name="connsiteY2" fmla="*/ 0 h 1309105"/>
              <a:gd name="connsiteX3" fmla="*/ 3651022 w 12196386"/>
              <a:gd name="connsiteY3" fmla="*/ 677577 h 1309105"/>
              <a:gd name="connsiteX4" fmla="*/ 12196386 w 12196386"/>
              <a:gd name="connsiteY4" fmla="*/ 677577 h 1309105"/>
              <a:gd name="connsiteX5" fmla="*/ 12196386 w 12196386"/>
              <a:gd name="connsiteY5" fmla="*/ 1309105 h 1309105"/>
              <a:gd name="connsiteX6" fmla="*/ 0 w 12196386"/>
              <a:gd name="connsiteY6" fmla="*/ 1302527 h 1309105"/>
              <a:gd name="connsiteX0" fmla="*/ 0 w 12281906"/>
              <a:gd name="connsiteY0" fmla="*/ 1309106 h 1309106"/>
              <a:gd name="connsiteX1" fmla="*/ 85520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5 w 12301641"/>
              <a:gd name="connsiteY0" fmla="*/ 1309106 h 1309106"/>
              <a:gd name="connsiteX1" fmla="*/ 0 w 12301641"/>
              <a:gd name="connsiteY1" fmla="*/ 0 h 1309106"/>
              <a:gd name="connsiteX2" fmla="*/ 3078700 w 12301641"/>
              <a:gd name="connsiteY2" fmla="*/ 0 h 1309106"/>
              <a:gd name="connsiteX3" fmla="*/ 3756277 w 12301641"/>
              <a:gd name="connsiteY3" fmla="*/ 677577 h 1309106"/>
              <a:gd name="connsiteX4" fmla="*/ 12301641 w 12301641"/>
              <a:gd name="connsiteY4" fmla="*/ 677577 h 1309106"/>
              <a:gd name="connsiteX5" fmla="*/ 12301641 w 12301641"/>
              <a:gd name="connsiteY5" fmla="*/ 1309105 h 1309106"/>
              <a:gd name="connsiteX6" fmla="*/ 19735 w 12301641"/>
              <a:gd name="connsiteY6" fmla="*/ 1309106 h 1309106"/>
              <a:gd name="connsiteX0" fmla="*/ 0 w 12281906"/>
              <a:gd name="connsiteY0" fmla="*/ 1309106 h 1309106"/>
              <a:gd name="connsiteX1" fmla="*/ 24068 w 12281906"/>
              <a:gd name="connsiteY1" fmla="*/ 0 h 1309106"/>
              <a:gd name="connsiteX2" fmla="*/ 3058965 w 12281906"/>
              <a:gd name="connsiteY2" fmla="*/ 0 h 1309106"/>
              <a:gd name="connsiteX3" fmla="*/ 3736542 w 12281906"/>
              <a:gd name="connsiteY3" fmla="*/ 677577 h 1309106"/>
              <a:gd name="connsiteX4" fmla="*/ 12281906 w 12281906"/>
              <a:gd name="connsiteY4" fmla="*/ 677577 h 1309106"/>
              <a:gd name="connsiteX5" fmla="*/ 12281906 w 12281906"/>
              <a:gd name="connsiteY5" fmla="*/ 1309105 h 1309106"/>
              <a:gd name="connsiteX6" fmla="*/ 0 w 12281906"/>
              <a:gd name="connsiteY6" fmla="*/ 1309106 h 1309106"/>
              <a:gd name="connsiteX0" fmla="*/ 19736 w 12257838"/>
              <a:gd name="connsiteY0" fmla="*/ 1309106 h 1309106"/>
              <a:gd name="connsiteX1" fmla="*/ 0 w 12257838"/>
              <a:gd name="connsiteY1" fmla="*/ 0 h 1309106"/>
              <a:gd name="connsiteX2" fmla="*/ 3034897 w 12257838"/>
              <a:gd name="connsiteY2" fmla="*/ 0 h 1309106"/>
              <a:gd name="connsiteX3" fmla="*/ 3712474 w 12257838"/>
              <a:gd name="connsiteY3" fmla="*/ 677577 h 1309106"/>
              <a:gd name="connsiteX4" fmla="*/ 12257838 w 12257838"/>
              <a:gd name="connsiteY4" fmla="*/ 677577 h 1309106"/>
              <a:gd name="connsiteX5" fmla="*/ 12257838 w 12257838"/>
              <a:gd name="connsiteY5" fmla="*/ 1309105 h 1309106"/>
              <a:gd name="connsiteX6" fmla="*/ 19736 w 12257838"/>
              <a:gd name="connsiteY6" fmla="*/ 1309106 h 1309106"/>
              <a:gd name="connsiteX0" fmla="*/ 5613 w 12257838"/>
              <a:gd name="connsiteY0" fmla="*/ 1302045 h 1309105"/>
              <a:gd name="connsiteX1" fmla="*/ 0 w 12257838"/>
              <a:gd name="connsiteY1" fmla="*/ 0 h 1309105"/>
              <a:gd name="connsiteX2" fmla="*/ 3034897 w 12257838"/>
              <a:gd name="connsiteY2" fmla="*/ 0 h 1309105"/>
              <a:gd name="connsiteX3" fmla="*/ 3712474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3034897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02045 h 1309105"/>
              <a:gd name="connsiteX1" fmla="*/ 0 w 12257838"/>
              <a:gd name="connsiteY1" fmla="*/ 0 h 1309105"/>
              <a:gd name="connsiteX2" fmla="*/ 1537964 w 12257838"/>
              <a:gd name="connsiteY2" fmla="*/ 0 h 1309105"/>
              <a:gd name="connsiteX3" fmla="*/ 2215541 w 12257838"/>
              <a:gd name="connsiteY3" fmla="*/ 677577 h 1309105"/>
              <a:gd name="connsiteX4" fmla="*/ 12257838 w 12257838"/>
              <a:gd name="connsiteY4" fmla="*/ 677577 h 1309105"/>
              <a:gd name="connsiteX5" fmla="*/ 12257838 w 12257838"/>
              <a:gd name="connsiteY5" fmla="*/ 1309105 h 1309105"/>
              <a:gd name="connsiteX6" fmla="*/ 5613 w 12257838"/>
              <a:gd name="connsiteY6" fmla="*/ 1302045 h 1309105"/>
              <a:gd name="connsiteX0" fmla="*/ 5613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5613 w 12257838"/>
              <a:gd name="connsiteY6" fmla="*/ 1316559 h 1316559"/>
              <a:gd name="connsiteX0" fmla="*/ 0 w 12303299"/>
              <a:gd name="connsiteY0" fmla="*/ 1316559 h 1316559"/>
              <a:gd name="connsiteX1" fmla="*/ 45461 w 12303299"/>
              <a:gd name="connsiteY1" fmla="*/ 0 h 1316559"/>
              <a:gd name="connsiteX2" fmla="*/ 1583425 w 12303299"/>
              <a:gd name="connsiteY2" fmla="*/ 0 h 1316559"/>
              <a:gd name="connsiteX3" fmla="*/ 2261002 w 12303299"/>
              <a:gd name="connsiteY3" fmla="*/ 677577 h 1316559"/>
              <a:gd name="connsiteX4" fmla="*/ 12303299 w 12303299"/>
              <a:gd name="connsiteY4" fmla="*/ 677577 h 1316559"/>
              <a:gd name="connsiteX5" fmla="*/ 12303299 w 12303299"/>
              <a:gd name="connsiteY5" fmla="*/ 1309105 h 1316559"/>
              <a:gd name="connsiteX6" fmla="*/ 0 w 12303299"/>
              <a:gd name="connsiteY6" fmla="*/ 1316559 h 1316559"/>
              <a:gd name="connsiteX0" fmla="*/ 18382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18382 w 12257838"/>
              <a:gd name="connsiteY6" fmla="*/ 1316559 h 1316559"/>
              <a:gd name="connsiteX0" fmla="*/ 2421 w 12257838"/>
              <a:gd name="connsiteY0" fmla="*/ 1316559 h 1316559"/>
              <a:gd name="connsiteX1" fmla="*/ 0 w 12257838"/>
              <a:gd name="connsiteY1" fmla="*/ 0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27958 w 12283375"/>
              <a:gd name="connsiteY0" fmla="*/ 1316559 h 1316559"/>
              <a:gd name="connsiteX1" fmla="*/ 0 w 12283375"/>
              <a:gd name="connsiteY1" fmla="*/ 3175 h 1316559"/>
              <a:gd name="connsiteX2" fmla="*/ 1563501 w 12283375"/>
              <a:gd name="connsiteY2" fmla="*/ 0 h 1316559"/>
              <a:gd name="connsiteX3" fmla="*/ 2241078 w 12283375"/>
              <a:gd name="connsiteY3" fmla="*/ 677577 h 1316559"/>
              <a:gd name="connsiteX4" fmla="*/ 12283375 w 12283375"/>
              <a:gd name="connsiteY4" fmla="*/ 677577 h 1316559"/>
              <a:gd name="connsiteX5" fmla="*/ 12283375 w 12283375"/>
              <a:gd name="connsiteY5" fmla="*/ 1309105 h 1316559"/>
              <a:gd name="connsiteX6" fmla="*/ 27958 w 12283375"/>
              <a:gd name="connsiteY6" fmla="*/ 1316559 h 1316559"/>
              <a:gd name="connsiteX0" fmla="*/ 2421 w 12257838"/>
              <a:gd name="connsiteY0" fmla="*/ 1316559 h 1316559"/>
              <a:gd name="connsiteX1" fmla="*/ 0 w 12257838"/>
              <a:gd name="connsiteY1" fmla="*/ 3175 h 1316559"/>
              <a:gd name="connsiteX2" fmla="*/ 1537964 w 12257838"/>
              <a:gd name="connsiteY2" fmla="*/ 0 h 1316559"/>
              <a:gd name="connsiteX3" fmla="*/ 2215541 w 12257838"/>
              <a:gd name="connsiteY3" fmla="*/ 677577 h 1316559"/>
              <a:gd name="connsiteX4" fmla="*/ 12257838 w 12257838"/>
              <a:gd name="connsiteY4" fmla="*/ 677577 h 1316559"/>
              <a:gd name="connsiteX5" fmla="*/ 12257838 w 12257838"/>
              <a:gd name="connsiteY5" fmla="*/ 1309105 h 1316559"/>
              <a:gd name="connsiteX6" fmla="*/ 2421 w 12257838"/>
              <a:gd name="connsiteY6" fmla="*/ 1316559 h 1316559"/>
              <a:gd name="connsiteX0" fmla="*/ 18382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18382 w 12257838"/>
              <a:gd name="connsiteY6" fmla="*/ 1319734 h 1319734"/>
              <a:gd name="connsiteX0" fmla="*/ 8805 w 12257838"/>
              <a:gd name="connsiteY0" fmla="*/ 1319734 h 1319734"/>
              <a:gd name="connsiteX1" fmla="*/ 0 w 12257838"/>
              <a:gd name="connsiteY1" fmla="*/ 3175 h 1319734"/>
              <a:gd name="connsiteX2" fmla="*/ 1537964 w 12257838"/>
              <a:gd name="connsiteY2" fmla="*/ 0 h 1319734"/>
              <a:gd name="connsiteX3" fmla="*/ 2215541 w 12257838"/>
              <a:gd name="connsiteY3" fmla="*/ 677577 h 1319734"/>
              <a:gd name="connsiteX4" fmla="*/ 12257838 w 12257838"/>
              <a:gd name="connsiteY4" fmla="*/ 677577 h 1319734"/>
              <a:gd name="connsiteX5" fmla="*/ 12257838 w 12257838"/>
              <a:gd name="connsiteY5" fmla="*/ 1309105 h 1319734"/>
              <a:gd name="connsiteX6" fmla="*/ 8805 w 12257838"/>
              <a:gd name="connsiteY6" fmla="*/ 1319734 h 1319734"/>
              <a:gd name="connsiteX0" fmla="*/ 0 w 12264993"/>
              <a:gd name="connsiteY0" fmla="*/ 1322909 h 1322909"/>
              <a:gd name="connsiteX1" fmla="*/ 7155 w 12264993"/>
              <a:gd name="connsiteY1" fmla="*/ 3175 h 1322909"/>
              <a:gd name="connsiteX2" fmla="*/ 1545119 w 12264993"/>
              <a:gd name="connsiteY2" fmla="*/ 0 h 1322909"/>
              <a:gd name="connsiteX3" fmla="*/ 2222696 w 12264993"/>
              <a:gd name="connsiteY3" fmla="*/ 677577 h 1322909"/>
              <a:gd name="connsiteX4" fmla="*/ 12264993 w 12264993"/>
              <a:gd name="connsiteY4" fmla="*/ 677577 h 1322909"/>
              <a:gd name="connsiteX5" fmla="*/ 12264993 w 12264993"/>
              <a:gd name="connsiteY5" fmla="*/ 1309105 h 1322909"/>
              <a:gd name="connsiteX6" fmla="*/ 0 w 12264993"/>
              <a:gd name="connsiteY6" fmla="*/ 1322909 h 1322909"/>
              <a:gd name="connsiteX0" fmla="*/ 2421 w 12257838"/>
              <a:gd name="connsiteY0" fmla="*/ 1326084 h 1326084"/>
              <a:gd name="connsiteX1" fmla="*/ 0 w 12257838"/>
              <a:gd name="connsiteY1" fmla="*/ 3175 h 1326084"/>
              <a:gd name="connsiteX2" fmla="*/ 1537964 w 12257838"/>
              <a:gd name="connsiteY2" fmla="*/ 0 h 1326084"/>
              <a:gd name="connsiteX3" fmla="*/ 2215541 w 12257838"/>
              <a:gd name="connsiteY3" fmla="*/ 677577 h 1326084"/>
              <a:gd name="connsiteX4" fmla="*/ 12257838 w 12257838"/>
              <a:gd name="connsiteY4" fmla="*/ 677577 h 1326084"/>
              <a:gd name="connsiteX5" fmla="*/ 12257838 w 12257838"/>
              <a:gd name="connsiteY5" fmla="*/ 1309105 h 1326084"/>
              <a:gd name="connsiteX6" fmla="*/ 2421 w 12257838"/>
              <a:gd name="connsiteY6" fmla="*/ 1326084 h 1326084"/>
              <a:gd name="connsiteX0" fmla="*/ 0 w 12258609"/>
              <a:gd name="connsiteY0" fmla="*/ 1332434 h 1332434"/>
              <a:gd name="connsiteX1" fmla="*/ 771 w 12258609"/>
              <a:gd name="connsiteY1" fmla="*/ 3175 h 1332434"/>
              <a:gd name="connsiteX2" fmla="*/ 1538735 w 12258609"/>
              <a:gd name="connsiteY2" fmla="*/ 0 h 1332434"/>
              <a:gd name="connsiteX3" fmla="*/ 2216312 w 12258609"/>
              <a:gd name="connsiteY3" fmla="*/ 677577 h 1332434"/>
              <a:gd name="connsiteX4" fmla="*/ 12258609 w 12258609"/>
              <a:gd name="connsiteY4" fmla="*/ 677577 h 1332434"/>
              <a:gd name="connsiteX5" fmla="*/ 12258609 w 12258609"/>
              <a:gd name="connsiteY5" fmla="*/ 1309105 h 1332434"/>
              <a:gd name="connsiteX6" fmla="*/ 0 w 12258609"/>
              <a:gd name="connsiteY6" fmla="*/ 1332434 h 133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8609" h="1332434">
                <a:moveTo>
                  <a:pt x="0" y="1332434"/>
                </a:moveTo>
                <a:lnTo>
                  <a:pt x="771" y="3175"/>
                </a:lnTo>
                <a:lnTo>
                  <a:pt x="1538735" y="0"/>
                </a:lnTo>
                <a:lnTo>
                  <a:pt x="2216312" y="677577"/>
                </a:lnTo>
                <a:lnTo>
                  <a:pt x="12258609" y="677577"/>
                </a:lnTo>
                <a:lnTo>
                  <a:pt x="12258609" y="1309105"/>
                </a:lnTo>
                <a:lnTo>
                  <a:pt x="0" y="1332434"/>
                </a:lnTo>
                <a:close/>
              </a:path>
            </a:pathLst>
          </a:cu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Box 3">
            <a:extLst>
              <a:ext uri="{FF2B5EF4-FFF2-40B4-BE49-F238E27FC236}">
                <a16:creationId xmlns:a16="http://schemas.microsoft.com/office/drawing/2014/main" id="{91DB1600-2E11-35EF-719F-014A9DC6AD8B}"/>
              </a:ext>
            </a:extLst>
          </p:cNvPr>
          <p:cNvSpPr txBox="1"/>
          <p:nvPr userDrawn="1"/>
        </p:nvSpPr>
        <p:spPr>
          <a:xfrm>
            <a:off x="1195214" y="234781"/>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2" name="Text Placeholder 13">
            <a:extLst>
              <a:ext uri="{FF2B5EF4-FFF2-40B4-BE49-F238E27FC236}">
                <a16:creationId xmlns:a16="http://schemas.microsoft.com/office/drawing/2014/main" id="{1D09E097-5F9A-2818-2709-C22140C92BBE}"/>
              </a:ext>
            </a:extLst>
          </p:cNvPr>
          <p:cNvSpPr>
            <a:spLocks noGrp="1"/>
          </p:cNvSpPr>
          <p:nvPr>
            <p:ph type="body" sz="quarter" idx="15" hasCustomPrompt="1"/>
          </p:nvPr>
        </p:nvSpPr>
        <p:spPr>
          <a:xfrm>
            <a:off x="2182136" y="1116800"/>
            <a:ext cx="7688195" cy="3643268"/>
          </a:xfrm>
        </p:spPr>
        <p:txBody>
          <a:bodyPr>
            <a:normAutofit/>
          </a:bodyPr>
          <a:lstStyle>
            <a:lvl1pPr marL="0" indent="0">
              <a:buNone/>
              <a:defRPr sz="3200" b="0" i="0">
                <a:solidFill>
                  <a:schemeClr val="bg1"/>
                </a:solidFill>
                <a:latin typeface="Franklin Gothic Medium" panose="020B0603020102020204" pitchFamily="34" charset="0"/>
              </a:defRPr>
            </a:lvl1pPr>
          </a:lstStyle>
          <a:p>
            <a:pPr lvl="0"/>
            <a:r>
              <a:rPr lang="en-US"/>
              <a:t>Insert quote text here</a:t>
            </a:r>
          </a:p>
        </p:txBody>
      </p:sp>
      <p:sp>
        <p:nvSpPr>
          <p:cNvPr id="16" name="TextBox 15">
            <a:extLst>
              <a:ext uri="{FF2B5EF4-FFF2-40B4-BE49-F238E27FC236}">
                <a16:creationId xmlns:a16="http://schemas.microsoft.com/office/drawing/2014/main" id="{2F7E4594-C7F9-A78F-1E26-D1073D5730BD}"/>
              </a:ext>
            </a:extLst>
          </p:cNvPr>
          <p:cNvSpPr txBox="1"/>
          <p:nvPr userDrawn="1"/>
        </p:nvSpPr>
        <p:spPr>
          <a:xfrm rot="10800000">
            <a:off x="8719124" y="309432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14" name="Text Placeholder 13">
            <a:extLst>
              <a:ext uri="{FF2B5EF4-FFF2-40B4-BE49-F238E27FC236}">
                <a16:creationId xmlns:a16="http://schemas.microsoft.com/office/drawing/2014/main" id="{B6BBFCD3-B844-48D8-9776-39E997E794EE}"/>
              </a:ext>
            </a:extLst>
          </p:cNvPr>
          <p:cNvSpPr>
            <a:spLocks noGrp="1"/>
          </p:cNvSpPr>
          <p:nvPr>
            <p:ph type="body" sz="quarter" idx="10" hasCustomPrompt="1"/>
          </p:nvPr>
        </p:nvSpPr>
        <p:spPr>
          <a:xfrm>
            <a:off x="2182137" y="4985218"/>
            <a:ext cx="5253037" cy="371641"/>
          </a:xfrm>
        </p:spPr>
        <p:txBody>
          <a:bodyPr>
            <a:normAutofit/>
          </a:bodyPr>
          <a:lstStyle>
            <a:lvl1pPr marL="0" indent="0">
              <a:buNone/>
              <a:defRPr sz="1800" b="0" i="0">
                <a:solidFill>
                  <a:schemeClr val="bg1"/>
                </a:solidFill>
                <a:latin typeface="Franklin Gothic Medium" panose="020B0603020102020204" pitchFamily="34" charset="0"/>
              </a:defRPr>
            </a:lvl1pPr>
          </a:lstStyle>
          <a:p>
            <a:pPr lvl="0"/>
            <a:r>
              <a:rPr lang="en-US"/>
              <a:t>Insert Name Here</a:t>
            </a:r>
          </a:p>
        </p:txBody>
      </p:sp>
      <p:sp>
        <p:nvSpPr>
          <p:cNvPr id="15" name="Text Placeholder 13">
            <a:extLst>
              <a:ext uri="{FF2B5EF4-FFF2-40B4-BE49-F238E27FC236}">
                <a16:creationId xmlns:a16="http://schemas.microsoft.com/office/drawing/2014/main" id="{0AC11D23-BEB1-FDD9-9021-09DE19E8A830}"/>
              </a:ext>
            </a:extLst>
          </p:cNvPr>
          <p:cNvSpPr>
            <a:spLocks noGrp="1"/>
          </p:cNvSpPr>
          <p:nvPr>
            <p:ph type="body" sz="quarter" idx="11" hasCustomPrompt="1"/>
          </p:nvPr>
        </p:nvSpPr>
        <p:spPr>
          <a:xfrm>
            <a:off x="2182137" y="5369559"/>
            <a:ext cx="5253037" cy="371641"/>
          </a:xfrm>
        </p:spPr>
        <p:txBody>
          <a:bodyPr>
            <a:normAutofit/>
          </a:bodyPr>
          <a:lstStyle>
            <a:lvl1pPr marL="0" indent="0">
              <a:buNone/>
              <a:defRPr sz="1800" b="0" i="1">
                <a:solidFill>
                  <a:schemeClr val="bg1"/>
                </a:solidFill>
                <a:latin typeface="Franklin Gothic Book" panose="020B0503020102020204" pitchFamily="34" charset="0"/>
              </a:defRPr>
            </a:lvl1pPr>
          </a:lstStyle>
          <a:p>
            <a:pPr lvl="0"/>
            <a:r>
              <a:rPr lang="en-US"/>
              <a:t>Insert Title Here</a:t>
            </a:r>
          </a:p>
        </p:txBody>
      </p:sp>
      <p:pic>
        <p:nvPicPr>
          <p:cNvPr id="5" name="Picture 4" descr="Central Piedmont Community College logo icon">
            <a:extLst>
              <a:ext uri="{FF2B5EF4-FFF2-40B4-BE49-F238E27FC236}">
                <a16:creationId xmlns:a16="http://schemas.microsoft.com/office/drawing/2014/main" id="{151B3E76-9C75-C288-B410-3205E98F7471}"/>
              </a:ext>
            </a:extLst>
          </p:cNvPr>
          <p:cNvPicPr>
            <a:picLocks noChangeAspect="1"/>
          </p:cNvPicPr>
          <p:nvPr userDrawn="1"/>
        </p:nvPicPr>
        <p:blipFill>
          <a:blip r:embed="rId2"/>
          <a:stretch>
            <a:fillRect/>
          </a:stretch>
        </p:blipFill>
        <p:spPr>
          <a:xfrm>
            <a:off x="548640" y="5902711"/>
            <a:ext cx="597660" cy="601023"/>
          </a:xfrm>
          <a:prstGeom prst="rect">
            <a:avLst/>
          </a:prstGeom>
        </p:spPr>
      </p:pic>
      <p:sp>
        <p:nvSpPr>
          <p:cNvPr id="6" name="Slide Number Placeholder 16">
            <a:extLst>
              <a:ext uri="{FF2B5EF4-FFF2-40B4-BE49-F238E27FC236}">
                <a16:creationId xmlns:a16="http://schemas.microsoft.com/office/drawing/2014/main" id="{1B46AEA8-568D-8861-FA14-39630DE28FA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B2F2DD2-A8F8-FF4A-A03B-CA4B3577620A}" type="slidenum">
              <a:rPr lang="en-US" sz="1200" b="0" i="0" smtClean="0">
                <a:solidFill>
                  <a:schemeClr val="tx2"/>
                </a:solidFill>
                <a:latin typeface="Franklin Gothic Medium" panose="020B0603020102020204" pitchFamily="34" charset="0"/>
              </a:rP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99903438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Quote - gray B">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671E48-6F39-43AF-5155-E6308945BCA7}"/>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7" name="TextBox 6">
            <a:extLst>
              <a:ext uri="{FF2B5EF4-FFF2-40B4-BE49-F238E27FC236}">
                <a16:creationId xmlns:a16="http://schemas.microsoft.com/office/drawing/2014/main" id="{B858096E-B9D9-C4E1-DE84-14F287634117}"/>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3" name="Slide Number Placeholder 16">
            <a:extLst>
              <a:ext uri="{FF2B5EF4-FFF2-40B4-BE49-F238E27FC236}">
                <a16:creationId xmlns:a16="http://schemas.microsoft.com/office/drawing/2014/main" id="{5CE8F753-EE3C-8753-8D67-9A3B078706C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FCE32C1-3AEA-4349-9A8B-99EDEBE8D9D1}"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23F2FC0F-B405-DAE3-B906-CA7422EAAEFA}"/>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32316153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Quote - gold B">
    <p:bg>
      <p:bgPr>
        <a:solidFill>
          <a:schemeClr val="accent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pic>
        <p:nvPicPr>
          <p:cNvPr id="4" name="Picture 3" descr="Central Piedmont Community College logo icon">
            <a:extLst>
              <a:ext uri="{FF2B5EF4-FFF2-40B4-BE49-F238E27FC236}">
                <a16:creationId xmlns:a16="http://schemas.microsoft.com/office/drawing/2014/main" id="{B5036FC2-79D4-935E-9F19-C0AEDDE7DA98}"/>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
        <p:nvSpPr>
          <p:cNvPr id="7" name="Slide Number Placeholder 16">
            <a:extLst>
              <a:ext uri="{FF2B5EF4-FFF2-40B4-BE49-F238E27FC236}">
                <a16:creationId xmlns:a16="http://schemas.microsoft.com/office/drawing/2014/main" id="{FA7EFA27-F5F9-C06D-273C-2BD0D9E4421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2445926-7D9A-E045-B0F4-6E00C776C278}"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spTree>
    <p:extLst>
      <p:ext uri="{BB962C8B-B14F-4D97-AF65-F5344CB8AC3E}">
        <p14:creationId xmlns:p14="http://schemas.microsoft.com/office/powerpoint/2010/main" val="406500801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Quote - blue B">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862D96-8E3D-19A4-D59C-84C2764DDE76}"/>
              </a:ext>
            </a:extLst>
          </p:cNvPr>
          <p:cNvSpPr txBox="1"/>
          <p:nvPr userDrawn="1"/>
        </p:nvSpPr>
        <p:spPr>
          <a:xfrm>
            <a:off x="1421194" y="201217"/>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5" name="Title 1">
            <a:extLst>
              <a:ext uri="{FF2B5EF4-FFF2-40B4-BE49-F238E27FC236}">
                <a16:creationId xmlns:a16="http://schemas.microsoft.com/office/drawing/2014/main" id="{5F16FC62-76BD-5571-C66E-E5E3603F4B22}"/>
              </a:ext>
            </a:extLst>
          </p:cNvPr>
          <p:cNvSpPr>
            <a:spLocks noGrp="1"/>
          </p:cNvSpPr>
          <p:nvPr>
            <p:ph type="title" hasCustomPrompt="1"/>
          </p:nvPr>
        </p:nvSpPr>
        <p:spPr>
          <a:xfrm>
            <a:off x="1655064" y="1756467"/>
            <a:ext cx="8695944" cy="3100877"/>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AB6B5D4D-FE16-1E38-BFEF-3111C309A7E9}"/>
              </a:ext>
            </a:extLst>
          </p:cNvPr>
          <p:cNvSpPr txBox="1"/>
          <p:nvPr userDrawn="1"/>
        </p:nvSpPr>
        <p:spPr>
          <a:xfrm rot="10800000">
            <a:off x="8446749" y="3644780"/>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4" name="Slide Number Placeholder 16">
            <a:extLst>
              <a:ext uri="{FF2B5EF4-FFF2-40B4-BE49-F238E27FC236}">
                <a16:creationId xmlns:a16="http://schemas.microsoft.com/office/drawing/2014/main" id="{13A9221B-52DB-1F9A-8739-8C638F2EA65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54FE51D-A73F-D244-B49C-559371BF91A6}"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AE82E979-ADCC-4142-29A6-FF5785329501}"/>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0005412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Quote - white B">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5F8F2AC-FAD2-ACE9-8A0F-C18D5E08A0F8}"/>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bg1"/>
              </a:solidFill>
              <a:latin typeface="+mj-lt"/>
              <a:cs typeface="Arial" panose="020B0604020202020204" pitchFamily="34" charset="0"/>
            </a:endParaRPr>
          </a:p>
        </p:txBody>
      </p:sp>
      <p:sp>
        <p:nvSpPr>
          <p:cNvPr id="6" name="TextBox 5">
            <a:extLst>
              <a:ext uri="{FF2B5EF4-FFF2-40B4-BE49-F238E27FC236}">
                <a16:creationId xmlns:a16="http://schemas.microsoft.com/office/drawing/2014/main" id="{764C7918-13B6-5F21-51A0-D45A8D0A790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2"/>
                </a:solidFill>
              </a:defRPr>
            </a:lvl1pPr>
          </a:lstStyle>
          <a:p>
            <a:r>
              <a:rPr lang="en-US"/>
              <a:t>Click to edit quote</a:t>
            </a:r>
          </a:p>
        </p:txBody>
      </p:sp>
      <p:sp>
        <p:nvSpPr>
          <p:cNvPr id="7" name="TextBox 6">
            <a:extLst>
              <a:ext uri="{FF2B5EF4-FFF2-40B4-BE49-F238E27FC236}">
                <a16:creationId xmlns:a16="http://schemas.microsoft.com/office/drawing/2014/main" id="{109E279E-C6FB-7850-00D4-B353E98F130C}"/>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5" name="Text Placeholder 13">
            <a:extLst>
              <a:ext uri="{FF2B5EF4-FFF2-40B4-BE49-F238E27FC236}">
                <a16:creationId xmlns:a16="http://schemas.microsoft.com/office/drawing/2014/main" id="{38BC8032-E349-059C-3500-4ED36623DEB2}"/>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2"/>
                </a:solidFill>
                <a:latin typeface="Franklin Gothic Medium" panose="020B0603020102020204" pitchFamily="34" charset="0"/>
              </a:defRPr>
            </a:lvl1pPr>
          </a:lstStyle>
          <a:p>
            <a:pPr lvl="0"/>
            <a:r>
              <a:rPr lang="en-US"/>
              <a:t>—Insert Name Here</a:t>
            </a:r>
          </a:p>
        </p:txBody>
      </p:sp>
      <p:sp>
        <p:nvSpPr>
          <p:cNvPr id="8" name="Slide Number Placeholder 16">
            <a:extLst>
              <a:ext uri="{FF2B5EF4-FFF2-40B4-BE49-F238E27FC236}">
                <a16:creationId xmlns:a16="http://schemas.microsoft.com/office/drawing/2014/main" id="{6E34C947-A208-0A99-59B4-CDEE650E595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2D63BA9-C288-FA48-AA36-6B992506BDA5}"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FF77486F-DA17-A4F6-2E13-9F7B54BF71E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15364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Quote - gray C">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328681D-470A-730C-FA88-29605A1E7873}"/>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tx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tx2"/>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A90953D2-F4E3-EE57-0A07-69D2055DAA3B}"/>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730D92B0-B36A-8B1A-B880-D690C56E48B9}"/>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918C4C2-F7AE-339D-3883-E4000B571FEC}"/>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2"/>
                </a:solidFill>
                <a:latin typeface="Franklin Gothic Medium" panose="020B0603020102020204" pitchFamily="34" charset="0"/>
              </a:defRPr>
            </a:lvl1pPr>
          </a:lstStyle>
          <a:p>
            <a:pPr lvl="0"/>
            <a:r>
              <a:rPr lang="en-US"/>
              <a:t>—Insert Name Here</a:t>
            </a:r>
          </a:p>
        </p:txBody>
      </p:sp>
      <p:sp>
        <p:nvSpPr>
          <p:cNvPr id="6" name="Slide Number Placeholder 16">
            <a:extLst>
              <a:ext uri="{FF2B5EF4-FFF2-40B4-BE49-F238E27FC236}">
                <a16:creationId xmlns:a16="http://schemas.microsoft.com/office/drawing/2014/main" id="{7B5D2398-811C-AA1B-4829-81747233F4FD}"/>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6FB4097-1EEC-E54A-9AA0-66117531F0C2}"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023B51D3-B6CC-FDCC-6820-026E1729638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1646846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Quote - gold C">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B7A58E6-0762-227F-5891-CCCA0496A459}"/>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7" name="TextBox 6">
            <a:extLst>
              <a:ext uri="{FF2B5EF4-FFF2-40B4-BE49-F238E27FC236}">
                <a16:creationId xmlns:a16="http://schemas.microsoft.com/office/drawing/2014/main" id="{5299DC0F-735B-AE56-9B06-1BE693006BDF}"/>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tx1"/>
                </a:solidFill>
              </a:defRPr>
            </a:lvl1pPr>
          </a:lstStyle>
          <a:p>
            <a:r>
              <a:rPr lang="en-US"/>
              <a:t>Click to edit quote</a:t>
            </a:r>
          </a:p>
        </p:txBody>
      </p:sp>
      <p:sp>
        <p:nvSpPr>
          <p:cNvPr id="8" name="TextBox 7">
            <a:extLst>
              <a:ext uri="{FF2B5EF4-FFF2-40B4-BE49-F238E27FC236}">
                <a16:creationId xmlns:a16="http://schemas.microsoft.com/office/drawing/2014/main" id="{DDE79894-9BD7-9238-0FEC-5D4242AC8A51}"/>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bg1"/>
                </a:solidFill>
                <a:latin typeface="Franklin Gothic Demi" panose="020B0603020102020204" pitchFamily="34" charset="0"/>
              </a:rPr>
              <a:t>“</a:t>
            </a:r>
          </a:p>
        </p:txBody>
      </p:sp>
      <p:sp>
        <p:nvSpPr>
          <p:cNvPr id="6" name="Text Placeholder 13">
            <a:extLst>
              <a:ext uri="{FF2B5EF4-FFF2-40B4-BE49-F238E27FC236}">
                <a16:creationId xmlns:a16="http://schemas.microsoft.com/office/drawing/2014/main" id="{526B998F-9B77-CFC1-1393-1686B899BD04}"/>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tx1"/>
                </a:solidFill>
                <a:latin typeface="Franklin Gothic Medium" panose="020B0603020102020204" pitchFamily="34" charset="0"/>
              </a:defRPr>
            </a:lvl1pPr>
          </a:lstStyle>
          <a:p>
            <a:pPr lvl="0"/>
            <a:r>
              <a:rPr lang="en-US"/>
              <a:t>—Insert Name Here</a:t>
            </a:r>
          </a:p>
        </p:txBody>
      </p:sp>
      <p:sp>
        <p:nvSpPr>
          <p:cNvPr id="5" name="Slide Number Placeholder 16">
            <a:extLst>
              <a:ext uri="{FF2B5EF4-FFF2-40B4-BE49-F238E27FC236}">
                <a16:creationId xmlns:a16="http://schemas.microsoft.com/office/drawing/2014/main" id="{D2B8328B-8B67-D32D-BA71-2A622C4E86C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6560F00-6AEB-1943-AB90-7EA7ECCDF1FD}"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38C6BD4D-1D31-D5ED-A5CA-AB3C79B16D8B}"/>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53552169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Quote - blue C">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92EBAA81-6CCB-5B04-142B-964D33961A70}"/>
              </a:ext>
              <a:ext uri="{C183D7F6-B498-43B3-948B-1728B52AA6E4}">
                <adec:decorative xmlns:adec="http://schemas.microsoft.com/office/drawing/2017/decorative" val="0"/>
              </a:ext>
            </a:extLst>
          </p:cNvPr>
          <p:cNvSpPr/>
          <p:nvPr userDrawn="1"/>
        </p:nvSpPr>
        <p:spPr>
          <a:xfrm>
            <a:off x="731520" y="760151"/>
            <a:ext cx="10698480" cy="5212080"/>
          </a:xfrm>
          <a:custGeom>
            <a:avLst/>
            <a:gdLst>
              <a:gd name="connsiteX0" fmla="*/ 0 w 10698480"/>
              <a:gd name="connsiteY0" fmla="*/ 0 h 5212080"/>
              <a:gd name="connsiteX1" fmla="*/ 156362 w 10698480"/>
              <a:gd name="connsiteY1" fmla="*/ 0 h 5212080"/>
              <a:gd name="connsiteX2" fmla="*/ 10542118 w 10698480"/>
              <a:gd name="connsiteY2" fmla="*/ 0 h 5212080"/>
              <a:gd name="connsiteX3" fmla="*/ 10698480 w 10698480"/>
              <a:gd name="connsiteY3" fmla="*/ 0 h 5212080"/>
              <a:gd name="connsiteX4" fmla="*/ 10698480 w 10698480"/>
              <a:gd name="connsiteY4" fmla="*/ 156362 h 5212080"/>
              <a:gd name="connsiteX5" fmla="*/ 10698480 w 10698480"/>
              <a:gd name="connsiteY5" fmla="*/ 1040514 h 5212080"/>
              <a:gd name="connsiteX6" fmla="*/ 10698480 w 10698480"/>
              <a:gd name="connsiteY6" fmla="*/ 5055718 h 5212080"/>
              <a:gd name="connsiteX7" fmla="*/ 10542118 w 10698480"/>
              <a:gd name="connsiteY7" fmla="*/ 5212080 h 5212080"/>
              <a:gd name="connsiteX8" fmla="*/ 156362 w 10698480"/>
              <a:gd name="connsiteY8" fmla="*/ 5212080 h 5212080"/>
              <a:gd name="connsiteX9" fmla="*/ 0 w 10698480"/>
              <a:gd name="connsiteY9" fmla="*/ 5055718 h 5212080"/>
              <a:gd name="connsiteX10" fmla="*/ 0 w 10698480"/>
              <a:gd name="connsiteY10" fmla="*/ 1040514 h 5212080"/>
              <a:gd name="connsiteX11" fmla="*/ 0 w 10698480"/>
              <a:gd name="connsiteY11" fmla="*/ 156362 h 521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8480" h="5212080">
                <a:moveTo>
                  <a:pt x="0" y="0"/>
                </a:moveTo>
                <a:lnTo>
                  <a:pt x="156362" y="0"/>
                </a:lnTo>
                <a:lnTo>
                  <a:pt x="10542118" y="0"/>
                </a:lnTo>
                <a:lnTo>
                  <a:pt x="10698480" y="0"/>
                </a:lnTo>
                <a:lnTo>
                  <a:pt x="10698480" y="156362"/>
                </a:lnTo>
                <a:lnTo>
                  <a:pt x="10698480" y="1040514"/>
                </a:lnTo>
                <a:lnTo>
                  <a:pt x="10698480" y="5055718"/>
                </a:lnTo>
                <a:cubicBezTo>
                  <a:pt x="10698480" y="5142074"/>
                  <a:pt x="10628474" y="5212080"/>
                  <a:pt x="10542118" y="5212080"/>
                </a:cubicBezTo>
                <a:lnTo>
                  <a:pt x="156362" y="5212080"/>
                </a:lnTo>
                <a:cubicBezTo>
                  <a:pt x="70006" y="5212080"/>
                  <a:pt x="0" y="5142074"/>
                  <a:pt x="0" y="5055718"/>
                </a:cubicBezTo>
                <a:lnTo>
                  <a:pt x="0" y="1040514"/>
                </a:lnTo>
                <a:lnTo>
                  <a:pt x="0" y="156362"/>
                </a:lnTo>
                <a:close/>
              </a:path>
            </a:pathLst>
          </a:custGeom>
          <a:solidFill>
            <a:schemeClr val="accent2"/>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0" i="0">
              <a:solidFill>
                <a:schemeClr val="accent1"/>
              </a:solidFill>
              <a:latin typeface="+mj-lt"/>
              <a:cs typeface="Arial" panose="020B0604020202020204" pitchFamily="34" charset="0"/>
            </a:endParaRPr>
          </a:p>
        </p:txBody>
      </p:sp>
      <p:sp>
        <p:nvSpPr>
          <p:cNvPr id="5" name="TextBox 4">
            <a:extLst>
              <a:ext uri="{FF2B5EF4-FFF2-40B4-BE49-F238E27FC236}">
                <a16:creationId xmlns:a16="http://schemas.microsoft.com/office/drawing/2014/main" id="{3B9CCC0F-C173-AE82-8375-64657F788C38}"/>
              </a:ext>
            </a:extLst>
          </p:cNvPr>
          <p:cNvSpPr txBox="1"/>
          <p:nvPr userDrawn="1"/>
        </p:nvSpPr>
        <p:spPr>
          <a:xfrm>
            <a:off x="1528057" y="1037029"/>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9" name="Title 1">
            <a:extLst>
              <a:ext uri="{FF2B5EF4-FFF2-40B4-BE49-F238E27FC236}">
                <a16:creationId xmlns:a16="http://schemas.microsoft.com/office/drawing/2014/main" id="{2F2EAD38-3F4E-3116-BAFB-59FC29245BDB}"/>
              </a:ext>
            </a:extLst>
          </p:cNvPr>
          <p:cNvSpPr>
            <a:spLocks noGrp="1"/>
          </p:cNvSpPr>
          <p:nvPr>
            <p:ph type="title" hasCustomPrompt="1"/>
          </p:nvPr>
        </p:nvSpPr>
        <p:spPr>
          <a:xfrm>
            <a:off x="1732788" y="2364949"/>
            <a:ext cx="8695944" cy="2128102"/>
          </a:xfrm>
        </p:spPr>
        <p:txBody>
          <a:bodyPr anchor="ctr">
            <a:normAutofit/>
          </a:bodyPr>
          <a:lstStyle>
            <a:lvl1pPr algn="ctr">
              <a:lnSpc>
                <a:spcPct val="100000"/>
              </a:lnSpc>
              <a:defRPr sz="3800">
                <a:solidFill>
                  <a:schemeClr val="bg1"/>
                </a:solidFill>
              </a:defRPr>
            </a:lvl1pPr>
          </a:lstStyle>
          <a:p>
            <a:r>
              <a:rPr lang="en-US"/>
              <a:t>Click to edit quote</a:t>
            </a:r>
          </a:p>
        </p:txBody>
      </p:sp>
      <p:sp>
        <p:nvSpPr>
          <p:cNvPr id="8" name="TextBox 7">
            <a:extLst>
              <a:ext uri="{FF2B5EF4-FFF2-40B4-BE49-F238E27FC236}">
                <a16:creationId xmlns:a16="http://schemas.microsoft.com/office/drawing/2014/main" id="{E005A0B6-56FE-9A68-38CA-077789C20A50}"/>
              </a:ext>
            </a:extLst>
          </p:cNvPr>
          <p:cNvSpPr txBox="1"/>
          <p:nvPr userDrawn="1"/>
        </p:nvSpPr>
        <p:spPr>
          <a:xfrm rot="10800000">
            <a:off x="8525815" y="3169612"/>
            <a:ext cx="2138129"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600" b="1" i="0">
                <a:solidFill>
                  <a:schemeClr val="accent1"/>
                </a:solidFill>
                <a:latin typeface="Franklin Gothic Demi" panose="020B0603020102020204" pitchFamily="34" charset="0"/>
              </a:rPr>
              <a:t>“</a:t>
            </a:r>
          </a:p>
        </p:txBody>
      </p:sp>
      <p:sp>
        <p:nvSpPr>
          <p:cNvPr id="4" name="Text Placeholder 13">
            <a:extLst>
              <a:ext uri="{FF2B5EF4-FFF2-40B4-BE49-F238E27FC236}">
                <a16:creationId xmlns:a16="http://schemas.microsoft.com/office/drawing/2014/main" id="{05BEC2FB-E6F2-FD9E-752B-60D0833A434A}"/>
              </a:ext>
            </a:extLst>
          </p:cNvPr>
          <p:cNvSpPr>
            <a:spLocks noGrp="1"/>
          </p:cNvSpPr>
          <p:nvPr>
            <p:ph type="body" sz="quarter" idx="10" hasCustomPrompt="1"/>
          </p:nvPr>
        </p:nvSpPr>
        <p:spPr>
          <a:xfrm>
            <a:off x="2553999" y="4572000"/>
            <a:ext cx="7040880" cy="371641"/>
          </a:xfrm>
        </p:spPr>
        <p:txBody>
          <a:bodyPr>
            <a:normAutofit/>
          </a:bodyPr>
          <a:lstStyle>
            <a:lvl1pPr marL="0" indent="0" algn="ctr">
              <a:buNone/>
              <a:defRPr sz="1800" b="0" i="0">
                <a:solidFill>
                  <a:schemeClr val="bg1"/>
                </a:solidFill>
                <a:latin typeface="Franklin Gothic Medium" panose="020B0603020102020204" pitchFamily="34" charset="0"/>
              </a:defRPr>
            </a:lvl1pPr>
          </a:lstStyle>
          <a:p>
            <a:pPr lvl="0"/>
            <a:r>
              <a:rPr lang="en-US"/>
              <a:t>—Insert Name Here</a:t>
            </a:r>
          </a:p>
        </p:txBody>
      </p:sp>
      <p:sp>
        <p:nvSpPr>
          <p:cNvPr id="7" name="Slide Number Placeholder 16">
            <a:extLst>
              <a:ext uri="{FF2B5EF4-FFF2-40B4-BE49-F238E27FC236}">
                <a16:creationId xmlns:a16="http://schemas.microsoft.com/office/drawing/2014/main" id="{550CCDBE-A693-D049-073A-156F4CFCB72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526ED7A-CFE0-394D-8100-C90A3139885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10" name="Picture 9" descr="Central Piedmont Community College logo icon">
            <a:extLst>
              <a:ext uri="{FF2B5EF4-FFF2-40B4-BE49-F238E27FC236}">
                <a16:creationId xmlns:a16="http://schemas.microsoft.com/office/drawing/2014/main" id="{A0646C18-E20C-AD6B-D310-443317424795}"/>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5577546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Quote and Image A - white on gray">
    <p:bg>
      <p:bgPr>
        <a:solidFill>
          <a:schemeClr val="tx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bg1"/>
                </a:solidFill>
              </a:defRPr>
            </a:lvl1pPr>
          </a:lstStyle>
          <a:p>
            <a:r>
              <a:rPr lang="en-US"/>
              <a:t>Click to edit quote</a:t>
            </a:r>
          </a:p>
        </p:txBody>
      </p:sp>
      <p:sp>
        <p:nvSpPr>
          <p:cNvPr id="2" name="Slide Number Placeholder 16">
            <a:extLst>
              <a:ext uri="{FF2B5EF4-FFF2-40B4-BE49-F238E27FC236}">
                <a16:creationId xmlns:a16="http://schemas.microsoft.com/office/drawing/2014/main" id="{671AA4EE-421D-4193-D6F9-77DDD8F7C04E}"/>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3B80CD0-8FC4-C146-81E5-6308FB37B0A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F8324495-1CA7-BEE6-4B59-32C3278B1052}"/>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67004963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Quote and Image A - go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accent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2"/>
                </a:solidFill>
              </a:defRPr>
            </a:lvl1pPr>
          </a:lstStyle>
          <a:p>
            <a:r>
              <a:rPr lang="en-US"/>
              <a:t>Click to edit quote</a:t>
            </a:r>
          </a:p>
        </p:txBody>
      </p:sp>
      <p:sp>
        <p:nvSpPr>
          <p:cNvPr id="2" name="Slide Number Placeholder 16">
            <a:extLst>
              <a:ext uri="{FF2B5EF4-FFF2-40B4-BE49-F238E27FC236}">
                <a16:creationId xmlns:a16="http://schemas.microsoft.com/office/drawing/2014/main" id="{97F954C1-197A-6A8F-8C66-1BF21FFB31C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AA7D609-80DE-674D-BC80-8368D29D0741}"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99DBEA8D-2CB7-A8F5-8DB7-E48ABF42BCFC}"/>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20395890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Quote and Image A - black on go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3BD2129-ACF5-FF41-0173-A22D19E9E64C}"/>
              </a:ext>
              <a:ext uri="{C183D7F6-B498-43B3-948B-1728B52AA6E4}">
                <adec:decorative xmlns:adec="http://schemas.microsoft.com/office/drawing/2017/decorative" val="1"/>
              </a:ext>
            </a:extLst>
          </p:cNvPr>
          <p:cNvSpPr/>
          <p:nvPr userDrawn="1"/>
        </p:nvSpPr>
        <p:spPr>
          <a:xfrm>
            <a:off x="0" y="0"/>
            <a:ext cx="6884808" cy="6858000"/>
          </a:xfrm>
          <a:custGeom>
            <a:avLst/>
            <a:gdLst>
              <a:gd name="connsiteX0" fmla="*/ 0 w 6884808"/>
              <a:gd name="connsiteY0" fmla="*/ 0 h 6858000"/>
              <a:gd name="connsiteX1" fmla="*/ 6884808 w 6884808"/>
              <a:gd name="connsiteY1" fmla="*/ 0 h 6858000"/>
              <a:gd name="connsiteX2" fmla="*/ 6884808 w 6884808"/>
              <a:gd name="connsiteY2" fmla="*/ 6858000 h 6858000"/>
              <a:gd name="connsiteX3" fmla="*/ 0 w 6884808"/>
              <a:gd name="connsiteY3" fmla="*/ 6858000 h 6858000"/>
              <a:gd name="connsiteX4" fmla="*/ 0 w 6884808"/>
              <a:gd name="connsiteY4" fmla="*/ 0 h 6858000"/>
              <a:gd name="connsiteX0" fmla="*/ 0 w 6884808"/>
              <a:gd name="connsiteY0" fmla="*/ 0 h 6858000"/>
              <a:gd name="connsiteX1" fmla="*/ 6884808 w 6884808"/>
              <a:gd name="connsiteY1" fmla="*/ 0 h 6858000"/>
              <a:gd name="connsiteX2" fmla="*/ 2782708 w 6884808"/>
              <a:gd name="connsiteY2" fmla="*/ 6858000 h 6858000"/>
              <a:gd name="connsiteX3" fmla="*/ 0 w 6884808"/>
              <a:gd name="connsiteY3" fmla="*/ 6858000 h 6858000"/>
              <a:gd name="connsiteX4" fmla="*/ 0 w 688480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808" h="6858000">
                <a:moveTo>
                  <a:pt x="0" y="0"/>
                </a:moveTo>
                <a:lnTo>
                  <a:pt x="6884808" y="0"/>
                </a:lnTo>
                <a:lnTo>
                  <a:pt x="2782708" y="6858000"/>
                </a:lnTo>
                <a:lnTo>
                  <a:pt x="0" y="6858000"/>
                </a:lnTo>
                <a:lnTo>
                  <a:pt x="0" y="0"/>
                </a:lnTo>
                <a:close/>
              </a:path>
            </a:pathLst>
          </a:custGeo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lvl="0" indent="0" algn="ctr">
              <a:lnSpc>
                <a:spcPct val="90000"/>
              </a:lnSpc>
              <a:spcBef>
                <a:spcPts val="1000"/>
              </a:spcBef>
              <a:buClr>
                <a:srgbClr val="A9A47A"/>
              </a:buClr>
              <a:buFont typeface="Arial" panose="020B0604020202020204" pitchFamily="34" charset="0"/>
              <a:buNone/>
            </a:pPr>
            <a:endParaRPr lang="en-US" b="0" i="0">
              <a:solidFill>
                <a:srgbClr val="636466"/>
              </a:solidFill>
              <a:latin typeface="+mj-lt"/>
              <a:cs typeface="Arial" panose="020B0604020202020204" pitchFamily="34" charset="0"/>
            </a:endParaRPr>
          </a:p>
        </p:txBody>
      </p:sp>
      <p:sp>
        <p:nvSpPr>
          <p:cNvPr id="16" name="Picture Placeholder 30">
            <a:extLst>
              <a:ext uri="{FF2B5EF4-FFF2-40B4-BE49-F238E27FC236}">
                <a16:creationId xmlns:a16="http://schemas.microsoft.com/office/drawing/2014/main" id="{94FC7FCD-F4F4-47FE-4943-D75660327C71}"/>
              </a:ext>
            </a:extLst>
          </p:cNvPr>
          <p:cNvSpPr>
            <a:spLocks noGrp="1"/>
          </p:cNvSpPr>
          <p:nvPr>
            <p:ph type="pic" sz="quarter" idx="27" hasCustomPrompt="1"/>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a:solidFill>
            <a:schemeClr val="bg2"/>
          </a:solidFill>
        </p:spPr>
        <p:txBody>
          <a:bodyPr wrap="square" anchor="ctr">
            <a:noAutofit/>
          </a:bodyPr>
          <a:lstStyle>
            <a:lvl1pPr marL="0" indent="0">
              <a:buFontTx/>
              <a:buNone/>
              <a:defRPr sz="1800">
                <a:solidFill>
                  <a:schemeClr val="tx1"/>
                </a:solidFill>
              </a:defRPr>
            </a:lvl1pPr>
          </a:lstStyle>
          <a:p>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4699000"/>
          </a:xfrm>
        </p:spPr>
        <p:txBody>
          <a:bodyPr anchor="ctr">
            <a:normAutofit/>
          </a:bodyPr>
          <a:lstStyle>
            <a:lvl1pPr algn="r">
              <a:lnSpc>
                <a:spcPct val="100000"/>
              </a:lnSpc>
              <a:defRPr sz="3800">
                <a:solidFill>
                  <a:schemeClr val="tx1"/>
                </a:solidFill>
              </a:defRPr>
            </a:lvl1pPr>
          </a:lstStyle>
          <a:p>
            <a:r>
              <a:rPr lang="en-US"/>
              <a:t>Click to edit quote</a:t>
            </a:r>
          </a:p>
        </p:txBody>
      </p:sp>
      <p:sp>
        <p:nvSpPr>
          <p:cNvPr id="5" name="Slide Number Placeholder 16">
            <a:extLst>
              <a:ext uri="{FF2B5EF4-FFF2-40B4-BE49-F238E27FC236}">
                <a16:creationId xmlns:a16="http://schemas.microsoft.com/office/drawing/2014/main" id="{CF3D07EC-FA86-BBCF-772E-4A09B3623D52}"/>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B9DAFCC-C613-0C42-A081-075950AEB8F6}"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3466BEA3-8EB1-DDEC-5DE8-4F990E24AF73}"/>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49821200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Quote and Image B">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2"/>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C4DF926-D9D3-4844-9E6E-FB08904D6C1E}"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08095269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Quote and Image B - white on gray">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bg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 name="Slide Number Placeholder 16">
            <a:extLst>
              <a:ext uri="{FF2B5EF4-FFF2-40B4-BE49-F238E27FC236}">
                <a16:creationId xmlns:a16="http://schemas.microsoft.com/office/drawing/2014/main" id="{2DC3F29B-A314-A7DD-F430-47A006FE0718}"/>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47139B7-6749-264D-B9A5-5C15F04E5413}"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3F9CE917-FDE9-8549-CCE6-EEE9893EF49D}"/>
              </a:ext>
            </a:extLst>
          </p:cNvPr>
          <p:cNvPicPr>
            <a:picLocks noChangeAspect="1"/>
          </p:cNvPicPr>
          <p:nvPr userDrawn="1"/>
        </p:nvPicPr>
        <p:blipFill>
          <a:blip r:embed="rId2"/>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402152939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Quote and Image B - black on gold">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78DF140-7034-FE61-F064-A7CDFB6FF9C4}"/>
              </a:ext>
            </a:extLst>
          </p:cNvPr>
          <p:cNvSpPr>
            <a:spLocks noGrp="1"/>
          </p:cNvSpPr>
          <p:nvPr>
            <p:ph type="pic" sz="quarter" idx="10" hasCustomPrompt="1"/>
          </p:nvPr>
        </p:nvSpPr>
        <p:spPr>
          <a:xfrm>
            <a:off x="0" y="0"/>
            <a:ext cx="5753100" cy="6858000"/>
          </a:xfrm>
          <a:solidFill>
            <a:schemeClr val="bg1"/>
          </a:solidFill>
          <a:ln>
            <a:noFill/>
          </a:ln>
          <a:effectLst>
            <a:outerShdw blurRad="965200" dist="165100" dir="54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1800" b="0" i="0" dirty="0">
                <a:solidFill>
                  <a:srgbClr val="636466"/>
                </a:solidFill>
                <a:latin typeface="+mj-lt"/>
                <a:cs typeface="Arial" panose="020B0604020202020204" pitchFamily="34" charset="0"/>
              </a:defRPr>
            </a:lvl1pPr>
          </a:lstStyle>
          <a:p>
            <a:pPr marL="0" lvl="0" algn="ctr"/>
            <a:r>
              <a:rPr lang="en-US"/>
              <a:t>Click to add picture</a:t>
            </a:r>
          </a:p>
        </p:txBody>
      </p:sp>
      <p:sp>
        <p:nvSpPr>
          <p:cNvPr id="19" name="Title 1">
            <a:extLst>
              <a:ext uri="{FF2B5EF4-FFF2-40B4-BE49-F238E27FC236}">
                <a16:creationId xmlns:a16="http://schemas.microsoft.com/office/drawing/2014/main" id="{8C22CDA9-13EA-D909-1ADF-2ED241A9620B}"/>
              </a:ext>
            </a:extLst>
          </p:cNvPr>
          <p:cNvSpPr>
            <a:spLocks noGrp="1"/>
          </p:cNvSpPr>
          <p:nvPr>
            <p:ph type="title" hasCustomPrompt="1"/>
          </p:nvPr>
        </p:nvSpPr>
        <p:spPr>
          <a:xfrm>
            <a:off x="6096000" y="1333500"/>
            <a:ext cx="5867400" cy="1841500"/>
          </a:xfrm>
        </p:spPr>
        <p:txBody>
          <a:bodyPr anchor="b">
            <a:normAutofit/>
          </a:bodyPr>
          <a:lstStyle>
            <a:lvl1pPr algn="l">
              <a:lnSpc>
                <a:spcPct val="100000"/>
              </a:lnSpc>
              <a:defRPr sz="3800">
                <a:solidFill>
                  <a:schemeClr val="tx1"/>
                </a:solidFill>
              </a:defRPr>
            </a:lvl1pPr>
          </a:lstStyle>
          <a:p>
            <a:r>
              <a:rPr lang="en-US"/>
              <a:t>Click to edit quote</a:t>
            </a:r>
          </a:p>
        </p:txBody>
      </p:sp>
      <p:sp>
        <p:nvSpPr>
          <p:cNvPr id="8" name="Text Placeholder 7">
            <a:extLst>
              <a:ext uri="{FF2B5EF4-FFF2-40B4-BE49-F238E27FC236}">
                <a16:creationId xmlns:a16="http://schemas.microsoft.com/office/drawing/2014/main" id="{AC769249-85A4-079B-6B47-5638DD596F3F}"/>
              </a:ext>
            </a:extLst>
          </p:cNvPr>
          <p:cNvSpPr>
            <a:spLocks noGrp="1"/>
          </p:cNvSpPr>
          <p:nvPr>
            <p:ph type="body" sz="quarter" idx="11" hasCustomPrompt="1"/>
          </p:nvPr>
        </p:nvSpPr>
        <p:spPr>
          <a:xfrm>
            <a:off x="6096000" y="3340100"/>
            <a:ext cx="5867400" cy="2413000"/>
          </a:xfrm>
        </p:spPr>
        <p:txBody>
          <a:bodyPr/>
          <a:lstStyle>
            <a:lvl1pPr marL="0" indent="0">
              <a:buClr>
                <a:schemeClr val="tx1"/>
              </a:buClr>
              <a:buFont typeface="Arial" panose="020B0604020202020204" pitchFamily="34" charset="0"/>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text</a:t>
            </a:r>
          </a:p>
        </p:txBody>
      </p:sp>
      <p:sp>
        <p:nvSpPr>
          <p:cNvPr id="6" name="Slide Number Placeholder 16">
            <a:extLst>
              <a:ext uri="{FF2B5EF4-FFF2-40B4-BE49-F238E27FC236}">
                <a16:creationId xmlns:a16="http://schemas.microsoft.com/office/drawing/2014/main" id="{0A8AE000-A729-006A-6FF0-9791E4CB0FD1}"/>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9CF26EE-C9F4-E143-A896-1CABB7EF13BE}" type="slidenum">
              <a:rPr lang="en-US" sz="1200" b="0" i="0" kern="1200" smtClean="0">
                <a:solidFill>
                  <a:schemeClr val="tx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1"/>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bg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C2577CF7-0ED7-A1C3-708A-3462F1C03E85}"/>
              </a:ext>
            </a:extLst>
          </p:cNvPr>
          <p:cNvPicPr>
            <a:picLocks noChangeAspect="1"/>
          </p:cNvPicPr>
          <p:nvPr userDrawn="1"/>
        </p:nvPicPr>
        <p:blipFill>
          <a:blip r:embed="rId2">
            <a:alphaModFix/>
          </a:blip>
          <a:srcRect t="103" r="-192" b="2600"/>
          <a:stretch/>
        </p:blipFill>
        <p:spPr>
          <a:xfrm>
            <a:off x="11430000" y="6126480"/>
            <a:ext cx="606881" cy="592211"/>
          </a:xfrm>
          <a:prstGeom prst="rect">
            <a:avLst/>
          </a:prstGeom>
        </p:spPr>
      </p:pic>
    </p:spTree>
    <p:extLst>
      <p:ext uri="{BB962C8B-B14F-4D97-AF65-F5344CB8AC3E}">
        <p14:creationId xmlns:p14="http://schemas.microsoft.com/office/powerpoint/2010/main" val="165771696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hank You w logo">
    <p:bg>
      <p:bgPr>
        <a:solidFill>
          <a:schemeClr val="bg1"/>
        </a:solidFill>
        <a:effectLst/>
      </p:bgPr>
    </p:bg>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3FF3D432-9F0B-7454-3F15-6EDD4EFC13AE}"/>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Thank you</a:t>
            </a:r>
          </a:p>
        </p:txBody>
      </p:sp>
      <p:pic>
        <p:nvPicPr>
          <p:cNvPr id="18" name="Picture 17" descr="Central Piedmont Community College logo">
            <a:extLst>
              <a:ext uri="{FF2B5EF4-FFF2-40B4-BE49-F238E27FC236}">
                <a16:creationId xmlns:a16="http://schemas.microsoft.com/office/drawing/2014/main" id="{7B3BADE0-859D-F476-7BF1-EB7E3E79E1C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97821" y="2660205"/>
            <a:ext cx="3329068" cy="1853685"/>
          </a:xfrm>
          <a:prstGeom prst="rect">
            <a:avLst/>
          </a:prstGeom>
        </p:spPr>
      </p:pic>
      <p:sp>
        <p:nvSpPr>
          <p:cNvPr id="8" name="Text Placeholder 16">
            <a:extLst>
              <a:ext uri="{FF2B5EF4-FFF2-40B4-BE49-F238E27FC236}">
                <a16:creationId xmlns:a16="http://schemas.microsoft.com/office/drawing/2014/main" id="{04A4E335-F507-E67D-E4BA-A15F54FBDE55}"/>
              </a:ext>
            </a:extLst>
          </p:cNvPr>
          <p:cNvSpPr>
            <a:spLocks noGrp="1"/>
          </p:cNvSpPr>
          <p:nvPr>
            <p:ph type="body" sz="quarter" idx="23" hasCustomPrompt="1"/>
          </p:nvPr>
        </p:nvSpPr>
        <p:spPr>
          <a:xfrm>
            <a:off x="5492962" y="2199801"/>
            <a:ext cx="5708438" cy="364089"/>
          </a:xfrm>
          <a:prstGeom prst="rect">
            <a:avLst/>
          </a:prstGeom>
        </p:spPr>
        <p:txBody>
          <a:bodyPr anchor="t">
            <a:noAutofit/>
          </a:bodyPr>
          <a:lstStyle>
            <a:lvl1pPr marL="0" indent="0" algn="l">
              <a:buNone/>
              <a:defRPr sz="20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7" name="Text Placeholder 65">
            <a:extLst>
              <a:ext uri="{FF2B5EF4-FFF2-40B4-BE49-F238E27FC236}">
                <a16:creationId xmlns:a16="http://schemas.microsoft.com/office/drawing/2014/main" id="{E1CD2082-BE99-0B7F-CA17-6EF11A26E171}"/>
              </a:ext>
            </a:extLst>
          </p:cNvPr>
          <p:cNvSpPr>
            <a:spLocks noGrp="1"/>
          </p:cNvSpPr>
          <p:nvPr>
            <p:ph type="body" sz="quarter" idx="11" hasCustomPrompt="1"/>
          </p:nvPr>
        </p:nvSpPr>
        <p:spPr>
          <a:xfrm>
            <a:off x="5485741" y="2563890"/>
            <a:ext cx="5708438" cy="2509272"/>
          </a:xfrm>
        </p:spPr>
        <p:txBody>
          <a:bodyPr>
            <a:normAutofit/>
          </a:bodyPr>
          <a:lstStyle>
            <a:lvl1pPr marL="137160" indent="-137160">
              <a:buClr>
                <a:schemeClr val="accent1"/>
              </a:buClr>
              <a:defRPr sz="1800" b="0" i="0">
                <a:solidFill>
                  <a:schemeClr val="tx2"/>
                </a:solidFill>
                <a:latin typeface="Franklin Gothic Book" panose="020B0503020102020204" pitchFamily="34" charset="0"/>
              </a:defRPr>
            </a:lvl1pPr>
          </a:lstStyle>
          <a:p>
            <a:pPr lvl="0"/>
            <a:r>
              <a:rPr lang="en-US"/>
              <a:t>Click to edit text</a:t>
            </a:r>
          </a:p>
        </p:txBody>
      </p:sp>
      <p:sp>
        <p:nvSpPr>
          <p:cNvPr id="3" name="Slide Number Placeholder 16">
            <a:extLst>
              <a:ext uri="{FF2B5EF4-FFF2-40B4-BE49-F238E27FC236}">
                <a16:creationId xmlns:a16="http://schemas.microsoft.com/office/drawing/2014/main" id="{68A280CF-6D86-A638-1D1E-4C04266536CD}"/>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8153D96-40C3-4047-AEEE-F5B033BCB17C}"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endParaRPr lang="en-US" sz="1200" b="0" i="0" kern="1200" dirty="0">
              <a:solidFill>
                <a:schemeClr val="accent1"/>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20938059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Next Steps">
    <p:bg>
      <p:bgPr>
        <a:solidFill>
          <a:schemeClr val="bg1"/>
        </a:solidFill>
        <a:effectLst/>
      </p:bgPr>
    </p:bg>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E70C6CFE-646E-8056-C122-FE94965DDAE8}"/>
              </a:ext>
            </a:extLst>
          </p:cNvPr>
          <p:cNvSpPr>
            <a:spLocks noGrp="1"/>
          </p:cNvSpPr>
          <p:nvPr>
            <p:ph type="title" hasCustomPrompt="1"/>
          </p:nvPr>
        </p:nvSpPr>
        <p:spPr>
          <a:xfrm>
            <a:off x="731520" y="457200"/>
            <a:ext cx="10698480" cy="640080"/>
          </a:xfrm>
        </p:spPr>
        <p:txBody>
          <a:bodyPr/>
          <a:lstStyle>
            <a:lvl1pPr>
              <a:defRPr b="1" i="0">
                <a:solidFill>
                  <a:schemeClr val="tx2"/>
                </a:solidFill>
              </a:defRPr>
            </a:lvl1pPr>
          </a:lstStyle>
          <a:p>
            <a:r>
              <a:rPr lang="en-US"/>
              <a:t>Next steps </a:t>
            </a:r>
          </a:p>
        </p:txBody>
      </p:sp>
      <p:sp>
        <p:nvSpPr>
          <p:cNvPr id="4" name="Text Placeholder 16">
            <a:extLst>
              <a:ext uri="{FF2B5EF4-FFF2-40B4-BE49-F238E27FC236}">
                <a16:creationId xmlns:a16="http://schemas.microsoft.com/office/drawing/2014/main" id="{3E8A0AAD-08D1-16D3-580E-F0724CEB55BA}"/>
              </a:ext>
            </a:extLst>
          </p:cNvPr>
          <p:cNvSpPr>
            <a:spLocks noGrp="1"/>
          </p:cNvSpPr>
          <p:nvPr>
            <p:ph type="body" sz="quarter" idx="23" hasCustomPrompt="1"/>
          </p:nvPr>
        </p:nvSpPr>
        <p:spPr>
          <a:xfrm>
            <a:off x="731519" y="2082538"/>
            <a:ext cx="5566199" cy="364089"/>
          </a:xfrm>
          <a:prstGeom prst="rect">
            <a:avLst/>
          </a:prstGeom>
        </p:spPr>
        <p:txBody>
          <a:bodyPr anchor="t">
            <a:noAutofit/>
          </a:bodyPr>
          <a:lstStyle>
            <a:lvl1pPr marL="0" indent="0" algn="l">
              <a:buNone/>
              <a:defRPr sz="1800" b="0" i="0">
                <a:solidFill>
                  <a:schemeClr val="tx2"/>
                </a:solidFill>
                <a:latin typeface="Franklin Gothic Medium" panose="020B0603020102020204" pitchFamily="34" charset="0"/>
                <a:cs typeface="Arial" panose="020B0604020202020204" pitchFamily="34" charset="0"/>
              </a:defRPr>
            </a:lvl1pPr>
          </a:lstStyle>
          <a:p>
            <a:pPr lvl="0"/>
            <a:r>
              <a:rPr lang="en-US"/>
              <a:t>Click to edit title</a:t>
            </a:r>
          </a:p>
        </p:txBody>
      </p:sp>
      <p:sp>
        <p:nvSpPr>
          <p:cNvPr id="3" name="Text Placeholder 65">
            <a:extLst>
              <a:ext uri="{FF2B5EF4-FFF2-40B4-BE49-F238E27FC236}">
                <a16:creationId xmlns:a16="http://schemas.microsoft.com/office/drawing/2014/main" id="{E534888E-A695-15F1-AEFE-A8BD4C3A1A45}"/>
              </a:ext>
            </a:extLst>
          </p:cNvPr>
          <p:cNvSpPr>
            <a:spLocks noGrp="1"/>
          </p:cNvSpPr>
          <p:nvPr>
            <p:ph type="body" sz="quarter" idx="11" hasCustomPrompt="1"/>
          </p:nvPr>
        </p:nvSpPr>
        <p:spPr>
          <a:xfrm>
            <a:off x="731519" y="2446626"/>
            <a:ext cx="5566199" cy="2821535"/>
          </a:xfrm>
        </p:spPr>
        <p:txBody>
          <a:bodyPr>
            <a:normAutofit/>
          </a:bodyPr>
          <a:lstStyle>
            <a:lvl1pPr marL="228600" indent="-228600">
              <a:buClr>
                <a:schemeClr val="accent1"/>
              </a:buClr>
              <a:defRPr lang="en-US" sz="1800" b="0" i="0" kern="1200" dirty="0">
                <a:solidFill>
                  <a:schemeClr val="tx2"/>
                </a:solidFill>
                <a:latin typeface="Franklin Gothic Book" panose="020B0503020102020204" pitchFamily="34" charset="0"/>
                <a:ea typeface="+mn-ea"/>
                <a:cs typeface="+mn-cs"/>
              </a:defRPr>
            </a:lvl1pPr>
          </a:lstStyle>
          <a:p>
            <a:pPr marL="137160" lvl="0" indent="-137160" algn="l" defTabSz="914400" rtl="0" eaLnBrk="1" latinLnBrk="0" hangingPunct="1">
              <a:lnSpc>
                <a:spcPct val="90000"/>
              </a:lnSpc>
              <a:spcBef>
                <a:spcPts val="1000"/>
              </a:spcBef>
              <a:buClr>
                <a:schemeClr val="accent1"/>
              </a:buClr>
              <a:buFont typeface="Arial" panose="020B0604020202020204" pitchFamily="34" charset="0"/>
              <a:buChar char="•"/>
            </a:pPr>
            <a:r>
              <a:rPr lang="en-US"/>
              <a:t>Click to edit text</a:t>
            </a:r>
          </a:p>
        </p:txBody>
      </p:sp>
      <p:pic>
        <p:nvPicPr>
          <p:cNvPr id="11" name="Graphic 10" descr="Telephone icon">
            <a:extLst>
              <a:ext uri="{FF2B5EF4-FFF2-40B4-BE49-F238E27FC236}">
                <a16:creationId xmlns:a16="http://schemas.microsoft.com/office/drawing/2014/main" id="{C7FEAD98-A3D2-3E3D-2BED-8D4D04519D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49087" y="2030545"/>
            <a:ext cx="542936" cy="542936"/>
          </a:xfrm>
          <a:prstGeom prst="rect">
            <a:avLst/>
          </a:prstGeom>
        </p:spPr>
      </p:pic>
      <p:sp>
        <p:nvSpPr>
          <p:cNvPr id="6" name="Text Placeholder 16">
            <a:extLst>
              <a:ext uri="{FF2B5EF4-FFF2-40B4-BE49-F238E27FC236}">
                <a16:creationId xmlns:a16="http://schemas.microsoft.com/office/drawing/2014/main" id="{FF3BE85D-2507-2A97-FBE9-5EF7D2C12CD0}"/>
              </a:ext>
            </a:extLst>
          </p:cNvPr>
          <p:cNvSpPr>
            <a:spLocks noGrp="1"/>
          </p:cNvSpPr>
          <p:nvPr>
            <p:ph type="body" sz="quarter" idx="24" hasCustomPrompt="1"/>
          </p:nvPr>
        </p:nvSpPr>
        <p:spPr>
          <a:xfrm>
            <a:off x="7244390" y="2084169"/>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27" name="Graphic 26" descr="Email icon">
            <a:extLst>
              <a:ext uri="{FF2B5EF4-FFF2-40B4-BE49-F238E27FC236}">
                <a16:creationId xmlns:a16="http://schemas.microsoft.com/office/drawing/2014/main" id="{3ADD2ACD-2B9A-0B91-9CA3-E768682292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703530" y="2764181"/>
            <a:ext cx="457200" cy="457200"/>
          </a:xfrm>
          <a:prstGeom prst="rect">
            <a:avLst/>
          </a:prstGeom>
        </p:spPr>
      </p:pic>
      <p:sp>
        <p:nvSpPr>
          <p:cNvPr id="14" name="Text Placeholder 16">
            <a:extLst>
              <a:ext uri="{FF2B5EF4-FFF2-40B4-BE49-F238E27FC236}">
                <a16:creationId xmlns:a16="http://schemas.microsoft.com/office/drawing/2014/main" id="{6763C353-6A49-4E00-0059-790799D96CF7}"/>
              </a:ext>
            </a:extLst>
          </p:cNvPr>
          <p:cNvSpPr>
            <a:spLocks noGrp="1"/>
          </p:cNvSpPr>
          <p:nvPr>
            <p:ph type="body" sz="quarter" idx="25" hasCustomPrompt="1"/>
          </p:nvPr>
        </p:nvSpPr>
        <p:spPr>
          <a:xfrm>
            <a:off x="7243177" y="2791906"/>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21" name="Graphic 20" descr="Global search icon">
            <a:extLst>
              <a:ext uri="{FF2B5EF4-FFF2-40B4-BE49-F238E27FC236}">
                <a16:creationId xmlns:a16="http://schemas.microsoft.com/office/drawing/2014/main" id="{D8CC8E40-5C29-E5B2-EBDB-FCCA0B1058A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703530" y="3482354"/>
            <a:ext cx="457200" cy="457200"/>
          </a:xfrm>
          <a:prstGeom prst="rect">
            <a:avLst/>
          </a:prstGeom>
        </p:spPr>
      </p:pic>
      <p:sp>
        <p:nvSpPr>
          <p:cNvPr id="15" name="Text Placeholder 16">
            <a:extLst>
              <a:ext uri="{FF2B5EF4-FFF2-40B4-BE49-F238E27FC236}">
                <a16:creationId xmlns:a16="http://schemas.microsoft.com/office/drawing/2014/main" id="{F9507E5C-B2E7-1B4C-ACA9-D11C531F3601}"/>
              </a:ext>
            </a:extLst>
          </p:cNvPr>
          <p:cNvSpPr>
            <a:spLocks noGrp="1"/>
          </p:cNvSpPr>
          <p:nvPr>
            <p:ph type="body" sz="quarter" idx="33" hasCustomPrompt="1"/>
          </p:nvPr>
        </p:nvSpPr>
        <p:spPr>
          <a:xfrm>
            <a:off x="7244392" y="3498595"/>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18" name="Graphic 17" descr="Location pin icon">
            <a:extLst>
              <a:ext uri="{FF2B5EF4-FFF2-40B4-BE49-F238E27FC236}">
                <a16:creationId xmlns:a16="http://schemas.microsoft.com/office/drawing/2014/main" id="{99C3C4DD-575F-6A50-057D-5BDD71E391F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713050" y="4066220"/>
            <a:ext cx="438161" cy="584215"/>
          </a:xfrm>
          <a:prstGeom prst="rect">
            <a:avLst/>
          </a:prstGeom>
        </p:spPr>
      </p:pic>
      <p:sp>
        <p:nvSpPr>
          <p:cNvPr id="17" name="Text Placeholder 16">
            <a:extLst>
              <a:ext uri="{FF2B5EF4-FFF2-40B4-BE49-F238E27FC236}">
                <a16:creationId xmlns:a16="http://schemas.microsoft.com/office/drawing/2014/main" id="{C83AC93A-EDF5-1BA1-F10C-8133AA4A7A83}"/>
              </a:ext>
            </a:extLst>
          </p:cNvPr>
          <p:cNvSpPr>
            <a:spLocks noGrp="1"/>
          </p:cNvSpPr>
          <p:nvPr>
            <p:ph type="body" sz="quarter" idx="37" hasCustomPrompt="1"/>
          </p:nvPr>
        </p:nvSpPr>
        <p:spPr>
          <a:xfrm>
            <a:off x="7244393" y="4135064"/>
            <a:ext cx="4187364"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24" name="Graphic 23" descr="Instagram post icon">
            <a:extLst>
              <a:ext uri="{FF2B5EF4-FFF2-40B4-BE49-F238E27FC236}">
                <a16:creationId xmlns:a16="http://schemas.microsoft.com/office/drawing/2014/main" id="{574CE8B7-5811-DC8D-C60F-174BD51813F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219" y="4820339"/>
            <a:ext cx="447822" cy="447822"/>
          </a:xfrm>
          <a:prstGeom prst="rect">
            <a:avLst/>
          </a:prstGeom>
        </p:spPr>
      </p:pic>
      <p:sp>
        <p:nvSpPr>
          <p:cNvPr id="16" name="Text Placeholder 16">
            <a:extLst>
              <a:ext uri="{FF2B5EF4-FFF2-40B4-BE49-F238E27FC236}">
                <a16:creationId xmlns:a16="http://schemas.microsoft.com/office/drawing/2014/main" id="{30A461FA-85D1-32CE-4694-57C675509EEC}"/>
              </a:ext>
            </a:extLst>
          </p:cNvPr>
          <p:cNvSpPr>
            <a:spLocks noGrp="1"/>
          </p:cNvSpPr>
          <p:nvPr>
            <p:ph type="body" sz="quarter" idx="36" hasCustomPrompt="1"/>
          </p:nvPr>
        </p:nvSpPr>
        <p:spPr>
          <a:xfrm>
            <a:off x="7238040" y="4820339"/>
            <a:ext cx="419371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2" name="Slide Number Placeholder 16">
            <a:extLst>
              <a:ext uri="{FF2B5EF4-FFF2-40B4-BE49-F238E27FC236}">
                <a16:creationId xmlns:a16="http://schemas.microsoft.com/office/drawing/2014/main" id="{CFA37B83-0CAD-C15B-C993-89321D2B6A8F}"/>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DE9804A-2607-D842-B37A-FC5F771823C6}"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7" name="Picture 6" descr="Central Piedmont Community College logo icon">
            <a:extLst>
              <a:ext uri="{FF2B5EF4-FFF2-40B4-BE49-F238E27FC236}">
                <a16:creationId xmlns:a16="http://schemas.microsoft.com/office/drawing/2014/main" id="{31B215BD-2C9E-A535-6063-095A8BAED8D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7390601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Contact 1">
    <p:bg>
      <p:bgPr>
        <a:solidFill>
          <a:schemeClr val="bg1"/>
        </a:solidFill>
        <a:effectLst/>
      </p:bgPr>
    </p:bg>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947B14C-2852-DFA2-23FE-9A0CCC45C5E4}"/>
              </a:ext>
            </a:extLst>
          </p:cNvPr>
          <p:cNvSpPr>
            <a:spLocks noGrp="1"/>
          </p:cNvSpPr>
          <p:nvPr>
            <p:ph type="pic" sz="quarter" idx="10"/>
          </p:nvPr>
        </p:nvSpPr>
        <p:spPr>
          <a:xfrm>
            <a:off x="1013933" y="1148647"/>
            <a:ext cx="4560706" cy="4560706"/>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sp>
        <p:nvSpPr>
          <p:cNvPr id="8" name="Title Placeholder 1">
            <a:extLst>
              <a:ext uri="{FF2B5EF4-FFF2-40B4-BE49-F238E27FC236}">
                <a16:creationId xmlns:a16="http://schemas.microsoft.com/office/drawing/2014/main" id="{9266CB15-4EAA-F6F1-179A-0AC77F9D1970}"/>
              </a:ext>
            </a:extLst>
          </p:cNvPr>
          <p:cNvSpPr>
            <a:spLocks noGrp="1"/>
          </p:cNvSpPr>
          <p:nvPr>
            <p:ph type="title" hasCustomPrompt="1"/>
          </p:nvPr>
        </p:nvSpPr>
        <p:spPr>
          <a:xfrm>
            <a:off x="6095999" y="2076105"/>
            <a:ext cx="4686299" cy="822960"/>
          </a:xfrm>
          <a:prstGeom prst="rect">
            <a:avLst/>
          </a:prstGeom>
        </p:spPr>
        <p:txBody>
          <a:bodyPr vert="horz" lIns="0" tIns="0" rIns="0" bIns="0" rtlCol="0" anchor="b" anchorCtr="0">
            <a:normAutofit/>
          </a:bodyPr>
          <a:lstStyle>
            <a:lvl1pPr algn="l">
              <a:defRPr sz="2800" b="1" i="0">
                <a:solidFill>
                  <a:schemeClr val="tx2"/>
                </a:solidFill>
                <a:latin typeface="Franklin Gothic Medium" panose="020B0603020102020204" pitchFamily="34" charset="0"/>
                <a:cs typeface="Arial Black" panose="020B0604020202020204" pitchFamily="34" charset="0"/>
              </a:defRPr>
            </a:lvl1pPr>
          </a:lstStyle>
          <a:p>
            <a:r>
              <a:rPr lang="en-US"/>
              <a:t>Click to add name</a:t>
            </a:r>
          </a:p>
        </p:txBody>
      </p:sp>
      <p:sp>
        <p:nvSpPr>
          <p:cNvPr id="9" name="Text Placeholder 16">
            <a:extLst>
              <a:ext uri="{FF2B5EF4-FFF2-40B4-BE49-F238E27FC236}">
                <a16:creationId xmlns:a16="http://schemas.microsoft.com/office/drawing/2014/main" id="{F493F45E-524C-FE0C-74C4-E17F078A4ECE}"/>
              </a:ext>
            </a:extLst>
          </p:cNvPr>
          <p:cNvSpPr>
            <a:spLocks noGrp="1"/>
          </p:cNvSpPr>
          <p:nvPr>
            <p:ph type="body" sz="quarter" idx="23" hasCustomPrompt="1"/>
          </p:nvPr>
        </p:nvSpPr>
        <p:spPr>
          <a:xfrm>
            <a:off x="6096000" y="3057464"/>
            <a:ext cx="4686300" cy="447823"/>
          </a:xfrm>
          <a:prstGeom prst="rect">
            <a:avLst/>
          </a:prstGeom>
        </p:spPr>
        <p:txBody>
          <a:bodyPr anchor="t" anchorCtr="0">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Click to edit position</a:t>
            </a:r>
          </a:p>
        </p:txBody>
      </p:sp>
      <p:pic>
        <p:nvPicPr>
          <p:cNvPr id="6" name="Graphic 5" descr="Email icon">
            <a:extLst>
              <a:ext uri="{FF2B5EF4-FFF2-40B4-BE49-F238E27FC236}">
                <a16:creationId xmlns:a16="http://schemas.microsoft.com/office/drawing/2014/main" id="{B574F8D8-F814-275C-39E6-227E7CB4A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67304" y="3824036"/>
            <a:ext cx="457200" cy="457200"/>
          </a:xfrm>
          <a:prstGeom prst="rect">
            <a:avLst/>
          </a:prstGeom>
        </p:spPr>
      </p:pic>
      <p:sp>
        <p:nvSpPr>
          <p:cNvPr id="34" name="Text Placeholder 16">
            <a:extLst>
              <a:ext uri="{FF2B5EF4-FFF2-40B4-BE49-F238E27FC236}">
                <a16:creationId xmlns:a16="http://schemas.microsoft.com/office/drawing/2014/main" id="{F39C20A7-EC22-FFB9-581C-70BC57212FE8}"/>
              </a:ext>
            </a:extLst>
          </p:cNvPr>
          <p:cNvSpPr>
            <a:spLocks noGrp="1"/>
          </p:cNvSpPr>
          <p:nvPr>
            <p:ph type="body" sz="quarter" idx="25" hasCustomPrompt="1"/>
          </p:nvPr>
        </p:nvSpPr>
        <p:spPr>
          <a:xfrm>
            <a:off x="6576193" y="3851761"/>
            <a:ext cx="4193716"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4" name="Graphic 3" descr="Telephone icon">
            <a:extLst>
              <a:ext uri="{FF2B5EF4-FFF2-40B4-BE49-F238E27FC236}">
                <a16:creationId xmlns:a16="http://schemas.microsoft.com/office/drawing/2014/main" id="{A9062958-435A-369B-1622-688B4EF5251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24436" y="4390914"/>
            <a:ext cx="542936" cy="542936"/>
          </a:xfrm>
          <a:prstGeom prst="rect">
            <a:avLst/>
          </a:prstGeom>
        </p:spPr>
      </p:pic>
      <p:sp>
        <p:nvSpPr>
          <p:cNvPr id="33" name="Text Placeholder 16">
            <a:extLst>
              <a:ext uri="{FF2B5EF4-FFF2-40B4-BE49-F238E27FC236}">
                <a16:creationId xmlns:a16="http://schemas.microsoft.com/office/drawing/2014/main" id="{E8B9D7C5-983F-DAD0-F57A-9CDF87AE2155}"/>
              </a:ext>
            </a:extLst>
          </p:cNvPr>
          <p:cNvSpPr>
            <a:spLocks noGrp="1"/>
          </p:cNvSpPr>
          <p:nvPr>
            <p:ph type="body" sz="quarter" idx="24" hasCustomPrompt="1"/>
          </p:nvPr>
        </p:nvSpPr>
        <p:spPr>
          <a:xfrm>
            <a:off x="6577406" y="4438471"/>
            <a:ext cx="4193715"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sp>
        <p:nvSpPr>
          <p:cNvPr id="2" name="Slide Number Placeholder 16">
            <a:extLst>
              <a:ext uri="{FF2B5EF4-FFF2-40B4-BE49-F238E27FC236}">
                <a16:creationId xmlns:a16="http://schemas.microsoft.com/office/drawing/2014/main" id="{D3C2CCE9-050C-D500-AE03-E27098748044}"/>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C975513-F5C5-E649-823C-3DAD3E82A970}"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3" name="Picture 2" descr="Central Piedmont Community College logo icon">
            <a:extLst>
              <a:ext uri="{FF2B5EF4-FFF2-40B4-BE49-F238E27FC236}">
                <a16:creationId xmlns:a16="http://schemas.microsoft.com/office/drawing/2014/main" id="{7EE81B34-273D-5560-1B6F-4116BCD20B23}"/>
              </a:ext>
            </a:extLst>
          </p:cNvPr>
          <p:cNvPicPr>
            <a:picLocks noChangeAspect="1"/>
          </p:cNvPicPr>
          <p:nvPr userDrawn="1"/>
        </p:nvPicPr>
        <p:blipFill>
          <a:blip r:embed="rId6"/>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39306584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Contact 2">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2F6F3D-F29F-7086-6D76-F9FD1DC80E82}"/>
              </a:ext>
            </a:extLst>
          </p:cNvPr>
          <p:cNvSpPr>
            <a:spLocks noGrp="1"/>
          </p:cNvSpPr>
          <p:nvPr>
            <p:ph type="title" hasCustomPrompt="1"/>
          </p:nvPr>
        </p:nvSpPr>
        <p:spPr>
          <a:xfrm>
            <a:off x="731520" y="457200"/>
            <a:ext cx="10698480" cy="640080"/>
          </a:xfrm>
          <a:prstGeom prst="rect">
            <a:avLst/>
          </a:prstGeom>
        </p:spPr>
        <p:txBody>
          <a:bodyPr vert="horz" lIns="91440" tIns="45720" rIns="91440" bIns="45720" rtlCol="0" anchor="ctr">
            <a:normAutofit/>
          </a:bodyPr>
          <a:lstStyle>
            <a:lvl1pPr algn="l">
              <a:defRPr sz="2800" b="1" i="0">
                <a:solidFill>
                  <a:schemeClr val="tx2"/>
                </a:solidFill>
                <a:latin typeface="Franklin Gothic Demi" panose="020B0603020102020204" pitchFamily="34" charset="0"/>
                <a:cs typeface="Arial Black" panose="020B0604020202020204" pitchFamily="34" charset="0"/>
              </a:defRPr>
            </a:lvl1pPr>
          </a:lstStyle>
          <a:p>
            <a:r>
              <a:rPr lang="en-US"/>
              <a:t>Contact Us</a:t>
            </a:r>
          </a:p>
        </p:txBody>
      </p:sp>
      <p:sp>
        <p:nvSpPr>
          <p:cNvPr id="14" name="Picture Placeholder 2">
            <a:extLst>
              <a:ext uri="{FF2B5EF4-FFF2-40B4-BE49-F238E27FC236}">
                <a16:creationId xmlns:a16="http://schemas.microsoft.com/office/drawing/2014/main" id="{E55C629F-CAD4-A19B-34C5-C1B7CEB1C388}"/>
              </a:ext>
            </a:extLst>
          </p:cNvPr>
          <p:cNvSpPr>
            <a:spLocks noGrp="1"/>
          </p:cNvSpPr>
          <p:nvPr>
            <p:ph type="pic" sz="quarter" idx="10"/>
          </p:nvPr>
        </p:nvSpPr>
        <p:spPr>
          <a:xfrm>
            <a:off x="731520" y="1887995"/>
            <a:ext cx="3672873" cy="3672873"/>
          </a:xfrm>
          <a:custGeom>
            <a:avLst/>
            <a:gdLst>
              <a:gd name="connsiteX0" fmla="*/ 1581150 w 3162300"/>
              <a:gd name="connsiteY0" fmla="*/ 0 h 3162300"/>
              <a:gd name="connsiteX1" fmla="*/ 3162300 w 3162300"/>
              <a:gd name="connsiteY1" fmla="*/ 1581150 h 3162300"/>
              <a:gd name="connsiteX2" fmla="*/ 1581150 w 3162300"/>
              <a:gd name="connsiteY2" fmla="*/ 3162300 h 3162300"/>
              <a:gd name="connsiteX3" fmla="*/ 0 w 3162300"/>
              <a:gd name="connsiteY3" fmla="*/ 1581150 h 3162300"/>
              <a:gd name="connsiteX4" fmla="*/ 1581150 w 3162300"/>
              <a:gd name="connsiteY4" fmla="*/ 0 h 316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162300">
                <a:moveTo>
                  <a:pt x="1581150" y="0"/>
                </a:moveTo>
                <a:cubicBezTo>
                  <a:pt x="2454395" y="0"/>
                  <a:pt x="3162300" y="707905"/>
                  <a:pt x="3162300" y="1581150"/>
                </a:cubicBezTo>
                <a:cubicBezTo>
                  <a:pt x="3162300" y="2454395"/>
                  <a:pt x="2454395" y="3162300"/>
                  <a:pt x="1581150" y="3162300"/>
                </a:cubicBezTo>
                <a:cubicBezTo>
                  <a:pt x="707905" y="3162300"/>
                  <a:pt x="0" y="2454395"/>
                  <a:pt x="0" y="1581150"/>
                </a:cubicBezTo>
                <a:cubicBezTo>
                  <a:pt x="0" y="707905"/>
                  <a:pt x="707905" y="0"/>
                  <a:pt x="1581150" y="0"/>
                </a:cubicBezTo>
                <a:close/>
              </a:path>
            </a:pathLst>
          </a:custGeom>
        </p:spPr>
        <p:txBody>
          <a:bodyPr wrap="square" anchor="ctr">
            <a:noAutofit/>
          </a:bodyPr>
          <a:lstStyle>
            <a:lvl1pPr marL="0" indent="0" algn="ctr">
              <a:buNone/>
              <a:defRPr sz="2000" b="0" i="0">
                <a:solidFill>
                  <a:schemeClr val="tx2"/>
                </a:solidFill>
                <a:latin typeface="Franklin Gothic Book" panose="020B0503020102020204" pitchFamily="34" charset="0"/>
                <a:cs typeface="Arial" panose="020B0604020202020204" pitchFamily="34" charset="0"/>
              </a:defRPr>
            </a:lvl1pPr>
          </a:lstStyle>
          <a:p>
            <a:r>
              <a:rPr lang="en-US"/>
              <a:t>Click icon to add picture</a:t>
            </a:r>
          </a:p>
        </p:txBody>
      </p:sp>
      <p:pic>
        <p:nvPicPr>
          <p:cNvPr id="5" name="Graphic 4" descr="Telephone icon">
            <a:extLst>
              <a:ext uri="{FF2B5EF4-FFF2-40B4-BE49-F238E27FC236}">
                <a16:creationId xmlns:a16="http://schemas.microsoft.com/office/drawing/2014/main" id="{8F7E1015-0B29-11E1-2CE0-E8B4A06A62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59246" y="2028551"/>
            <a:ext cx="542936" cy="542936"/>
          </a:xfrm>
          <a:prstGeom prst="rect">
            <a:avLst/>
          </a:prstGeom>
        </p:spPr>
      </p:pic>
      <p:sp>
        <p:nvSpPr>
          <p:cNvPr id="32" name="Text Placeholder 16">
            <a:extLst>
              <a:ext uri="{FF2B5EF4-FFF2-40B4-BE49-F238E27FC236}">
                <a16:creationId xmlns:a16="http://schemas.microsoft.com/office/drawing/2014/main" id="{7F5FF851-0E39-D5A3-8DD1-08DD8636E834}"/>
              </a:ext>
            </a:extLst>
          </p:cNvPr>
          <p:cNvSpPr>
            <a:spLocks noGrp="1"/>
          </p:cNvSpPr>
          <p:nvPr>
            <p:ph type="body" sz="quarter" idx="24" hasCustomPrompt="1"/>
          </p:nvPr>
        </p:nvSpPr>
        <p:spPr>
          <a:xfrm>
            <a:off x="5559557" y="2053736"/>
            <a:ext cx="4774587" cy="447823"/>
          </a:xfrm>
          <a:prstGeom prst="rect">
            <a:avLst/>
          </a:prstGeom>
          <a:noFill/>
          <a:ln w="19050">
            <a:noFill/>
          </a:ln>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704-330-2722</a:t>
            </a:r>
          </a:p>
        </p:txBody>
      </p:sp>
      <p:pic>
        <p:nvPicPr>
          <p:cNvPr id="13" name="Graphic 12" descr="Email icon">
            <a:extLst>
              <a:ext uri="{FF2B5EF4-FFF2-40B4-BE49-F238E27FC236}">
                <a16:creationId xmlns:a16="http://schemas.microsoft.com/office/drawing/2014/main" id="{E8BEB3AF-804B-C3A7-32CA-FD119218CE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13689" y="2733748"/>
            <a:ext cx="457200" cy="457200"/>
          </a:xfrm>
          <a:prstGeom prst="rect">
            <a:avLst/>
          </a:prstGeom>
        </p:spPr>
      </p:pic>
      <p:sp>
        <p:nvSpPr>
          <p:cNvPr id="33" name="Text Placeholder 16">
            <a:extLst>
              <a:ext uri="{FF2B5EF4-FFF2-40B4-BE49-F238E27FC236}">
                <a16:creationId xmlns:a16="http://schemas.microsoft.com/office/drawing/2014/main" id="{4282C919-EC37-EBE5-14FE-B346091C71F1}"/>
              </a:ext>
            </a:extLst>
          </p:cNvPr>
          <p:cNvSpPr>
            <a:spLocks noGrp="1"/>
          </p:cNvSpPr>
          <p:nvPr>
            <p:ph type="body" sz="quarter" idx="25" hasCustomPrompt="1"/>
          </p:nvPr>
        </p:nvSpPr>
        <p:spPr>
          <a:xfrm>
            <a:off x="5558344" y="2761473"/>
            <a:ext cx="4774588" cy="456974"/>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err="1"/>
              <a:t>example@cpcc.edu</a:t>
            </a:r>
            <a:endParaRPr lang="en-US"/>
          </a:p>
        </p:txBody>
      </p:sp>
      <p:pic>
        <p:nvPicPr>
          <p:cNvPr id="9" name="Graphic 8" descr="Global search icon">
            <a:extLst>
              <a:ext uri="{FF2B5EF4-FFF2-40B4-BE49-F238E27FC236}">
                <a16:creationId xmlns:a16="http://schemas.microsoft.com/office/drawing/2014/main" id="{53B14FF1-AB66-5B8B-1F04-A7D642BD5B3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013689" y="3451921"/>
            <a:ext cx="457200" cy="457200"/>
          </a:xfrm>
          <a:prstGeom prst="rect">
            <a:avLst/>
          </a:prstGeom>
        </p:spPr>
      </p:pic>
      <p:sp>
        <p:nvSpPr>
          <p:cNvPr id="34" name="Text Placeholder 16">
            <a:extLst>
              <a:ext uri="{FF2B5EF4-FFF2-40B4-BE49-F238E27FC236}">
                <a16:creationId xmlns:a16="http://schemas.microsoft.com/office/drawing/2014/main" id="{2EEEBABF-E8E7-E88D-6F88-0CED861F1CC5}"/>
              </a:ext>
            </a:extLst>
          </p:cNvPr>
          <p:cNvSpPr>
            <a:spLocks noGrp="1"/>
          </p:cNvSpPr>
          <p:nvPr>
            <p:ph type="body" sz="quarter" idx="33" hasCustomPrompt="1"/>
          </p:nvPr>
        </p:nvSpPr>
        <p:spPr>
          <a:xfrm>
            <a:off x="5559559" y="3468162"/>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sz="1800" b="0" i="0">
                <a:solidFill>
                  <a:schemeClr val="tx2"/>
                </a:solidFill>
                <a:latin typeface="Franklin Gothic Book" panose="020B0503020102020204" pitchFamily="34" charset="0"/>
                <a:cs typeface="Arial" panose="020B0604020202020204" pitchFamily="34" charset="0"/>
                <a:hlinkClick r:id="rId8"/>
              </a:rPr>
              <a:t>cpcc.edu</a:t>
            </a:r>
            <a:endParaRPr lang="en-US" sz="1800" b="0" i="0">
              <a:solidFill>
                <a:schemeClr val="tx2"/>
              </a:solidFill>
              <a:latin typeface="Franklin Gothic Book" panose="020B0503020102020204" pitchFamily="34" charset="0"/>
              <a:cs typeface="Arial" panose="020B0604020202020204" pitchFamily="34" charset="0"/>
            </a:endParaRPr>
          </a:p>
        </p:txBody>
      </p:sp>
      <p:pic>
        <p:nvPicPr>
          <p:cNvPr id="7" name="Graphic 6" descr="Location pin icon">
            <a:extLst>
              <a:ext uri="{FF2B5EF4-FFF2-40B4-BE49-F238E27FC236}">
                <a16:creationId xmlns:a16="http://schemas.microsoft.com/office/drawing/2014/main" id="{F9327C23-A733-21E8-0A24-6F202FDA010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023209" y="4058664"/>
            <a:ext cx="438161" cy="584215"/>
          </a:xfrm>
          <a:prstGeom prst="rect">
            <a:avLst/>
          </a:prstGeom>
        </p:spPr>
      </p:pic>
      <p:sp>
        <p:nvSpPr>
          <p:cNvPr id="36" name="Text Placeholder 16">
            <a:extLst>
              <a:ext uri="{FF2B5EF4-FFF2-40B4-BE49-F238E27FC236}">
                <a16:creationId xmlns:a16="http://schemas.microsoft.com/office/drawing/2014/main" id="{DB5B96ED-310A-D3E3-81D7-5927E90D6D5C}"/>
              </a:ext>
            </a:extLst>
          </p:cNvPr>
          <p:cNvSpPr>
            <a:spLocks noGrp="1"/>
          </p:cNvSpPr>
          <p:nvPr>
            <p:ph type="body" sz="quarter" idx="37" hasCustomPrompt="1"/>
          </p:nvPr>
        </p:nvSpPr>
        <p:spPr>
          <a:xfrm>
            <a:off x="5559560" y="4104631"/>
            <a:ext cx="4767356"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pPr lvl="0"/>
            <a:r>
              <a:rPr lang="en-US"/>
              <a:t>1201 Elizabeth Ave, Charlotte, NC 28204</a:t>
            </a:r>
          </a:p>
        </p:txBody>
      </p:sp>
      <p:pic>
        <p:nvPicPr>
          <p:cNvPr id="11" name="Graphic 10" descr="Instagram post icon">
            <a:extLst>
              <a:ext uri="{FF2B5EF4-FFF2-40B4-BE49-F238E27FC236}">
                <a16:creationId xmlns:a16="http://schemas.microsoft.com/office/drawing/2014/main" id="{C3A2B4D2-DDE4-A3A3-BE76-12575E41A2DA}"/>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5018378" y="4783403"/>
            <a:ext cx="447822" cy="447822"/>
          </a:xfrm>
          <a:prstGeom prst="rect">
            <a:avLst/>
          </a:prstGeom>
        </p:spPr>
      </p:pic>
      <p:sp>
        <p:nvSpPr>
          <p:cNvPr id="35" name="Text Placeholder 16">
            <a:extLst>
              <a:ext uri="{FF2B5EF4-FFF2-40B4-BE49-F238E27FC236}">
                <a16:creationId xmlns:a16="http://schemas.microsoft.com/office/drawing/2014/main" id="{A0825F1A-ACB6-F866-0969-EA868DD02A33}"/>
              </a:ext>
            </a:extLst>
          </p:cNvPr>
          <p:cNvSpPr>
            <a:spLocks noGrp="1"/>
          </p:cNvSpPr>
          <p:nvPr>
            <p:ph type="body" sz="quarter" idx="36" hasCustomPrompt="1"/>
          </p:nvPr>
        </p:nvSpPr>
        <p:spPr>
          <a:xfrm>
            <a:off x="5553207" y="4789906"/>
            <a:ext cx="4774588" cy="447823"/>
          </a:xfrm>
          <a:prstGeom prst="rect">
            <a:avLst/>
          </a:prstGeom>
        </p:spPr>
        <p:txBody>
          <a:bodyPr anchor="ctr">
            <a:noAutofit/>
          </a:bodyPr>
          <a:lstStyle>
            <a:lvl1pPr marL="0" indent="0" algn="l">
              <a:buNone/>
              <a:defRPr sz="1800" b="0" i="0">
                <a:solidFill>
                  <a:schemeClr val="tx2"/>
                </a:solidFill>
                <a:latin typeface="Franklin Gothic Book" panose="020B0503020102020204" pitchFamily="34" charset="0"/>
                <a:cs typeface="Arial" panose="020B0604020202020204" pitchFamily="34" charset="0"/>
              </a:defRPr>
            </a:lvl1pPr>
          </a:lstStyle>
          <a:p>
            <a:r>
              <a:rPr lang="en-US">
                <a:hlinkClick r:id="rId13"/>
              </a:rPr>
              <a:t>@centralpiedmontcc</a:t>
            </a:r>
            <a:endParaRPr lang="en-US"/>
          </a:p>
        </p:txBody>
      </p:sp>
      <p:sp>
        <p:nvSpPr>
          <p:cNvPr id="3" name="Slide Number Placeholder 16">
            <a:extLst>
              <a:ext uri="{FF2B5EF4-FFF2-40B4-BE49-F238E27FC236}">
                <a16:creationId xmlns:a16="http://schemas.microsoft.com/office/drawing/2014/main" id="{86ECF4AE-B9EE-A757-F071-87ACBAB90DA0}"/>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636149DF-971F-C24A-ACB8-C0CDE59225E7}"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4" name="Picture 3" descr="Central Piedmont Community College logo icon">
            <a:extLst>
              <a:ext uri="{FF2B5EF4-FFF2-40B4-BE49-F238E27FC236}">
                <a16:creationId xmlns:a16="http://schemas.microsoft.com/office/drawing/2014/main" id="{EDF44A37-91CD-94A4-83BB-3F51341D1037}"/>
              </a:ext>
            </a:extLst>
          </p:cNvPr>
          <p:cNvPicPr>
            <a:picLocks noChangeAspect="1"/>
          </p:cNvPicPr>
          <p:nvPr userDrawn="1"/>
        </p:nvPicPr>
        <p:blipFill>
          <a:blip r:embed="rId14"/>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51064626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ig Text Thank You - gray">
    <p:bg>
      <p:bgPr>
        <a:solidFill>
          <a:schemeClr val="tx2"/>
        </a:solidFill>
        <a:effectLst/>
      </p:bgPr>
    </p:bg>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F67FE908-8C22-97AB-012D-17E2AFE7B0E6}"/>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bg1"/>
                </a:solidFill>
                <a:latin typeface="Franklin Gothic Heavy" panose="020B0603020102020204" pitchFamily="34" charset="0"/>
              </a:defRPr>
            </a:lvl1pPr>
          </a:lstStyle>
          <a:p>
            <a:r>
              <a:rPr lang="en-US" dirty="0"/>
              <a:t>Thank you!</a:t>
            </a:r>
          </a:p>
        </p:txBody>
      </p:sp>
      <p:cxnSp>
        <p:nvCxnSpPr>
          <p:cNvPr id="2" name="Straight Connector 1">
            <a:extLst>
              <a:ext uri="{FF2B5EF4-FFF2-40B4-BE49-F238E27FC236}">
                <a16:creationId xmlns:a16="http://schemas.microsoft.com/office/drawing/2014/main" id="{35D344C7-23B6-2743-70D2-7F727A22286A}"/>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12">
            <a:extLst>
              <a:ext uri="{FF2B5EF4-FFF2-40B4-BE49-F238E27FC236}">
                <a16:creationId xmlns:a16="http://schemas.microsoft.com/office/drawing/2014/main" id="{EFF8EB7A-93F5-FA06-B731-3CE0F7352C4E}"/>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1" name="Text Placeholder 12">
            <a:extLst>
              <a:ext uri="{FF2B5EF4-FFF2-40B4-BE49-F238E27FC236}">
                <a16:creationId xmlns:a16="http://schemas.microsoft.com/office/drawing/2014/main" id="{85CD650B-4172-1EED-F2C8-B51E0A8088CB}"/>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2" name="Text Placeholder 12">
            <a:extLst>
              <a:ext uri="{FF2B5EF4-FFF2-40B4-BE49-F238E27FC236}">
                <a16:creationId xmlns:a16="http://schemas.microsoft.com/office/drawing/2014/main" id="{9C44B49B-C15A-A5F3-CE85-185791D0A086}"/>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F8C629D8-3B8D-0E96-5E60-53335C243587}"/>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5C93F13-51E0-A44C-ACC3-7665A8CE48D7}"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6C5CBAC2-172F-F0E8-9C12-67A061F6895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350394517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ank You - gold">
    <p:bg>
      <p:bgPr>
        <a:solidFill>
          <a:schemeClr val="bg1"/>
        </a:solidFill>
        <a:effectLst/>
      </p:bgPr>
    </p:bg>
    <p:spTree>
      <p:nvGrpSpPr>
        <p:cNvPr id="1" name=""/>
        <p:cNvGrpSpPr/>
        <p:nvPr/>
      </p:nvGrpSpPr>
      <p:grpSpPr>
        <a:xfrm>
          <a:off x="0" y="0"/>
          <a:ext cx="0" cy="0"/>
          <a:chOff x="0" y="0"/>
          <a:chExt cx="0" cy="0"/>
        </a:xfrm>
      </p:grpSpPr>
      <p:sp>
        <p:nvSpPr>
          <p:cNvPr id="11" name="Title 5">
            <a:extLst>
              <a:ext uri="{FF2B5EF4-FFF2-40B4-BE49-F238E27FC236}">
                <a16:creationId xmlns:a16="http://schemas.microsoft.com/office/drawing/2014/main" id="{146904B6-7370-85C6-7EF0-2053849EAC08}"/>
              </a:ext>
            </a:extLst>
          </p:cNvPr>
          <p:cNvSpPr>
            <a:spLocks noGrp="1"/>
          </p:cNvSpPr>
          <p:nvPr>
            <p:ph type="title" hasCustomPrompt="1"/>
          </p:nvPr>
        </p:nvSpPr>
        <p:spPr>
          <a:xfrm>
            <a:off x="731520" y="2066474"/>
            <a:ext cx="10698480" cy="2141611"/>
          </a:xfrm>
        </p:spPr>
        <p:txBody>
          <a:bodyPr>
            <a:noAutofit/>
          </a:bodyPr>
          <a:lstStyle>
            <a:lvl1pPr algn="ctr">
              <a:defRPr sz="12000" b="1" i="0">
                <a:solidFill>
                  <a:schemeClr val="tx2"/>
                </a:solidFill>
                <a:latin typeface="Franklin Gothic Heavy" panose="020B0603020102020204" pitchFamily="34" charset="0"/>
              </a:defRPr>
            </a:lvl1pPr>
          </a:lstStyle>
          <a:p>
            <a:r>
              <a:rPr lang="en-US" dirty="0"/>
              <a:t>Thank you!</a:t>
            </a:r>
          </a:p>
        </p:txBody>
      </p:sp>
      <p:cxnSp>
        <p:nvCxnSpPr>
          <p:cNvPr id="4" name="Straight Connector 3">
            <a:extLst>
              <a:ext uri="{FF2B5EF4-FFF2-40B4-BE49-F238E27FC236}">
                <a16:creationId xmlns:a16="http://schemas.microsoft.com/office/drawing/2014/main" id="{06EF9961-D330-ED2B-9369-AF27940B7607}"/>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 Placeholder 12">
            <a:extLst>
              <a:ext uri="{FF2B5EF4-FFF2-40B4-BE49-F238E27FC236}">
                <a16:creationId xmlns:a16="http://schemas.microsoft.com/office/drawing/2014/main" id="{79AEAFE9-E32D-A448-AB6D-2BB9A0008326}"/>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6" name="Text Placeholder 12">
            <a:extLst>
              <a:ext uri="{FF2B5EF4-FFF2-40B4-BE49-F238E27FC236}">
                <a16:creationId xmlns:a16="http://schemas.microsoft.com/office/drawing/2014/main" id="{1F62B9B5-0CAD-2DB8-F463-4EB1C0EB3C01}"/>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7" name="Text Placeholder 12">
            <a:extLst>
              <a:ext uri="{FF2B5EF4-FFF2-40B4-BE49-F238E27FC236}">
                <a16:creationId xmlns:a16="http://schemas.microsoft.com/office/drawing/2014/main" id="{E656442B-7C6E-9737-EFAB-75B51A60A28E}"/>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8" name="Slide Number Placeholder 16">
            <a:extLst>
              <a:ext uri="{FF2B5EF4-FFF2-40B4-BE49-F238E27FC236}">
                <a16:creationId xmlns:a16="http://schemas.microsoft.com/office/drawing/2014/main" id="{121F48E6-8CB4-982A-BF0E-1874B5A71509}"/>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B39B288-2398-F340-A637-B418BEC68A2B}"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9" name="Picture 8" descr="Central Piedmont Community College logo icon">
            <a:extLst>
              <a:ext uri="{FF2B5EF4-FFF2-40B4-BE49-F238E27FC236}">
                <a16:creationId xmlns:a16="http://schemas.microsoft.com/office/drawing/2014/main" id="{244F807B-69E9-0A85-D95B-FFC6A5430818}"/>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6295453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Questions - gray">
    <p:bg>
      <p:bgPr>
        <a:solidFill>
          <a:schemeClr val="bg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CF0CD795-B3B1-AE90-BD67-42B30955748D}"/>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tx2"/>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marR="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sz="1800" b="0" i="0">
                <a:solidFill>
                  <a:schemeClr val="tx2"/>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marL="0" marR="0" lvl="0" indent="0" algn="r" defTabSz="91440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en-US" sz="1800" b="0" i="0">
                <a:solidFill>
                  <a:schemeClr val="tx2"/>
                </a:solidFill>
                <a:latin typeface="Franklin Gothic Book" panose="020B0503020102020204" pitchFamily="34" charset="0"/>
                <a:cs typeface="Arial" panose="020B0604020202020204" pitchFamily="34" charset="0"/>
                <a:hlinkClick r:id="rId2"/>
              </a:rPr>
              <a:t>cpcc.edu</a:t>
            </a:r>
            <a:endParaRPr lang="en-US" sz="1800" b="0" i="0">
              <a:solidFill>
                <a:schemeClr val="tx2"/>
              </a:solidFill>
              <a:latin typeface="Franklin Gothic Book" panose="020B0503020102020204" pitchFamily="34" charset="0"/>
              <a:cs typeface="Arial" panose="020B0604020202020204" pitchFamily="34" charset="0"/>
            </a:endParaRPr>
          </a:p>
        </p:txBody>
      </p:sp>
      <p:sp>
        <p:nvSpPr>
          <p:cNvPr id="5" name="Slide Number Placeholder 16">
            <a:extLst>
              <a:ext uri="{FF2B5EF4-FFF2-40B4-BE49-F238E27FC236}">
                <a16:creationId xmlns:a16="http://schemas.microsoft.com/office/drawing/2014/main" id="{0D3903C9-C02A-CBB4-A97F-B7FCBBC5EE0C}"/>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16B9B52-C04F-1A4F-8899-30E10DB34499}" type="slidenum">
              <a:rPr lang="en-US" sz="1200" b="0" i="0" kern="1200" smtClean="0">
                <a:solidFill>
                  <a:schemeClr val="tx2"/>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tx2"/>
                </a:solidFill>
                <a:effectLst/>
                <a:latin typeface="Franklin Gothic Medium" panose="020B0603020102020204" pitchFamily="34" charset="0"/>
                <a:ea typeface="+mn-ea"/>
                <a:cs typeface="Arial" panose="020B0604020202020204" pitchFamily="34" charset="0"/>
              </a:rPr>
              <a:t> </a:t>
            </a:r>
            <a:r>
              <a:rPr lang="en-US" sz="1200" b="0" i="0" kern="1200" dirty="0">
                <a:solidFill>
                  <a:schemeClr val="accent1"/>
                </a:solidFill>
                <a:effectLst/>
                <a:latin typeface="Franklin Gothic Medium" panose="020B0603020102020204" pitchFamily="34" charset="0"/>
                <a:ea typeface="+mn-ea"/>
                <a:cs typeface="Arial" panose="020B0604020202020204" pitchFamily="34" charset="0"/>
              </a:rPr>
              <a:t>|</a:t>
            </a:r>
          </a:p>
        </p:txBody>
      </p:sp>
      <p:pic>
        <p:nvPicPr>
          <p:cNvPr id="6" name="Picture 5" descr="Central Piedmont Community College logo icon">
            <a:extLst>
              <a:ext uri="{FF2B5EF4-FFF2-40B4-BE49-F238E27FC236}">
                <a16:creationId xmlns:a16="http://schemas.microsoft.com/office/drawing/2014/main" id="{8EDCAFB5-CF77-07CC-8F2E-7B0FC52D5EA2}"/>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228711782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ig Text Questions - gray">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611CF-C2BA-2667-8034-626A64C1E76B}"/>
              </a:ext>
            </a:extLst>
          </p:cNvPr>
          <p:cNvSpPr>
            <a:spLocks noGrp="1"/>
          </p:cNvSpPr>
          <p:nvPr>
            <p:ph type="title" hasCustomPrompt="1"/>
          </p:nvPr>
        </p:nvSpPr>
        <p:spPr>
          <a:xfrm>
            <a:off x="731520" y="1912468"/>
            <a:ext cx="10698480" cy="2141611"/>
          </a:xfrm>
        </p:spPr>
        <p:txBody>
          <a:bodyPr>
            <a:noAutofit/>
          </a:bodyPr>
          <a:lstStyle>
            <a:lvl1pPr algn="ctr">
              <a:defRPr sz="10000" b="1" i="0">
                <a:solidFill>
                  <a:schemeClr val="bg1"/>
                </a:solidFill>
                <a:latin typeface="Franklin Gothic Heavy" panose="020B0603020102020204" pitchFamily="34" charset="0"/>
              </a:defRPr>
            </a:lvl1pPr>
          </a:lstStyle>
          <a:p>
            <a:r>
              <a:rPr lang="en-US" dirty="0"/>
              <a:t>Questions?</a:t>
            </a:r>
          </a:p>
        </p:txBody>
      </p:sp>
      <p:cxnSp>
        <p:nvCxnSpPr>
          <p:cNvPr id="9" name="Straight Connector 8">
            <a:extLst>
              <a:ext uri="{FF2B5EF4-FFF2-40B4-BE49-F238E27FC236}">
                <a16:creationId xmlns:a16="http://schemas.microsoft.com/office/drawing/2014/main" id="{D899A676-3AED-5182-95D4-48D06A96DDA8}"/>
              </a:ext>
              <a:ext uri="{C183D7F6-B498-43B3-948B-1728B52AA6E4}">
                <adec:decorative xmlns:adec="http://schemas.microsoft.com/office/drawing/2017/decorative" val="1"/>
              </a:ext>
            </a:extLst>
          </p:cNvPr>
          <p:cNvCxnSpPr>
            <a:cxnSpLocks/>
          </p:cNvCxnSpPr>
          <p:nvPr userDrawn="1"/>
        </p:nvCxnSpPr>
        <p:spPr>
          <a:xfrm>
            <a:off x="731520" y="4754880"/>
            <a:ext cx="106984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90C04DB6-0E9C-54BB-8A07-27BCE69D3A1D}"/>
              </a:ext>
            </a:extLst>
          </p:cNvPr>
          <p:cNvSpPr>
            <a:spLocks noGrp="1"/>
          </p:cNvSpPr>
          <p:nvPr>
            <p:ph type="body" sz="quarter" idx="10" hasCustomPrompt="1"/>
          </p:nvPr>
        </p:nvSpPr>
        <p:spPr>
          <a:xfrm>
            <a:off x="731520" y="4889352"/>
            <a:ext cx="2209800" cy="457200"/>
          </a:xfrm>
          <a:prstGeom prst="rect">
            <a:avLst/>
          </a:prstGeom>
        </p:spPr>
        <p:txBody>
          <a:bodyPr lIns="0" tIns="0" rIns="0" bIns="0">
            <a:noAutofit/>
          </a:bodyPr>
          <a:lstStyle>
            <a:lvl1pPr marL="0" indent="0">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a:t>123-456-7890</a:t>
            </a:r>
          </a:p>
        </p:txBody>
      </p:sp>
      <p:sp>
        <p:nvSpPr>
          <p:cNvPr id="12" name="Text Placeholder 12">
            <a:extLst>
              <a:ext uri="{FF2B5EF4-FFF2-40B4-BE49-F238E27FC236}">
                <a16:creationId xmlns:a16="http://schemas.microsoft.com/office/drawing/2014/main" id="{A63D6975-B275-73D9-0A1B-78843C93CD0C}"/>
              </a:ext>
            </a:extLst>
          </p:cNvPr>
          <p:cNvSpPr>
            <a:spLocks noGrp="1"/>
          </p:cNvSpPr>
          <p:nvPr>
            <p:ph type="body" sz="quarter" idx="11" hasCustomPrompt="1"/>
          </p:nvPr>
        </p:nvSpPr>
        <p:spPr>
          <a:xfrm>
            <a:off x="4381500" y="4889352"/>
            <a:ext cx="3657600" cy="457200"/>
          </a:xfrm>
          <a:prstGeom prst="rect">
            <a:avLst/>
          </a:prstGeom>
        </p:spPr>
        <p:txBody>
          <a:bodyPr lIns="0" tIns="0" rIns="0" bIns="0">
            <a:noAutofit/>
          </a:bodyPr>
          <a:lstStyle>
            <a:lvl1pPr marL="0" indent="0" algn="ctr">
              <a:lnSpc>
                <a:spcPct val="100000"/>
              </a:lnSpc>
              <a:spcBef>
                <a:spcPts val="0"/>
              </a:spcBef>
              <a:buNone/>
              <a:defRPr sz="180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pPr lvl="0"/>
            <a:r>
              <a:rPr lang="en-US" err="1"/>
              <a:t>example@cpcc.edu</a:t>
            </a:r>
            <a:endParaRPr lang="en-US"/>
          </a:p>
        </p:txBody>
      </p:sp>
      <p:sp>
        <p:nvSpPr>
          <p:cNvPr id="13" name="Text Placeholder 12">
            <a:extLst>
              <a:ext uri="{FF2B5EF4-FFF2-40B4-BE49-F238E27FC236}">
                <a16:creationId xmlns:a16="http://schemas.microsoft.com/office/drawing/2014/main" id="{E0B77330-363D-93F1-9F84-3CCD4E31DA2B}"/>
              </a:ext>
            </a:extLst>
          </p:cNvPr>
          <p:cNvSpPr>
            <a:spLocks noGrp="1"/>
          </p:cNvSpPr>
          <p:nvPr>
            <p:ph type="body" sz="quarter" idx="12" hasCustomPrompt="1"/>
          </p:nvPr>
        </p:nvSpPr>
        <p:spPr>
          <a:xfrm>
            <a:off x="9047181" y="4889352"/>
            <a:ext cx="2375354" cy="457200"/>
          </a:xfrm>
          <a:prstGeom prst="rect">
            <a:avLst/>
          </a:prstGeom>
        </p:spPr>
        <p:txBody>
          <a:bodyPr lIns="0" tIns="0" rIns="0" bIns="0">
            <a:noAutofit/>
          </a:bodyPr>
          <a:lstStyle>
            <a:lvl1pPr marL="0" indent="0" algn="r">
              <a:lnSpc>
                <a:spcPct val="100000"/>
              </a:lnSpc>
              <a:spcBef>
                <a:spcPts val="0"/>
              </a:spcBef>
              <a:buNone/>
              <a:defRPr sz="1800" b="0" i="0">
                <a:solidFill>
                  <a:schemeClr val="bg1"/>
                </a:solidFill>
              </a:defRPr>
            </a:lvl1pPr>
            <a:lvl2pPr marL="457200" indent="0">
              <a:buNone/>
              <a:defRPr>
                <a:solidFill>
                  <a:srgbClr val="A9A47A"/>
                </a:solidFill>
              </a:defRPr>
            </a:lvl2pPr>
            <a:lvl3pPr marL="914400" indent="0">
              <a:buNone/>
              <a:defRPr>
                <a:solidFill>
                  <a:srgbClr val="A9A47A"/>
                </a:solidFill>
              </a:defRPr>
            </a:lvl3pPr>
            <a:lvl4pPr marL="1371600" indent="0">
              <a:buNone/>
              <a:defRPr>
                <a:solidFill>
                  <a:srgbClr val="A9A47A"/>
                </a:solidFill>
              </a:defRPr>
            </a:lvl4pPr>
            <a:lvl5pPr marL="1828800" indent="0">
              <a:buNone/>
              <a:defRPr>
                <a:solidFill>
                  <a:srgbClr val="A9A47A"/>
                </a:solidFill>
              </a:defRPr>
            </a:lvl5pPr>
          </a:lstStyle>
          <a:p>
            <a:r>
              <a:rPr lang="en-US" sz="1800" b="0" i="0">
                <a:solidFill>
                  <a:schemeClr val="bg2"/>
                </a:solidFill>
                <a:latin typeface="Franklin Gothic Book" panose="020B05030201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cpcc.edu</a:t>
            </a:r>
            <a:endParaRPr lang="en-US" sz="1800" b="0" i="0">
              <a:solidFill>
                <a:schemeClr val="bg2"/>
              </a:solidFill>
              <a:latin typeface="Franklin Gothic Book" panose="020B0503020102020204" pitchFamily="34" charset="0"/>
              <a:cs typeface="Arial" panose="020B0604020202020204" pitchFamily="34" charset="0"/>
            </a:endParaRPr>
          </a:p>
        </p:txBody>
      </p:sp>
      <p:sp>
        <p:nvSpPr>
          <p:cNvPr id="2" name="Slide Number Placeholder 16">
            <a:extLst>
              <a:ext uri="{FF2B5EF4-FFF2-40B4-BE49-F238E27FC236}">
                <a16:creationId xmlns:a16="http://schemas.microsoft.com/office/drawing/2014/main" id="{4B342D9E-55ED-0FC6-A719-DF8FFE33C326}"/>
              </a:ext>
            </a:extLst>
          </p:cNvPr>
          <p:cNvSpPr txBox="1">
            <a:spLocks/>
          </p:cNvSpPr>
          <p:nvPr userDrawn="1"/>
        </p:nvSpPr>
        <p:spPr>
          <a:xfrm>
            <a:off x="813816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7AF8C57-CFA6-B148-994F-8FBF6CAFF5F4}"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t>‹#›</a:t>
            </a:fld>
            <a:r>
              <a:rPr lang="en-US" sz="1200" b="0" i="0" kern="1200" dirty="0">
                <a:solidFill>
                  <a:schemeClr val="bg1"/>
                </a:solidFill>
                <a:effectLst/>
                <a:latin typeface="Franklin Gothic Medium" panose="020B0603020102020204" pitchFamily="34" charset="0"/>
                <a:ea typeface="+mn-ea"/>
                <a:cs typeface="Arial" panose="020B0604020202020204" pitchFamily="34" charset="0"/>
              </a:rPr>
              <a:t> </a:t>
            </a:r>
            <a:r>
              <a:rPr lang="en-US" sz="1200" b="0" i="0" kern="1200" dirty="0">
                <a:solidFill>
                  <a:srgbClr val="E0D7AE"/>
                </a:solidFill>
                <a:effectLst/>
                <a:latin typeface="Franklin Gothic Medium" panose="020B0603020102020204" pitchFamily="34" charset="0"/>
                <a:ea typeface="+mn-ea"/>
                <a:cs typeface="Arial" panose="020B0604020202020204" pitchFamily="34" charset="0"/>
              </a:rPr>
              <a:t>|</a:t>
            </a:r>
          </a:p>
        </p:txBody>
      </p:sp>
      <p:pic>
        <p:nvPicPr>
          <p:cNvPr id="5" name="Picture 4" descr="Central Piedmont Community College logo icon">
            <a:extLst>
              <a:ext uri="{FF2B5EF4-FFF2-40B4-BE49-F238E27FC236}">
                <a16:creationId xmlns:a16="http://schemas.microsoft.com/office/drawing/2014/main" id="{0E01D0EB-04F4-30C5-70D0-2F545F7EC5ED}"/>
              </a:ext>
            </a:extLst>
          </p:cNvPr>
          <p:cNvPicPr>
            <a:picLocks noChangeAspect="1"/>
          </p:cNvPicPr>
          <p:nvPr userDrawn="1"/>
        </p:nvPicPr>
        <p:blipFill>
          <a:blip r:embed="rId3"/>
          <a:stretch>
            <a:fillRect/>
          </a:stretch>
        </p:blipFill>
        <p:spPr>
          <a:xfrm>
            <a:off x="11430000" y="6126480"/>
            <a:ext cx="597660" cy="601023"/>
          </a:xfrm>
          <a:prstGeom prst="rect">
            <a:avLst/>
          </a:prstGeom>
        </p:spPr>
      </p:pic>
    </p:spTree>
    <p:extLst>
      <p:ext uri="{BB962C8B-B14F-4D97-AF65-F5344CB8AC3E}">
        <p14:creationId xmlns:p14="http://schemas.microsoft.com/office/powerpoint/2010/main" val="18383829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End - white">
    <p:bg>
      <p:bgPr>
        <a:solidFill>
          <a:schemeClr val="bg1"/>
        </a:solidFill>
        <a:effectLst/>
      </p:bgPr>
    </p:bg>
    <p:spTree>
      <p:nvGrpSpPr>
        <p:cNvPr id="1" name=""/>
        <p:cNvGrpSpPr/>
        <p:nvPr/>
      </p:nvGrpSpPr>
      <p:grpSpPr>
        <a:xfrm>
          <a:off x="0" y="0"/>
          <a:ext cx="0" cy="0"/>
          <a:chOff x="0" y="0"/>
          <a:chExt cx="0" cy="0"/>
        </a:xfrm>
      </p:grpSpPr>
      <p:pic>
        <p:nvPicPr>
          <p:cNvPr id="9" name="Picture 8" descr="Central Piedmont Community College logo icon">
            <a:extLst>
              <a:ext uri="{FF2B5EF4-FFF2-40B4-BE49-F238E27FC236}">
                <a16:creationId xmlns:a16="http://schemas.microsoft.com/office/drawing/2014/main" id="{94A68B6B-D01D-5948-B909-22E97317FD39}"/>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3" name="Graphic 2" descr="Telephone icon">
            <a:extLst>
              <a:ext uri="{FF2B5EF4-FFF2-40B4-BE49-F238E27FC236}">
                <a16:creationId xmlns:a16="http://schemas.microsoft.com/office/drawing/2014/main" id="{5230A556-4416-DFD1-E1CD-31C9BB622E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6" name="TextBox 5">
            <a:extLst>
              <a:ext uri="{FF2B5EF4-FFF2-40B4-BE49-F238E27FC236}">
                <a16:creationId xmlns:a16="http://schemas.microsoft.com/office/drawing/2014/main" id="{224F3ED7-7EF8-2758-6428-766E3E299AA6}"/>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8" name="Graphic 7" descr="Global search icon">
            <a:extLst>
              <a:ext uri="{FF2B5EF4-FFF2-40B4-BE49-F238E27FC236}">
                <a16:creationId xmlns:a16="http://schemas.microsoft.com/office/drawing/2014/main" id="{4ED51C3E-6098-9EBC-1552-E73465D40B5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10" name="TextBox 9">
            <a:extLst>
              <a:ext uri="{FF2B5EF4-FFF2-40B4-BE49-F238E27FC236}">
                <a16:creationId xmlns:a16="http://schemas.microsoft.com/office/drawing/2014/main" id="{1C2C8B36-9B22-BCC9-8200-4B6D6662109C}"/>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5" name="Graphic 4" descr="Location pin icon">
            <a:extLst>
              <a:ext uri="{FF2B5EF4-FFF2-40B4-BE49-F238E27FC236}">
                <a16:creationId xmlns:a16="http://schemas.microsoft.com/office/drawing/2014/main" id="{204D7A4A-7A96-3610-C014-FBDEB441525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11" name="TextBox 10">
            <a:extLst>
              <a:ext uri="{FF2B5EF4-FFF2-40B4-BE49-F238E27FC236}">
                <a16:creationId xmlns:a16="http://schemas.microsoft.com/office/drawing/2014/main" id="{9032936D-ADC8-0501-D596-B0FC2EDA5B20}"/>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
        <p:nvSpPr>
          <p:cNvPr id="2" name="Slide Number Placeholder 16">
            <a:extLst>
              <a:ext uri="{FF2B5EF4-FFF2-40B4-BE49-F238E27FC236}">
                <a16:creationId xmlns:a16="http://schemas.microsoft.com/office/drawing/2014/main" id="{DF96D219-FD87-7850-A51D-87C7061CA914}"/>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81974598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End - gray">
    <p:bg>
      <p:bgPr>
        <a:solidFill>
          <a:schemeClr val="tx2"/>
        </a:solidFill>
        <a:effectLst/>
      </p:bgPr>
    </p:bg>
    <p:spTree>
      <p:nvGrpSpPr>
        <p:cNvPr id="1" name=""/>
        <p:cNvGrpSpPr/>
        <p:nvPr/>
      </p:nvGrpSpPr>
      <p:grpSpPr>
        <a:xfrm>
          <a:off x="0" y="0"/>
          <a:ext cx="0" cy="0"/>
          <a:chOff x="0" y="0"/>
          <a:chExt cx="0" cy="0"/>
        </a:xfrm>
      </p:grpSpPr>
      <p:pic>
        <p:nvPicPr>
          <p:cNvPr id="25" name="Picture 24" descr="Central Piedmont Community College logo icon">
            <a:extLst>
              <a:ext uri="{FF2B5EF4-FFF2-40B4-BE49-F238E27FC236}">
                <a16:creationId xmlns:a16="http://schemas.microsoft.com/office/drawing/2014/main" id="{42C45D0E-60F1-EA25-26AA-B4F2A0487972}"/>
              </a:ext>
            </a:extLst>
          </p:cNvPr>
          <p:cNvPicPr>
            <a:picLocks noChangeAspect="1"/>
          </p:cNvPicPr>
          <p:nvPr userDrawn="1"/>
        </p:nvPicPr>
        <p:blipFill>
          <a:blip r:embed="rId2"/>
          <a:stretch>
            <a:fillRect/>
          </a:stretch>
        </p:blipFill>
        <p:spPr>
          <a:xfrm>
            <a:off x="2048044" y="2377797"/>
            <a:ext cx="2137753" cy="2149782"/>
          </a:xfrm>
          <a:prstGeom prst="rect">
            <a:avLst/>
          </a:prstGeom>
        </p:spPr>
      </p:pic>
      <p:pic>
        <p:nvPicPr>
          <p:cNvPr id="7" name="Graphic 6" descr="Telephone icon">
            <a:extLst>
              <a:ext uri="{FF2B5EF4-FFF2-40B4-BE49-F238E27FC236}">
                <a16:creationId xmlns:a16="http://schemas.microsoft.com/office/drawing/2014/main" id="{0A8B849B-5242-BEBB-60D1-65537B78C86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5312" y="2184735"/>
            <a:ext cx="810688" cy="810688"/>
          </a:xfrm>
          <a:prstGeom prst="rect">
            <a:avLst/>
          </a:prstGeom>
        </p:spPr>
      </p:pic>
      <p:sp>
        <p:nvSpPr>
          <p:cNvPr id="22" name="TextBox 21">
            <a:extLst>
              <a:ext uri="{FF2B5EF4-FFF2-40B4-BE49-F238E27FC236}">
                <a16:creationId xmlns:a16="http://schemas.microsoft.com/office/drawing/2014/main" id="{096464C9-4BC7-B0FB-1584-950D318B6668}"/>
              </a:ext>
            </a:extLst>
          </p:cNvPr>
          <p:cNvSpPr txBox="1"/>
          <p:nvPr userDrawn="1"/>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9" name="Graphic 8" descr="Global search icon">
            <a:extLst>
              <a:ext uri="{FF2B5EF4-FFF2-40B4-BE49-F238E27FC236}">
                <a16:creationId xmlns:a16="http://schemas.microsoft.com/office/drawing/2014/main" id="{56D0406E-AE79-5AF7-E270-86C76671EC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72133" y="3115036"/>
            <a:ext cx="637046" cy="637046"/>
          </a:xfrm>
          <a:prstGeom prst="rect">
            <a:avLst/>
          </a:prstGeom>
        </p:spPr>
      </p:pic>
      <p:sp>
        <p:nvSpPr>
          <p:cNvPr id="23" name="TextBox 22">
            <a:extLst>
              <a:ext uri="{FF2B5EF4-FFF2-40B4-BE49-F238E27FC236}">
                <a16:creationId xmlns:a16="http://schemas.microsoft.com/office/drawing/2014/main" id="{556AD36D-889B-3E17-95DB-6153AC2C8E23}"/>
              </a:ext>
            </a:extLst>
          </p:cNvPr>
          <p:cNvSpPr txBox="1"/>
          <p:nvPr userDrawn="1"/>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pin icon">
            <a:extLst>
              <a:ext uri="{FF2B5EF4-FFF2-40B4-BE49-F238E27FC236}">
                <a16:creationId xmlns:a16="http://schemas.microsoft.com/office/drawing/2014/main" id="{A1A86977-0B47-8A2D-E82D-6EA7D618B09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88083" y="3867782"/>
            <a:ext cx="605147" cy="806863"/>
          </a:xfrm>
          <a:prstGeom prst="rect">
            <a:avLst/>
          </a:prstGeom>
        </p:spPr>
      </p:pic>
      <p:sp>
        <p:nvSpPr>
          <p:cNvPr id="24" name="TextBox 23">
            <a:extLst>
              <a:ext uri="{FF2B5EF4-FFF2-40B4-BE49-F238E27FC236}">
                <a16:creationId xmlns:a16="http://schemas.microsoft.com/office/drawing/2014/main" id="{8C5A7716-EA4D-0842-1F97-BAC27AE907AE}"/>
              </a:ext>
            </a:extLst>
          </p:cNvPr>
          <p:cNvSpPr txBox="1"/>
          <p:nvPr userDrawn="1"/>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
        <p:nvSpPr>
          <p:cNvPr id="3" name="Slide Number Placeholder 16">
            <a:extLst>
              <a:ext uri="{FF2B5EF4-FFF2-40B4-BE49-F238E27FC236}">
                <a16:creationId xmlns:a16="http://schemas.microsoft.com/office/drawing/2014/main" id="{ED3B4629-78E9-372E-2FA1-52C15499CED1}"/>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250657176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End w logo - white">
    <p:bg>
      <p:bgPr>
        <a:solidFill>
          <a:schemeClr val="bg1"/>
        </a:solidFill>
        <a:effectLst/>
      </p:bgPr>
    </p:bg>
    <p:spTree>
      <p:nvGrpSpPr>
        <p:cNvPr id="1" name=""/>
        <p:cNvGrpSpPr/>
        <p:nvPr/>
      </p:nvGrpSpPr>
      <p:grpSpPr>
        <a:xfrm>
          <a:off x="0" y="0"/>
          <a:ext cx="0" cy="0"/>
          <a:chOff x="0" y="0"/>
          <a:chExt cx="0" cy="0"/>
        </a:xfrm>
      </p:grpSpPr>
      <p:pic>
        <p:nvPicPr>
          <p:cNvPr id="5" name="Graphic 4" descr="Central Piedmont Community College logo">
            <a:extLst>
              <a:ext uri="{FF2B5EF4-FFF2-40B4-BE49-F238E27FC236}">
                <a16:creationId xmlns:a16="http://schemas.microsoft.com/office/drawing/2014/main" id="{E82A1ED5-8449-4A27-3D65-D7B14F5195C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
        <p:nvSpPr>
          <p:cNvPr id="3" name="Slide Number Placeholder 16">
            <a:extLst>
              <a:ext uri="{FF2B5EF4-FFF2-40B4-BE49-F238E27FC236}">
                <a16:creationId xmlns:a16="http://schemas.microsoft.com/office/drawing/2014/main" id="{5D95CCF0-69DB-D4D1-F013-A91A23C2003B}"/>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B1A64C2-A447-4258-B7F3-1F0C328901A9}" type="slidenum">
              <a:rPr lang="en-US" sz="1200" b="0" i="0" smtClean="0">
                <a:solidFill>
                  <a:schemeClr val="tx2"/>
                </a:solidFill>
                <a:latin typeface="Franklin Gothic Medium" panose="020B0603020102020204" pitchFamily="34" charset="0"/>
              </a:rPr>
              <a:pPr algn="r"/>
              <a:t>‹#›</a:t>
            </a:fld>
            <a:endParaRPr lang="en-US" sz="1200" b="0" i="0" dirty="0">
              <a:solidFill>
                <a:schemeClr val="tx2"/>
              </a:solidFill>
              <a:latin typeface="Franklin Gothic Medium" panose="020B0603020102020204" pitchFamily="34" charset="0"/>
            </a:endParaRPr>
          </a:p>
        </p:txBody>
      </p:sp>
    </p:spTree>
    <p:extLst>
      <p:ext uri="{BB962C8B-B14F-4D97-AF65-F5344CB8AC3E}">
        <p14:creationId xmlns:p14="http://schemas.microsoft.com/office/powerpoint/2010/main" val="409726296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End w logo - gray">
    <p:bg>
      <p:bgPr>
        <a:solidFill>
          <a:schemeClr val="tx2"/>
        </a:solidFill>
        <a:effectLst/>
      </p:bgPr>
    </p:bg>
    <p:spTree>
      <p:nvGrpSpPr>
        <p:cNvPr id="1" name=""/>
        <p:cNvGrpSpPr/>
        <p:nvPr/>
      </p:nvGrpSpPr>
      <p:grpSpPr>
        <a:xfrm>
          <a:off x="0" y="0"/>
          <a:ext cx="0" cy="0"/>
          <a:chOff x="0" y="0"/>
          <a:chExt cx="0" cy="0"/>
        </a:xfrm>
      </p:grpSpPr>
      <p:pic>
        <p:nvPicPr>
          <p:cNvPr id="15" name="Graphic 14" descr="Central Piedmont Community College logo">
            <a:extLst>
              <a:ext uri="{FF2B5EF4-FFF2-40B4-BE49-F238E27FC236}">
                <a16:creationId xmlns:a16="http://schemas.microsoft.com/office/drawing/2014/main" id="{5DBA3018-5B26-9782-F108-5E99EB9836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
        <p:nvSpPr>
          <p:cNvPr id="3" name="Slide Number Placeholder 16">
            <a:extLst>
              <a:ext uri="{FF2B5EF4-FFF2-40B4-BE49-F238E27FC236}">
                <a16:creationId xmlns:a16="http://schemas.microsoft.com/office/drawing/2014/main" id="{E0876FC3-4123-EF3A-8067-C14E2E7281D2}"/>
              </a:ext>
            </a:extLst>
          </p:cNvPr>
          <p:cNvSpPr txBox="1">
            <a:spLocks/>
          </p:cNvSpPr>
          <p:nvPr userDrawn="1"/>
        </p:nvSpPr>
        <p:spPr>
          <a:xfrm>
            <a:off x="8686800" y="6400800"/>
            <a:ext cx="3200400" cy="274320"/>
          </a:xfrm>
          <a:prstGeom prst="rect">
            <a:avLst/>
          </a:prstGeom>
        </p:spPr>
        <p:txBody>
          <a:bodyPr vert="horz" lIns="91440" tIns="45720" rIns="91440" bIns="45720" rtlCol="0" anchor="b"/>
          <a:lstStyle>
            <a:defPPr>
              <a:defRPr lang="en-US"/>
            </a:defPPr>
            <a:lvl1pPr marL="0" algn="l" defTabSz="914400" rtl="0" eaLnBrk="1" latinLnBrk="0" hangingPunct="1">
              <a:defRPr sz="1000" b="0" i="0" kern="1200">
                <a:solidFill>
                  <a:srgbClr val="636466"/>
                </a:solidFill>
                <a:latin typeface="Aptos" panose="020B00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2ED4C17-5099-5B49-876F-5657BF3D7D52}" type="slidenum">
              <a:rPr lang="en-US" sz="1200" b="0" i="0" kern="1200" smtClean="0">
                <a:solidFill>
                  <a:schemeClr val="bg1"/>
                </a:solidFill>
                <a:effectLst/>
                <a:latin typeface="Franklin Gothic Medium" panose="020B0603020102020204" pitchFamily="34" charset="0"/>
                <a:ea typeface="+mn-ea"/>
                <a:cs typeface="Arial" panose="020B0604020202020204" pitchFamily="34" charset="0"/>
              </a:rPr>
              <a:pPr algn="r"/>
              <a:t>‹#›</a:t>
            </a:fld>
            <a:endParaRPr lang="en-US" sz="1200" b="0" i="0" kern="1200" dirty="0">
              <a:solidFill>
                <a:srgbClr val="E0D7AE"/>
              </a:solidFill>
              <a:effectLst/>
              <a:latin typeface="Franklin Gothic Medium" panose="020B0603020102020204" pitchFamily="34" charset="0"/>
              <a:ea typeface="+mn-ea"/>
              <a:cs typeface="Arial" panose="020B0604020202020204" pitchFamily="34" charset="0"/>
            </a:endParaRPr>
          </a:p>
        </p:txBody>
      </p:sp>
    </p:spTree>
    <p:extLst>
      <p:ext uri="{BB962C8B-B14F-4D97-AF65-F5344CB8AC3E}">
        <p14:creationId xmlns:p14="http://schemas.microsoft.com/office/powerpoint/2010/main" val="65753690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icons 1">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659B64F-1779-097C-1025-C67B8ABA7F8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INTERNAL / EMPLOYEE</a:t>
            </a:r>
          </a:p>
        </p:txBody>
      </p:sp>
      <p:sp>
        <p:nvSpPr>
          <p:cNvPr id="81" name="Title 2">
            <a:extLst>
              <a:ext uri="{FF2B5EF4-FFF2-40B4-BE49-F238E27FC236}">
                <a16:creationId xmlns:a16="http://schemas.microsoft.com/office/drawing/2014/main" id="{E519F92B-969C-FB14-BA08-CE62051A08D2}"/>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47884772-D55C-E44A-CAA4-309160CA85E1}"/>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6" name="Graphic 65" descr="pie chart">
            <a:extLst>
              <a:ext uri="{FF2B5EF4-FFF2-40B4-BE49-F238E27FC236}">
                <a16:creationId xmlns:a16="http://schemas.microsoft.com/office/drawing/2014/main" id="{20522D9E-2B97-6A6E-17FF-787015139C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968" y="1187094"/>
            <a:ext cx="421626" cy="408025"/>
          </a:xfrm>
          <a:prstGeom prst="rect">
            <a:avLst/>
          </a:prstGeom>
        </p:spPr>
      </p:pic>
      <p:sp>
        <p:nvSpPr>
          <p:cNvPr id="32" name="TextBox 31">
            <a:extLst>
              <a:ext uri="{FF2B5EF4-FFF2-40B4-BE49-F238E27FC236}">
                <a16:creationId xmlns:a16="http://schemas.microsoft.com/office/drawing/2014/main" id="{EDF72CFC-A4F0-F0E5-A4CB-060CEE1EC46D}"/>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BUDGET ALLOCATION</a:t>
            </a:r>
          </a:p>
        </p:txBody>
      </p:sp>
      <p:pic>
        <p:nvPicPr>
          <p:cNvPr id="68" name="Graphic 67" descr="month calendar">
            <a:extLst>
              <a:ext uri="{FF2B5EF4-FFF2-40B4-BE49-F238E27FC236}">
                <a16:creationId xmlns:a16="http://schemas.microsoft.com/office/drawing/2014/main" id="{9ACD18C3-CF09-23BA-552C-CFCE472812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80205" y="1173493"/>
            <a:ext cx="421625" cy="435226"/>
          </a:xfrm>
          <a:prstGeom prst="rect">
            <a:avLst/>
          </a:prstGeom>
        </p:spPr>
      </p:pic>
      <p:sp>
        <p:nvSpPr>
          <p:cNvPr id="4" name="TextBox 3">
            <a:extLst>
              <a:ext uri="{FF2B5EF4-FFF2-40B4-BE49-F238E27FC236}">
                <a16:creationId xmlns:a16="http://schemas.microsoft.com/office/drawing/2014/main" id="{27B755A4-9A1F-CD2A-C7C1-AAE90325FA84}"/>
              </a:ext>
            </a:extLst>
          </p:cNvPr>
          <p:cNvSpPr txBox="1"/>
          <p:nvPr userDrawn="1"/>
        </p:nvSpPr>
        <p:spPr>
          <a:xfrm>
            <a:off x="1454348"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a:t>
            </a:r>
          </a:p>
        </p:txBody>
      </p:sp>
      <p:pic>
        <p:nvPicPr>
          <p:cNvPr id="67" name="Graphic 66" descr="single date calendar">
            <a:extLst>
              <a:ext uri="{FF2B5EF4-FFF2-40B4-BE49-F238E27FC236}">
                <a16:creationId xmlns:a16="http://schemas.microsoft.com/office/drawing/2014/main" id="{4AD1DDC3-F4E2-4EF3-A002-02AFD3BC767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73389" y="1204615"/>
            <a:ext cx="421625" cy="380823"/>
          </a:xfrm>
          <a:prstGeom prst="rect">
            <a:avLst/>
          </a:prstGeom>
        </p:spPr>
      </p:pic>
      <p:sp>
        <p:nvSpPr>
          <p:cNvPr id="5" name="TextBox 4">
            <a:extLst>
              <a:ext uri="{FF2B5EF4-FFF2-40B4-BE49-F238E27FC236}">
                <a16:creationId xmlns:a16="http://schemas.microsoft.com/office/drawing/2014/main" id="{D886FD62-3C49-56E4-1CA4-4DD17E32F147}"/>
              </a:ext>
            </a:extLst>
          </p:cNvPr>
          <p:cNvSpPr txBox="1"/>
          <p:nvPr userDrawn="1"/>
        </p:nvSpPr>
        <p:spPr>
          <a:xfrm>
            <a:off x="2269352" y="1695883"/>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CALENDAR EVENT</a:t>
            </a:r>
          </a:p>
        </p:txBody>
      </p:sp>
      <p:pic>
        <p:nvPicPr>
          <p:cNvPr id="69" name="Graphic 68" descr="2 puzzle pieces in hands">
            <a:extLst>
              <a:ext uri="{FF2B5EF4-FFF2-40B4-BE49-F238E27FC236}">
                <a16:creationId xmlns:a16="http://schemas.microsoft.com/office/drawing/2014/main" id="{2C8BFD39-4EB5-668D-A45F-A227A2188E6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6676" y="1211396"/>
            <a:ext cx="466888" cy="393700"/>
          </a:xfrm>
          <a:prstGeom prst="rect">
            <a:avLst/>
          </a:prstGeom>
        </p:spPr>
      </p:pic>
      <p:sp>
        <p:nvSpPr>
          <p:cNvPr id="6" name="TextBox 5">
            <a:extLst>
              <a:ext uri="{FF2B5EF4-FFF2-40B4-BE49-F238E27FC236}">
                <a16:creationId xmlns:a16="http://schemas.microsoft.com/office/drawing/2014/main" id="{04F4AF39-0021-4F96-F03A-05DD53DD50AC}"/>
              </a:ext>
            </a:extLst>
          </p:cNvPr>
          <p:cNvSpPr txBox="1"/>
          <p:nvPr userDrawn="1"/>
        </p:nvSpPr>
        <p:spPr>
          <a:xfrm>
            <a:off x="3305993" y="1695883"/>
            <a:ext cx="83820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70" name="Graphic 69" descr="person icon with heart, medal, clock, and money icons surrounding">
            <a:extLst>
              <a:ext uri="{FF2B5EF4-FFF2-40B4-BE49-F238E27FC236}">
                <a16:creationId xmlns:a16="http://schemas.microsoft.com/office/drawing/2014/main" id="{AE4BE515-8693-6887-6D6E-5D4F72007E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13861" y="1185219"/>
            <a:ext cx="448827" cy="421625"/>
          </a:xfrm>
          <a:prstGeom prst="rect">
            <a:avLst/>
          </a:prstGeom>
        </p:spPr>
      </p:pic>
      <p:sp>
        <p:nvSpPr>
          <p:cNvPr id="9" name="TextBox 8">
            <a:extLst>
              <a:ext uri="{FF2B5EF4-FFF2-40B4-BE49-F238E27FC236}">
                <a16:creationId xmlns:a16="http://schemas.microsoft.com/office/drawing/2014/main" id="{FB9D3C8D-7C85-0E9E-7ED5-166FA2C53C1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EMPLOYEE BENEFITS</a:t>
            </a:r>
          </a:p>
        </p:txBody>
      </p:sp>
      <p:pic>
        <p:nvPicPr>
          <p:cNvPr id="49" name="Graphic 48" descr="target with bullseye and dollar sign">
            <a:extLst>
              <a:ext uri="{FF2B5EF4-FFF2-40B4-BE49-F238E27FC236}">
                <a16:creationId xmlns:a16="http://schemas.microsoft.com/office/drawing/2014/main" id="{377934F2-496D-4727-7EE8-83E404198B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8648" y="1178036"/>
            <a:ext cx="521411" cy="442409"/>
          </a:xfrm>
          <a:prstGeom prst="rect">
            <a:avLst/>
          </a:prstGeom>
        </p:spPr>
      </p:pic>
      <p:sp>
        <p:nvSpPr>
          <p:cNvPr id="11" name="TextBox 10">
            <a:extLst>
              <a:ext uri="{FF2B5EF4-FFF2-40B4-BE49-F238E27FC236}">
                <a16:creationId xmlns:a16="http://schemas.microsoft.com/office/drawing/2014/main" id="{4AC766BA-1F05-3E3C-C3D0-782FE50EE2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GOAL</a:t>
            </a:r>
          </a:p>
        </p:txBody>
      </p:sp>
      <p:pic>
        <p:nvPicPr>
          <p:cNvPr id="50" name="Graphic 49" descr="pie chart and graphs">
            <a:extLst>
              <a:ext uri="{FF2B5EF4-FFF2-40B4-BE49-F238E27FC236}">
                <a16:creationId xmlns:a16="http://schemas.microsoft.com/office/drawing/2014/main" id="{98ECDB4F-E8E2-5F10-50EE-1610588C4CB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05041" y="1212089"/>
            <a:ext cx="521411" cy="395008"/>
          </a:xfrm>
          <a:prstGeom prst="rect">
            <a:avLst/>
          </a:prstGeom>
        </p:spPr>
      </p:pic>
      <p:sp>
        <p:nvSpPr>
          <p:cNvPr id="12" name="TextBox 11">
            <a:extLst>
              <a:ext uri="{FF2B5EF4-FFF2-40B4-BE49-F238E27FC236}">
                <a16:creationId xmlns:a16="http://schemas.microsoft.com/office/drawing/2014/main" id="{8FE37B3F-4D10-50BC-DC1F-D083FDCF9510}"/>
              </a:ext>
            </a:extLst>
          </p:cNvPr>
          <p:cNvSpPr txBox="1"/>
          <p:nvPr userDrawn="1"/>
        </p:nvSpPr>
        <p:spPr>
          <a:xfrm>
            <a:off x="6225159"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REPORT</a:t>
            </a:r>
          </a:p>
        </p:txBody>
      </p:sp>
      <p:pic>
        <p:nvPicPr>
          <p:cNvPr id="77" name="Graphic 76" descr="target with bullseye">
            <a:extLst>
              <a:ext uri="{FF2B5EF4-FFF2-40B4-BE49-F238E27FC236}">
                <a16:creationId xmlns:a16="http://schemas.microsoft.com/office/drawing/2014/main" id="{86401383-CA3B-0402-EC13-F71100B19EF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65329" y="1174934"/>
            <a:ext cx="444158" cy="444158"/>
          </a:xfrm>
          <a:prstGeom prst="rect">
            <a:avLst/>
          </a:prstGeom>
        </p:spPr>
      </p:pic>
      <p:sp>
        <p:nvSpPr>
          <p:cNvPr id="13" name="TextBox 12">
            <a:extLst>
              <a:ext uri="{FF2B5EF4-FFF2-40B4-BE49-F238E27FC236}">
                <a16:creationId xmlns:a16="http://schemas.microsoft.com/office/drawing/2014/main" id="{DD2B8EA4-F5B7-B342-EF7F-0D661AF104A9}"/>
              </a:ext>
            </a:extLst>
          </p:cNvPr>
          <p:cNvSpPr txBox="1"/>
          <p:nvPr userDrawn="1"/>
        </p:nvSpPr>
        <p:spPr>
          <a:xfrm>
            <a:off x="709601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GOAL SETTING</a:t>
            </a:r>
          </a:p>
        </p:txBody>
      </p:sp>
      <p:pic>
        <p:nvPicPr>
          <p:cNvPr id="71" name="Graphic 70" descr="umbrella">
            <a:extLst>
              <a:ext uri="{FF2B5EF4-FFF2-40B4-BE49-F238E27FC236}">
                <a16:creationId xmlns:a16="http://schemas.microsoft.com/office/drawing/2014/main" id="{7CBEA53B-7E7E-CEA5-1CE2-D47C70D5EB8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47277" y="1185219"/>
            <a:ext cx="408024" cy="435226"/>
          </a:xfrm>
          <a:prstGeom prst="rect">
            <a:avLst/>
          </a:prstGeom>
        </p:spPr>
      </p:pic>
      <p:sp>
        <p:nvSpPr>
          <p:cNvPr id="14" name="TextBox 13">
            <a:extLst>
              <a:ext uri="{FF2B5EF4-FFF2-40B4-BE49-F238E27FC236}">
                <a16:creationId xmlns:a16="http://schemas.microsoft.com/office/drawing/2014/main" id="{D6C66FF5-E9FF-6188-3F06-B871786F5D56}"/>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INSURANCE</a:t>
            </a:r>
          </a:p>
        </p:txBody>
      </p:sp>
      <p:pic>
        <p:nvPicPr>
          <p:cNvPr id="78" name="Graphic 77" descr="2 people on staircase reaching towards each other">
            <a:extLst>
              <a:ext uri="{FF2B5EF4-FFF2-40B4-BE49-F238E27FC236}">
                <a16:creationId xmlns:a16="http://schemas.microsoft.com/office/drawing/2014/main" id="{2C04E8D8-81AA-6826-CA71-FA81722101B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5011" y="1181392"/>
            <a:ext cx="453708" cy="453708"/>
          </a:xfrm>
          <a:prstGeom prst="rect">
            <a:avLst/>
          </a:prstGeom>
        </p:spPr>
      </p:pic>
      <p:sp>
        <p:nvSpPr>
          <p:cNvPr id="15" name="TextBox 14">
            <a:extLst>
              <a:ext uri="{FF2B5EF4-FFF2-40B4-BE49-F238E27FC236}">
                <a16:creationId xmlns:a16="http://schemas.microsoft.com/office/drawing/2014/main" id="{63E18550-1CBE-8F55-E2D3-EB54A8E0BEA8}"/>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LEADERSHIP</a:t>
            </a:r>
          </a:p>
        </p:txBody>
      </p:sp>
      <p:pic>
        <p:nvPicPr>
          <p:cNvPr id="79" name="Graphic 78" descr="numbered list">
            <a:extLst>
              <a:ext uri="{FF2B5EF4-FFF2-40B4-BE49-F238E27FC236}">
                <a16:creationId xmlns:a16="http://schemas.microsoft.com/office/drawing/2014/main" id="{ACE273AF-F51A-523C-E0CA-CD283CDBA75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46534" y="1178000"/>
            <a:ext cx="453708" cy="426211"/>
          </a:xfrm>
          <a:prstGeom prst="rect">
            <a:avLst/>
          </a:prstGeom>
        </p:spPr>
      </p:pic>
      <p:sp>
        <p:nvSpPr>
          <p:cNvPr id="16" name="TextBox 15">
            <a:extLst>
              <a:ext uri="{FF2B5EF4-FFF2-40B4-BE49-F238E27FC236}">
                <a16:creationId xmlns:a16="http://schemas.microsoft.com/office/drawing/2014/main" id="{ACE3727E-7850-8E97-CF4E-A7E752BCF0E3}"/>
              </a:ext>
            </a:extLst>
          </p:cNvPr>
          <p:cNvSpPr txBox="1"/>
          <p:nvPr userDrawn="1"/>
        </p:nvSpPr>
        <p:spPr>
          <a:xfrm>
            <a:off x="9961602" y="1695883"/>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PRIORITIZATION</a:t>
            </a:r>
          </a:p>
        </p:txBody>
      </p:sp>
      <p:pic>
        <p:nvPicPr>
          <p:cNvPr id="72" name="Graphic 71" descr="graph with increasing arrow">
            <a:extLst>
              <a:ext uri="{FF2B5EF4-FFF2-40B4-BE49-F238E27FC236}">
                <a16:creationId xmlns:a16="http://schemas.microsoft.com/office/drawing/2014/main" id="{3C121C24-F80A-EE48-39FF-34491FFB21AE}"/>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46368" y="2206818"/>
            <a:ext cx="448827" cy="367222"/>
          </a:xfrm>
          <a:prstGeom prst="rect">
            <a:avLst/>
          </a:prstGeom>
        </p:spPr>
      </p:pic>
      <p:sp>
        <p:nvSpPr>
          <p:cNvPr id="19" name="TextBox 18">
            <a:extLst>
              <a:ext uri="{FF2B5EF4-FFF2-40B4-BE49-F238E27FC236}">
                <a16:creationId xmlns:a16="http://schemas.microsoft.com/office/drawing/2014/main" id="{14788C65-2D3E-84F6-A1AB-CABBD6092C2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RESULT</a:t>
            </a:r>
          </a:p>
        </p:txBody>
      </p:sp>
      <p:pic>
        <p:nvPicPr>
          <p:cNvPr id="65" name="Graphic 64" descr="calendar and clock">
            <a:extLst>
              <a:ext uri="{FF2B5EF4-FFF2-40B4-BE49-F238E27FC236}">
                <a16:creationId xmlns:a16="http://schemas.microsoft.com/office/drawing/2014/main" id="{048629E8-E4F6-8111-FE5B-6082CBA0912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495581" y="2238298"/>
            <a:ext cx="521411" cy="410809"/>
          </a:xfrm>
          <a:prstGeom prst="rect">
            <a:avLst/>
          </a:prstGeom>
        </p:spPr>
      </p:pic>
      <p:sp>
        <p:nvSpPr>
          <p:cNvPr id="23" name="TextBox 22">
            <a:extLst>
              <a:ext uri="{FF2B5EF4-FFF2-40B4-BE49-F238E27FC236}">
                <a16:creationId xmlns:a16="http://schemas.microsoft.com/office/drawing/2014/main" id="{9B1D8B6B-4008-2E57-02E7-31FF8B6CCD07}"/>
              </a:ext>
            </a:extLst>
          </p:cNvPr>
          <p:cNvSpPr txBox="1"/>
          <p:nvPr userDrawn="1"/>
        </p:nvSpPr>
        <p:spPr>
          <a:xfrm>
            <a:off x="1395460" y="2686338"/>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SCHEDULING</a:t>
            </a:r>
          </a:p>
        </p:txBody>
      </p:sp>
      <p:pic>
        <p:nvPicPr>
          <p:cNvPr id="73" name="Graphic 72" descr="lightbulb">
            <a:extLst>
              <a:ext uri="{FF2B5EF4-FFF2-40B4-BE49-F238E27FC236}">
                <a16:creationId xmlns:a16="http://schemas.microsoft.com/office/drawing/2014/main" id="{B0A40982-9C4E-C61B-041F-E3308BE742D5}"/>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63591" y="2160150"/>
            <a:ext cx="448827" cy="448827"/>
          </a:xfrm>
          <a:prstGeom prst="rect">
            <a:avLst/>
          </a:prstGeom>
        </p:spPr>
      </p:pic>
      <p:sp>
        <p:nvSpPr>
          <p:cNvPr id="24" name="TextBox 23">
            <a:extLst>
              <a:ext uri="{FF2B5EF4-FFF2-40B4-BE49-F238E27FC236}">
                <a16:creationId xmlns:a16="http://schemas.microsoft.com/office/drawing/2014/main" id="{167B21E1-D97D-8142-DB06-777094542637}"/>
              </a:ext>
            </a:extLst>
          </p:cNvPr>
          <p:cNvSpPr txBox="1"/>
          <p:nvPr userDrawn="1"/>
        </p:nvSpPr>
        <p:spPr>
          <a:xfrm>
            <a:off x="2307097" y="2686338"/>
            <a:ext cx="79042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SOLUTION</a:t>
            </a:r>
          </a:p>
        </p:txBody>
      </p:sp>
      <p:pic>
        <p:nvPicPr>
          <p:cNvPr id="51" name="Graphic 50" descr="person on computer with headset">
            <a:extLst>
              <a:ext uri="{FF2B5EF4-FFF2-40B4-BE49-F238E27FC236}">
                <a16:creationId xmlns:a16="http://schemas.microsoft.com/office/drawing/2014/main" id="{7260B457-F6B8-9C74-B568-38497EBD96C4}"/>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16687" y="2139586"/>
            <a:ext cx="537211" cy="474010"/>
          </a:xfrm>
          <a:prstGeom prst="rect">
            <a:avLst/>
          </a:prstGeom>
        </p:spPr>
      </p:pic>
      <p:sp>
        <p:nvSpPr>
          <p:cNvPr id="25" name="TextBox 24">
            <a:extLst>
              <a:ext uri="{FF2B5EF4-FFF2-40B4-BE49-F238E27FC236}">
                <a16:creationId xmlns:a16="http://schemas.microsoft.com/office/drawing/2014/main" id="{37F60852-08BD-E513-B7A5-E84BB687B7DA}"/>
              </a:ext>
            </a:extLst>
          </p:cNvPr>
          <p:cNvSpPr txBox="1"/>
          <p:nvPr userDrawn="1"/>
        </p:nvSpPr>
        <p:spPr>
          <a:xfrm>
            <a:off x="3342090"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TECH SUPPORT</a:t>
            </a:r>
          </a:p>
        </p:txBody>
      </p:sp>
      <p:pic>
        <p:nvPicPr>
          <p:cNvPr id="74" name="Graphic 73" descr="four hands in circle formation">
            <a:extLst>
              <a:ext uri="{FF2B5EF4-FFF2-40B4-BE49-F238E27FC236}">
                <a16:creationId xmlns:a16="http://schemas.microsoft.com/office/drawing/2014/main" id="{C492302C-C37A-4A21-D510-D22F6F978758}"/>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513861" y="2168424"/>
            <a:ext cx="438457" cy="453072"/>
          </a:xfrm>
          <a:prstGeom prst="rect">
            <a:avLst/>
          </a:prstGeom>
        </p:spPr>
      </p:pic>
      <p:sp>
        <p:nvSpPr>
          <p:cNvPr id="26" name="TextBox 25">
            <a:extLst>
              <a:ext uri="{FF2B5EF4-FFF2-40B4-BE49-F238E27FC236}">
                <a16:creationId xmlns:a16="http://schemas.microsoft.com/office/drawing/2014/main" id="{3C53D38C-369B-55C0-C53F-6D787FDC9B89}"/>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TEAMWORK</a:t>
            </a:r>
          </a:p>
        </p:txBody>
      </p:sp>
      <p:pic>
        <p:nvPicPr>
          <p:cNvPr id="75" name="Graphic 74" descr="stopwatch">
            <a:extLst>
              <a:ext uri="{FF2B5EF4-FFF2-40B4-BE49-F238E27FC236}">
                <a16:creationId xmlns:a16="http://schemas.microsoft.com/office/drawing/2014/main" id="{9C6A080D-3D6B-F439-05C2-9FBD4FF361F9}"/>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82605" y="2158978"/>
            <a:ext cx="367222" cy="435226"/>
          </a:xfrm>
          <a:prstGeom prst="rect">
            <a:avLst/>
          </a:prstGeom>
        </p:spPr>
      </p:pic>
      <p:sp>
        <p:nvSpPr>
          <p:cNvPr id="27" name="TextBox 26">
            <a:extLst>
              <a:ext uri="{FF2B5EF4-FFF2-40B4-BE49-F238E27FC236}">
                <a16:creationId xmlns:a16="http://schemas.microsoft.com/office/drawing/2014/main" id="{4AB898F8-8E02-7355-A0A4-B07385D77D65}"/>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TIME LIMIT</a:t>
            </a:r>
          </a:p>
        </p:txBody>
      </p:sp>
      <p:pic>
        <p:nvPicPr>
          <p:cNvPr id="76" name="Graphic 75" descr="people icons with calendar">
            <a:extLst>
              <a:ext uri="{FF2B5EF4-FFF2-40B4-BE49-F238E27FC236}">
                <a16:creationId xmlns:a16="http://schemas.microsoft.com/office/drawing/2014/main" id="{7A8AA7C3-01FA-E87A-2D2F-2A7AADBD972E}"/>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373537" y="2171442"/>
            <a:ext cx="465764" cy="437536"/>
          </a:xfrm>
          <a:prstGeom prst="rect">
            <a:avLst/>
          </a:prstGeom>
        </p:spPr>
      </p:pic>
      <p:sp>
        <p:nvSpPr>
          <p:cNvPr id="28" name="TextBox 27">
            <a:extLst>
              <a:ext uri="{FF2B5EF4-FFF2-40B4-BE49-F238E27FC236}">
                <a16:creationId xmlns:a16="http://schemas.microsoft.com/office/drawing/2014/main" id="{373C8430-B612-991E-675B-28E020C0EFB9}"/>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TRAINING</a:t>
            </a:r>
          </a:p>
        </p:txBody>
      </p:sp>
      <p:pic>
        <p:nvPicPr>
          <p:cNvPr id="53" name="Graphic 52" descr="bar chart with increasing arrow">
            <a:extLst>
              <a:ext uri="{FF2B5EF4-FFF2-40B4-BE49-F238E27FC236}">
                <a16:creationId xmlns:a16="http://schemas.microsoft.com/office/drawing/2014/main" id="{0584F21E-BAD7-1B31-ED4D-68C3813BCCBE}"/>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188076" y="2163286"/>
            <a:ext cx="521411" cy="458210"/>
          </a:xfrm>
          <a:prstGeom prst="rect">
            <a:avLst/>
          </a:prstGeom>
        </p:spPr>
      </p:pic>
      <p:sp>
        <p:nvSpPr>
          <p:cNvPr id="29" name="TextBox 28">
            <a:extLst>
              <a:ext uri="{FF2B5EF4-FFF2-40B4-BE49-F238E27FC236}">
                <a16:creationId xmlns:a16="http://schemas.microsoft.com/office/drawing/2014/main" id="{7A0E404E-A779-8675-45F9-6E1E0D45DAE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a:t>
            </a:r>
          </a:p>
        </p:txBody>
      </p:sp>
      <p:pic>
        <p:nvPicPr>
          <p:cNvPr id="52" name="Graphic 51" descr="bar graph with increasing arrow and dollar sign">
            <a:extLst>
              <a:ext uri="{FF2B5EF4-FFF2-40B4-BE49-F238E27FC236}">
                <a16:creationId xmlns:a16="http://schemas.microsoft.com/office/drawing/2014/main" id="{BE2B92F6-9A99-BB98-F1DC-067C743A16F6}"/>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169450" y="2147952"/>
            <a:ext cx="505610" cy="505610"/>
          </a:xfrm>
          <a:prstGeom prst="rect">
            <a:avLst/>
          </a:prstGeom>
        </p:spPr>
      </p:pic>
      <p:sp>
        <p:nvSpPr>
          <p:cNvPr id="30" name="TextBox 29">
            <a:extLst>
              <a:ext uri="{FF2B5EF4-FFF2-40B4-BE49-F238E27FC236}">
                <a16:creationId xmlns:a16="http://schemas.microsoft.com/office/drawing/2014/main" id="{5C540455-7939-E006-CD53-259AAA55FB02}"/>
              </a:ext>
            </a:extLst>
          </p:cNvPr>
          <p:cNvSpPr txBox="1"/>
          <p:nvPr userDrawn="1"/>
        </p:nvSpPr>
        <p:spPr>
          <a:xfrm>
            <a:off x="805659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TRENDING (FINANCIAL)</a:t>
            </a:r>
          </a:p>
        </p:txBody>
      </p:sp>
      <p:pic>
        <p:nvPicPr>
          <p:cNvPr id="80" name="Graphic 79" descr="3 hands reaching toward each other">
            <a:extLst>
              <a:ext uri="{FF2B5EF4-FFF2-40B4-BE49-F238E27FC236}">
                <a16:creationId xmlns:a16="http://schemas.microsoft.com/office/drawing/2014/main" id="{5CC45D25-1EE0-ECCA-5C85-D4A59986BAD0}"/>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95964" y="2174016"/>
            <a:ext cx="467457" cy="412462"/>
          </a:xfrm>
          <a:prstGeom prst="rect">
            <a:avLst/>
          </a:prstGeom>
        </p:spPr>
      </p:pic>
      <p:sp>
        <p:nvSpPr>
          <p:cNvPr id="31" name="TextBox 30">
            <a:extLst>
              <a:ext uri="{FF2B5EF4-FFF2-40B4-BE49-F238E27FC236}">
                <a16:creationId xmlns:a16="http://schemas.microsoft.com/office/drawing/2014/main" id="{F88EADDC-A19D-66CA-9AA5-6B4A3616D421}"/>
              </a:ext>
            </a:extLst>
          </p:cNvPr>
          <p:cNvSpPr txBox="1"/>
          <p:nvPr userDrawn="1"/>
        </p:nvSpPr>
        <p:spPr>
          <a:xfrm>
            <a:off x="904620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UNITED</a:t>
            </a:r>
          </a:p>
        </p:txBody>
      </p:sp>
      <p:sp>
        <p:nvSpPr>
          <p:cNvPr id="33" name="Title 2">
            <a:extLst>
              <a:ext uri="{FF2B5EF4-FFF2-40B4-BE49-F238E27FC236}">
                <a16:creationId xmlns:a16="http://schemas.microsoft.com/office/drawing/2014/main" id="{57E9790B-1DF5-885D-BBB6-B753055F24BA}"/>
              </a:ext>
            </a:extLst>
          </p:cNvPr>
          <p:cNvSpPr txBox="1">
            <a:spLocks/>
          </p:cNvSpPr>
          <p:nvPr userDrawn="1"/>
        </p:nvSpPr>
        <p:spPr>
          <a:xfrm>
            <a:off x="401783" y="3133013"/>
            <a:ext cx="3723409" cy="3523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AWARDS / DOCUMENTS</a:t>
            </a:r>
          </a:p>
        </p:txBody>
      </p:sp>
      <p:cxnSp>
        <p:nvCxnSpPr>
          <p:cNvPr id="34" name="Straight Connector 33">
            <a:extLst>
              <a:ext uri="{FF2B5EF4-FFF2-40B4-BE49-F238E27FC236}">
                <a16:creationId xmlns:a16="http://schemas.microsoft.com/office/drawing/2014/main" id="{55C70B56-77D7-5FA5-6292-59FD55C80085}"/>
              </a:ext>
            </a:extLst>
          </p:cNvPr>
          <p:cNvCxnSpPr>
            <a:cxnSpLocks/>
          </p:cNvCxnSpPr>
          <p:nvPr userDrawn="1"/>
        </p:nvCxnSpPr>
        <p:spPr>
          <a:xfrm>
            <a:off x="519545" y="348540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clipboard with check marks">
            <a:extLst>
              <a:ext uri="{FF2B5EF4-FFF2-40B4-BE49-F238E27FC236}">
                <a16:creationId xmlns:a16="http://schemas.microsoft.com/office/drawing/2014/main" id="{D079FA0C-EF62-4CFD-9916-E4147ECC5838}"/>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636375" y="3841240"/>
            <a:ext cx="442511" cy="485335"/>
          </a:xfrm>
          <a:prstGeom prst="rect">
            <a:avLst/>
          </a:prstGeom>
        </p:spPr>
      </p:pic>
      <p:sp>
        <p:nvSpPr>
          <p:cNvPr id="46" name="TextBox 45">
            <a:extLst>
              <a:ext uri="{FF2B5EF4-FFF2-40B4-BE49-F238E27FC236}">
                <a16:creationId xmlns:a16="http://schemas.microsoft.com/office/drawing/2014/main" id="{CC57B84B-483E-6E4A-FEEF-452C0E530684}"/>
              </a:ext>
            </a:extLst>
          </p:cNvPr>
          <p:cNvSpPr txBox="1"/>
          <p:nvPr userDrawn="1"/>
        </p:nvSpPr>
        <p:spPr>
          <a:xfrm>
            <a:off x="361720" y="439158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ASSESSMENT</a:t>
            </a:r>
          </a:p>
        </p:txBody>
      </p:sp>
      <p:pic>
        <p:nvPicPr>
          <p:cNvPr id="55" name="Graphic 54" descr="ribbon award with check mark">
            <a:extLst>
              <a:ext uri="{FF2B5EF4-FFF2-40B4-BE49-F238E27FC236}">
                <a16:creationId xmlns:a16="http://schemas.microsoft.com/office/drawing/2014/main" id="{3FE66362-204F-1112-AA6D-6D2A2FCB505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618748" y="3854754"/>
            <a:ext cx="314041" cy="442512"/>
          </a:xfrm>
          <a:prstGeom prst="rect">
            <a:avLst/>
          </a:prstGeom>
        </p:spPr>
      </p:pic>
      <p:sp>
        <p:nvSpPr>
          <p:cNvPr id="35" name="TextBox 34">
            <a:extLst>
              <a:ext uri="{FF2B5EF4-FFF2-40B4-BE49-F238E27FC236}">
                <a16:creationId xmlns:a16="http://schemas.microsoft.com/office/drawing/2014/main" id="{FBEDD413-71A3-3800-9A50-B4B986A894FB}"/>
              </a:ext>
            </a:extLst>
          </p:cNvPr>
          <p:cNvSpPr txBox="1"/>
          <p:nvPr userDrawn="1"/>
        </p:nvSpPr>
        <p:spPr>
          <a:xfrm>
            <a:off x="1517147" y="4391581"/>
            <a:ext cx="55435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6" name="Graphic 55" descr="ribbon award with star">
            <a:extLst>
              <a:ext uri="{FF2B5EF4-FFF2-40B4-BE49-F238E27FC236}">
                <a16:creationId xmlns:a16="http://schemas.microsoft.com/office/drawing/2014/main" id="{1AEF064C-386F-E81E-9B09-3AE6937B0104}"/>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09600" y="3858774"/>
            <a:ext cx="385414" cy="471061"/>
          </a:xfrm>
          <a:prstGeom prst="rect">
            <a:avLst/>
          </a:prstGeom>
        </p:spPr>
      </p:pic>
      <p:sp>
        <p:nvSpPr>
          <p:cNvPr id="36" name="TextBox 35">
            <a:extLst>
              <a:ext uri="{FF2B5EF4-FFF2-40B4-BE49-F238E27FC236}">
                <a16:creationId xmlns:a16="http://schemas.microsoft.com/office/drawing/2014/main" id="{8107EE05-3307-01E6-2398-4AF93C2730B0}"/>
              </a:ext>
            </a:extLst>
          </p:cNvPr>
          <p:cNvSpPr txBox="1"/>
          <p:nvPr userDrawn="1"/>
        </p:nvSpPr>
        <p:spPr>
          <a:xfrm>
            <a:off x="2357763"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AWARD</a:t>
            </a:r>
          </a:p>
        </p:txBody>
      </p:sp>
      <p:pic>
        <p:nvPicPr>
          <p:cNvPr id="57" name="Graphic 56" descr="clipboard">
            <a:extLst>
              <a:ext uri="{FF2B5EF4-FFF2-40B4-BE49-F238E27FC236}">
                <a16:creationId xmlns:a16="http://schemas.microsoft.com/office/drawing/2014/main" id="{F9DBE9B6-8802-67EA-F719-29F82D582E2F}"/>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576700" y="3848378"/>
            <a:ext cx="356864" cy="471061"/>
          </a:xfrm>
          <a:prstGeom prst="rect">
            <a:avLst/>
          </a:prstGeom>
        </p:spPr>
      </p:pic>
      <p:sp>
        <p:nvSpPr>
          <p:cNvPr id="37" name="TextBox 36">
            <a:extLst>
              <a:ext uri="{FF2B5EF4-FFF2-40B4-BE49-F238E27FC236}">
                <a16:creationId xmlns:a16="http://schemas.microsoft.com/office/drawing/2014/main" id="{1819AA86-F79A-BA9A-8969-CBE87ED577EE}"/>
              </a:ext>
            </a:extLst>
          </p:cNvPr>
          <p:cNvSpPr txBox="1"/>
          <p:nvPr userDrawn="1"/>
        </p:nvSpPr>
        <p:spPr>
          <a:xfrm>
            <a:off x="336320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CHECKLIST</a:t>
            </a:r>
          </a:p>
        </p:txBody>
      </p:sp>
      <p:pic>
        <p:nvPicPr>
          <p:cNvPr id="58" name="Graphic 57" descr="paper">
            <a:extLst>
              <a:ext uri="{FF2B5EF4-FFF2-40B4-BE49-F238E27FC236}">
                <a16:creationId xmlns:a16="http://schemas.microsoft.com/office/drawing/2014/main" id="{E96E9FB7-76DC-2D62-79F9-FF0E1A9CB63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521034" y="3858774"/>
            <a:ext cx="371139" cy="456786"/>
          </a:xfrm>
          <a:prstGeom prst="rect">
            <a:avLst/>
          </a:prstGeom>
        </p:spPr>
      </p:pic>
      <p:sp>
        <p:nvSpPr>
          <p:cNvPr id="38" name="TextBox 37">
            <a:extLst>
              <a:ext uri="{FF2B5EF4-FFF2-40B4-BE49-F238E27FC236}">
                <a16:creationId xmlns:a16="http://schemas.microsoft.com/office/drawing/2014/main" id="{98EA3868-125A-592B-9848-DB01A6C20C10}"/>
              </a:ext>
            </a:extLst>
          </p:cNvPr>
          <p:cNvSpPr txBox="1"/>
          <p:nvPr userDrawn="1"/>
        </p:nvSpPr>
        <p:spPr>
          <a:xfrm>
            <a:off x="4340942"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DOCUMENT</a:t>
            </a:r>
          </a:p>
        </p:txBody>
      </p:sp>
      <p:pic>
        <p:nvPicPr>
          <p:cNvPr id="59" name="Graphic 58" descr="clapping hands">
            <a:extLst>
              <a:ext uri="{FF2B5EF4-FFF2-40B4-BE49-F238E27FC236}">
                <a16:creationId xmlns:a16="http://schemas.microsoft.com/office/drawing/2014/main" id="{0CBEC175-9F99-E4FC-440E-B46383A252E9}"/>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38313" y="3866283"/>
            <a:ext cx="471061" cy="428237"/>
          </a:xfrm>
          <a:prstGeom prst="rect">
            <a:avLst/>
          </a:prstGeom>
        </p:spPr>
      </p:pic>
      <p:sp>
        <p:nvSpPr>
          <p:cNvPr id="39" name="TextBox 38">
            <a:extLst>
              <a:ext uri="{FF2B5EF4-FFF2-40B4-BE49-F238E27FC236}">
                <a16:creationId xmlns:a16="http://schemas.microsoft.com/office/drawing/2014/main" id="{AB5685BB-920A-06EF-D16F-7F67B0678F4A}"/>
              </a:ext>
            </a:extLst>
          </p:cNvPr>
          <p:cNvSpPr txBox="1"/>
          <p:nvPr userDrawn="1"/>
        </p:nvSpPr>
        <p:spPr>
          <a:xfrm>
            <a:off x="5211799" y="4391581"/>
            <a:ext cx="893285"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ENCOURAGEMENT</a:t>
            </a:r>
          </a:p>
        </p:txBody>
      </p:sp>
      <p:pic>
        <p:nvPicPr>
          <p:cNvPr id="62" name="Graphic 61" descr="book with letter i ">
            <a:extLst>
              <a:ext uri="{FF2B5EF4-FFF2-40B4-BE49-F238E27FC236}">
                <a16:creationId xmlns:a16="http://schemas.microsoft.com/office/drawing/2014/main" id="{0236F1F2-9D8D-CB50-C234-585F46AFD4C1}"/>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518" y="3846009"/>
            <a:ext cx="371138" cy="456785"/>
          </a:xfrm>
          <a:prstGeom prst="rect">
            <a:avLst/>
          </a:prstGeom>
        </p:spPr>
      </p:pic>
      <p:sp>
        <p:nvSpPr>
          <p:cNvPr id="40" name="TextBox 39">
            <a:extLst>
              <a:ext uri="{FF2B5EF4-FFF2-40B4-BE49-F238E27FC236}">
                <a16:creationId xmlns:a16="http://schemas.microsoft.com/office/drawing/2014/main" id="{A38EE80D-862E-35BB-470C-D75DF52A0EED}"/>
              </a:ext>
            </a:extLst>
          </p:cNvPr>
          <p:cNvSpPr txBox="1"/>
          <p:nvPr userDrawn="1"/>
        </p:nvSpPr>
        <p:spPr>
          <a:xfrm>
            <a:off x="6225159"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GUIDE BOOK / INFORMATION</a:t>
            </a:r>
          </a:p>
        </p:txBody>
      </p:sp>
      <p:pic>
        <p:nvPicPr>
          <p:cNvPr id="60" name="Graphic 59" descr="open book with gear">
            <a:extLst>
              <a:ext uri="{FF2B5EF4-FFF2-40B4-BE49-F238E27FC236}">
                <a16:creationId xmlns:a16="http://schemas.microsoft.com/office/drawing/2014/main" id="{9CD90FF8-47A1-4072-225E-95964383DC4D}"/>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38426" y="3888414"/>
            <a:ext cx="471061" cy="399688"/>
          </a:xfrm>
          <a:prstGeom prst="rect">
            <a:avLst/>
          </a:prstGeom>
        </p:spPr>
      </p:pic>
      <p:sp>
        <p:nvSpPr>
          <p:cNvPr id="41" name="TextBox 40">
            <a:extLst>
              <a:ext uri="{FF2B5EF4-FFF2-40B4-BE49-F238E27FC236}">
                <a16:creationId xmlns:a16="http://schemas.microsoft.com/office/drawing/2014/main" id="{8EAD960F-19B4-D10E-DA35-573479DD74B2}"/>
              </a:ext>
            </a:extLst>
          </p:cNvPr>
          <p:cNvSpPr txBox="1"/>
          <p:nvPr userDrawn="1"/>
        </p:nvSpPr>
        <p:spPr>
          <a:xfrm>
            <a:off x="709601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MANUAL</a:t>
            </a:r>
          </a:p>
        </p:txBody>
      </p:sp>
      <p:pic>
        <p:nvPicPr>
          <p:cNvPr id="61" name="Graphic 60" descr="medal">
            <a:extLst>
              <a:ext uri="{FF2B5EF4-FFF2-40B4-BE49-F238E27FC236}">
                <a16:creationId xmlns:a16="http://schemas.microsoft.com/office/drawing/2014/main" id="{6B786F2A-6E1A-8C90-BB1F-E9CA4C3670D2}"/>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343339" y="3829215"/>
            <a:ext cx="242668" cy="471061"/>
          </a:xfrm>
          <a:prstGeom prst="rect">
            <a:avLst/>
          </a:prstGeom>
        </p:spPr>
      </p:pic>
      <p:sp>
        <p:nvSpPr>
          <p:cNvPr id="42" name="TextBox 41">
            <a:extLst>
              <a:ext uri="{FF2B5EF4-FFF2-40B4-BE49-F238E27FC236}">
                <a16:creationId xmlns:a16="http://schemas.microsoft.com/office/drawing/2014/main" id="{0ADA82A8-45CD-715B-8F8C-628028EE025F}"/>
              </a:ext>
            </a:extLst>
          </p:cNvPr>
          <p:cNvSpPr txBox="1"/>
          <p:nvPr userDrawn="1"/>
        </p:nvSpPr>
        <p:spPr>
          <a:xfrm>
            <a:off x="8085627"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MEDAL</a:t>
            </a:r>
          </a:p>
        </p:txBody>
      </p:sp>
      <p:pic>
        <p:nvPicPr>
          <p:cNvPr id="63" name="Graphic 62" descr="closed book">
            <a:extLst>
              <a:ext uri="{FF2B5EF4-FFF2-40B4-BE49-F238E27FC236}">
                <a16:creationId xmlns:a16="http://schemas.microsoft.com/office/drawing/2014/main" id="{8BF6E713-918F-EE49-C94E-441D20C5C273}"/>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96654" y="3869788"/>
            <a:ext cx="385413" cy="428237"/>
          </a:xfrm>
          <a:prstGeom prst="rect">
            <a:avLst/>
          </a:prstGeom>
        </p:spPr>
      </p:pic>
      <p:sp>
        <p:nvSpPr>
          <p:cNvPr id="43" name="TextBox 42">
            <a:extLst>
              <a:ext uri="{FF2B5EF4-FFF2-40B4-BE49-F238E27FC236}">
                <a16:creationId xmlns:a16="http://schemas.microsoft.com/office/drawing/2014/main" id="{81F6B76D-53B9-0BE5-5F53-F9564BD68FE7}"/>
              </a:ext>
            </a:extLst>
          </p:cNvPr>
          <p:cNvSpPr txBox="1"/>
          <p:nvPr userDrawn="1"/>
        </p:nvSpPr>
        <p:spPr>
          <a:xfrm>
            <a:off x="9051486" y="439158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64" name="Graphic 63" descr="long sheet of paper">
            <a:extLst>
              <a:ext uri="{FF2B5EF4-FFF2-40B4-BE49-F238E27FC236}">
                <a16:creationId xmlns:a16="http://schemas.microsoft.com/office/drawing/2014/main" id="{B06DDC4E-0F7D-3E25-FA3F-DF4B2BBFC87E}"/>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10173071" y="3866284"/>
            <a:ext cx="471060" cy="428236"/>
          </a:xfrm>
          <a:prstGeom prst="rect">
            <a:avLst/>
          </a:prstGeom>
        </p:spPr>
      </p:pic>
      <p:sp>
        <p:nvSpPr>
          <p:cNvPr id="44" name="TextBox 43">
            <a:extLst>
              <a:ext uri="{FF2B5EF4-FFF2-40B4-BE49-F238E27FC236}">
                <a16:creationId xmlns:a16="http://schemas.microsoft.com/office/drawing/2014/main" id="{DC496026-A4BB-16CE-3C10-DD9BE7245E67}"/>
              </a:ext>
            </a:extLst>
          </p:cNvPr>
          <p:cNvSpPr txBox="1"/>
          <p:nvPr userDrawn="1"/>
        </p:nvSpPr>
        <p:spPr>
          <a:xfrm>
            <a:off x="10017346" y="4391581"/>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REQUIRED DOCUMENTS</a:t>
            </a:r>
          </a:p>
        </p:txBody>
      </p:sp>
    </p:spTree>
    <p:extLst>
      <p:ext uri="{BB962C8B-B14F-4D97-AF65-F5344CB8AC3E}">
        <p14:creationId xmlns:p14="http://schemas.microsoft.com/office/powerpoint/2010/main" val="118254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icons 2">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DE8D17C-D0BA-241E-5C3A-56819B739705}"/>
              </a:ext>
            </a:extLst>
          </p:cNvPr>
          <p:cNvSpPr>
            <a:spLocks noGrp="1"/>
          </p:cNvSpPr>
          <p:nvPr>
            <p:ph type="title"/>
          </p:nvPr>
        </p:nvSpPr>
        <p:spPr>
          <a:xfrm>
            <a:off x="401783" y="437315"/>
            <a:ext cx="3723409" cy="352394"/>
          </a:xfrm>
        </p:spPr>
        <p:txBody>
          <a:bodyPr>
            <a:normAutofit fontScale="90000"/>
          </a:bodyPr>
          <a:lstStyle>
            <a:lvl1pPr>
              <a:defRPr>
                <a:solidFill>
                  <a:schemeClr val="tx2"/>
                </a:solidFill>
              </a:defRPr>
            </a:lvl1pPr>
          </a:lstStyle>
          <a:p>
            <a:r>
              <a:rPr lang="en-US" sz="1800" b="0">
                <a:latin typeface="Franklin Gothic Medium" panose="020B0603020102020204" pitchFamily="34" charset="0"/>
              </a:rPr>
              <a:t>COLLEGIATE / EVENT ICONOGRAPHY</a:t>
            </a:r>
          </a:p>
        </p:txBody>
      </p:sp>
      <p:sp>
        <p:nvSpPr>
          <p:cNvPr id="157" name="Title 2">
            <a:extLst>
              <a:ext uri="{FF2B5EF4-FFF2-40B4-BE49-F238E27FC236}">
                <a16:creationId xmlns:a16="http://schemas.microsoft.com/office/drawing/2014/main" id="{4AF78AB6-7938-F1DC-B9C2-793B55C300BD}"/>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1AA3E171-5A47-E0A2-E173-A8848B79796B}"/>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8" name="Graphic 117" descr="letters a.i. in thought bubble">
            <a:extLst>
              <a:ext uri="{FF2B5EF4-FFF2-40B4-BE49-F238E27FC236}">
                <a16:creationId xmlns:a16="http://schemas.microsoft.com/office/drawing/2014/main" id="{D0AEF15B-ADD1-C0BC-3197-31F70A648D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6770" y="1191667"/>
            <a:ext cx="508000" cy="444500"/>
          </a:xfrm>
          <a:prstGeom prst="rect">
            <a:avLst/>
          </a:prstGeom>
        </p:spPr>
      </p:pic>
      <p:sp>
        <p:nvSpPr>
          <p:cNvPr id="116" name="TextBox 115">
            <a:extLst>
              <a:ext uri="{FF2B5EF4-FFF2-40B4-BE49-F238E27FC236}">
                <a16:creationId xmlns:a16="http://schemas.microsoft.com/office/drawing/2014/main" id="{1156A381-F6B1-01CA-B0B5-F1CE33E2882C}"/>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A.I. INTEGRATION</a:t>
            </a:r>
          </a:p>
        </p:txBody>
      </p:sp>
      <p:pic>
        <p:nvPicPr>
          <p:cNvPr id="119" name="Graphic 118" descr="paintbrush and palette">
            <a:extLst>
              <a:ext uri="{FF2B5EF4-FFF2-40B4-BE49-F238E27FC236}">
                <a16:creationId xmlns:a16="http://schemas.microsoft.com/office/drawing/2014/main" id="{8A164AE4-CA28-121B-F13A-733EE9EF00A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2801" y="1114114"/>
            <a:ext cx="381000" cy="523875"/>
          </a:xfrm>
          <a:prstGeom prst="rect">
            <a:avLst/>
          </a:prstGeom>
        </p:spPr>
      </p:pic>
      <p:sp>
        <p:nvSpPr>
          <p:cNvPr id="10" name="TextBox 9">
            <a:extLst>
              <a:ext uri="{FF2B5EF4-FFF2-40B4-BE49-F238E27FC236}">
                <a16:creationId xmlns:a16="http://schemas.microsoft.com/office/drawing/2014/main" id="{A96630D1-DC58-83B2-7E82-336370832C47}"/>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ART</a:t>
            </a:r>
          </a:p>
        </p:txBody>
      </p:sp>
      <p:pic>
        <p:nvPicPr>
          <p:cNvPr id="120" name="Graphic 119" descr="open book">
            <a:extLst>
              <a:ext uri="{FF2B5EF4-FFF2-40B4-BE49-F238E27FC236}">
                <a16:creationId xmlns:a16="http://schemas.microsoft.com/office/drawing/2014/main" id="{965224BD-19F2-A5A5-C82A-0FA3DDD3DDF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5184" y="1261388"/>
            <a:ext cx="508000" cy="349250"/>
          </a:xfrm>
          <a:prstGeom prst="rect">
            <a:avLst/>
          </a:prstGeom>
        </p:spPr>
      </p:pic>
      <p:sp>
        <p:nvSpPr>
          <p:cNvPr id="18" name="TextBox 17">
            <a:extLst>
              <a:ext uri="{FF2B5EF4-FFF2-40B4-BE49-F238E27FC236}">
                <a16:creationId xmlns:a16="http://schemas.microsoft.com/office/drawing/2014/main" id="{052C975C-B990-A4E3-34C5-FB646403D82F}"/>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BOOK</a:t>
            </a:r>
          </a:p>
        </p:txBody>
      </p:sp>
      <p:pic>
        <p:nvPicPr>
          <p:cNvPr id="121" name="Graphic 120" descr="briefcase">
            <a:extLst>
              <a:ext uri="{FF2B5EF4-FFF2-40B4-BE49-F238E27FC236}">
                <a16:creationId xmlns:a16="http://schemas.microsoft.com/office/drawing/2014/main" id="{C17865CE-86B0-03FF-1C34-48700C49727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74567" y="1191667"/>
            <a:ext cx="523875" cy="444500"/>
          </a:xfrm>
          <a:prstGeom prst="rect">
            <a:avLst/>
          </a:prstGeom>
        </p:spPr>
      </p:pic>
      <p:sp>
        <p:nvSpPr>
          <p:cNvPr id="20" name="TextBox 19">
            <a:extLst>
              <a:ext uri="{FF2B5EF4-FFF2-40B4-BE49-F238E27FC236}">
                <a16:creationId xmlns:a16="http://schemas.microsoft.com/office/drawing/2014/main" id="{989BC4D0-567E-F852-038A-70D69A96641E}"/>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BUSINESS</a:t>
            </a:r>
          </a:p>
        </p:txBody>
      </p:sp>
      <p:pic>
        <p:nvPicPr>
          <p:cNvPr id="122" name="Graphic 121" descr="person walking on bar chart towards flag">
            <a:extLst>
              <a:ext uri="{FF2B5EF4-FFF2-40B4-BE49-F238E27FC236}">
                <a16:creationId xmlns:a16="http://schemas.microsoft.com/office/drawing/2014/main" id="{32A38DBA-E1EA-29AC-544B-AB777E67864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67080" y="1128167"/>
            <a:ext cx="523875" cy="508000"/>
          </a:xfrm>
          <a:prstGeom prst="rect">
            <a:avLst/>
          </a:prstGeom>
        </p:spPr>
      </p:pic>
      <p:sp>
        <p:nvSpPr>
          <p:cNvPr id="21" name="TextBox 20">
            <a:extLst>
              <a:ext uri="{FF2B5EF4-FFF2-40B4-BE49-F238E27FC236}">
                <a16:creationId xmlns:a16="http://schemas.microsoft.com/office/drawing/2014/main" id="{50453D15-86B8-7150-3B87-9B9D8FFC2E59}"/>
              </a:ext>
            </a:extLst>
          </p:cNvPr>
          <p:cNvSpPr txBox="1"/>
          <p:nvPr userDrawn="1"/>
        </p:nvSpPr>
        <p:spPr>
          <a:xfrm>
            <a:off x="4340942"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CAREER GROWTH</a:t>
            </a:r>
          </a:p>
        </p:txBody>
      </p:sp>
      <p:pic>
        <p:nvPicPr>
          <p:cNvPr id="124" name="Graphic 123" descr="graduation cap with circular arrows around">
            <a:extLst>
              <a:ext uri="{FF2B5EF4-FFF2-40B4-BE49-F238E27FC236}">
                <a16:creationId xmlns:a16="http://schemas.microsoft.com/office/drawing/2014/main" id="{235BD48F-02A0-871D-9110-0CB14E73D71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404357" y="1125523"/>
            <a:ext cx="508000" cy="523875"/>
          </a:xfrm>
          <a:prstGeom prst="rect">
            <a:avLst/>
          </a:prstGeom>
        </p:spPr>
      </p:pic>
      <p:sp>
        <p:nvSpPr>
          <p:cNvPr id="22" name="TextBox 21">
            <a:extLst>
              <a:ext uri="{FF2B5EF4-FFF2-40B4-BE49-F238E27FC236}">
                <a16:creationId xmlns:a16="http://schemas.microsoft.com/office/drawing/2014/main" id="{9545324E-FD2C-12D4-1025-32DF4D60C42F}"/>
              </a:ext>
            </a:extLst>
          </p:cNvPr>
          <p:cNvSpPr txBox="1"/>
          <p:nvPr userDrawn="1"/>
        </p:nvSpPr>
        <p:spPr>
          <a:xfrm>
            <a:off x="5306800"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CONTINUING EDUCATION</a:t>
            </a:r>
          </a:p>
        </p:txBody>
      </p:sp>
      <p:pic>
        <p:nvPicPr>
          <p:cNvPr id="125" name="Graphic 124" descr="two people icons facing each other talking at a table">
            <a:extLst>
              <a:ext uri="{FF2B5EF4-FFF2-40B4-BE49-F238E27FC236}">
                <a16:creationId xmlns:a16="http://schemas.microsoft.com/office/drawing/2014/main" id="{2A100675-1E9C-AB27-6B62-C994C0E27F1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60997" y="1126833"/>
            <a:ext cx="476250" cy="523875"/>
          </a:xfrm>
          <a:prstGeom prst="rect">
            <a:avLst/>
          </a:prstGeom>
        </p:spPr>
      </p:pic>
      <p:sp>
        <p:nvSpPr>
          <p:cNvPr id="82" name="TextBox 81">
            <a:extLst>
              <a:ext uri="{FF2B5EF4-FFF2-40B4-BE49-F238E27FC236}">
                <a16:creationId xmlns:a16="http://schemas.microsoft.com/office/drawing/2014/main" id="{51D57C67-E0C5-3A84-20E3-983050391C40}"/>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COUNSELING</a:t>
            </a:r>
          </a:p>
        </p:txBody>
      </p:sp>
      <p:pic>
        <p:nvPicPr>
          <p:cNvPr id="126" name="Graphic 125" descr="lightbulb and pencil">
            <a:extLst>
              <a:ext uri="{FF2B5EF4-FFF2-40B4-BE49-F238E27FC236}">
                <a16:creationId xmlns:a16="http://schemas.microsoft.com/office/drawing/2014/main" id="{665E38AF-A165-9288-E251-1A29943A067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3285" y="1084912"/>
            <a:ext cx="523875" cy="523875"/>
          </a:xfrm>
          <a:prstGeom prst="rect">
            <a:avLst/>
          </a:prstGeom>
        </p:spPr>
      </p:pic>
      <p:sp>
        <p:nvSpPr>
          <p:cNvPr id="83" name="TextBox 82">
            <a:extLst>
              <a:ext uri="{FF2B5EF4-FFF2-40B4-BE49-F238E27FC236}">
                <a16:creationId xmlns:a16="http://schemas.microsoft.com/office/drawing/2014/main" id="{9F0B894B-51EF-7D93-990C-4DF6ACE2BA67}"/>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CREATIVITY</a:t>
            </a:r>
          </a:p>
        </p:txBody>
      </p:sp>
      <p:pic>
        <p:nvPicPr>
          <p:cNvPr id="127" name="Graphic 126" descr="graduation cap on top of books">
            <a:extLst>
              <a:ext uri="{FF2B5EF4-FFF2-40B4-BE49-F238E27FC236}">
                <a16:creationId xmlns:a16="http://schemas.microsoft.com/office/drawing/2014/main" id="{0E367310-EB1D-4CCD-4D55-20ABF9A15BA0}"/>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23721" y="1110575"/>
            <a:ext cx="428625" cy="492125"/>
          </a:xfrm>
          <a:prstGeom prst="rect">
            <a:avLst/>
          </a:prstGeom>
        </p:spPr>
      </p:pic>
      <p:sp>
        <p:nvSpPr>
          <p:cNvPr id="84" name="TextBox 83">
            <a:extLst>
              <a:ext uri="{FF2B5EF4-FFF2-40B4-BE49-F238E27FC236}">
                <a16:creationId xmlns:a16="http://schemas.microsoft.com/office/drawing/2014/main" id="{3CE4610B-026B-0C8E-B446-B4F637A76099}"/>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EDUCATION</a:t>
            </a:r>
          </a:p>
        </p:txBody>
      </p:sp>
      <p:pic>
        <p:nvPicPr>
          <p:cNvPr id="128" name="Graphic 127" descr="circus tent">
            <a:extLst>
              <a:ext uri="{FF2B5EF4-FFF2-40B4-BE49-F238E27FC236}">
                <a16:creationId xmlns:a16="http://schemas.microsoft.com/office/drawing/2014/main" id="{3D2F11AF-F56C-D1E2-DA4A-97E984483353}"/>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49927" y="1102638"/>
            <a:ext cx="523875" cy="508000"/>
          </a:xfrm>
          <a:prstGeom prst="rect">
            <a:avLst/>
          </a:prstGeom>
        </p:spPr>
      </p:pic>
      <p:sp>
        <p:nvSpPr>
          <p:cNvPr id="85" name="TextBox 84">
            <a:extLst>
              <a:ext uri="{FF2B5EF4-FFF2-40B4-BE49-F238E27FC236}">
                <a16:creationId xmlns:a16="http://schemas.microsoft.com/office/drawing/2014/main" id="{EFB24409-9A66-78E7-FB75-1C122CB51D8B}"/>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EVENTS</a:t>
            </a:r>
          </a:p>
        </p:txBody>
      </p:sp>
      <p:pic>
        <p:nvPicPr>
          <p:cNvPr id="129" name="Graphic 128" descr="person icon with dollar sign">
            <a:extLst>
              <a:ext uri="{FF2B5EF4-FFF2-40B4-BE49-F238E27FC236}">
                <a16:creationId xmlns:a16="http://schemas.microsoft.com/office/drawing/2014/main" id="{803F2CC7-B07A-94EE-3693-3A4DD294B9A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84278" y="1142104"/>
            <a:ext cx="523875" cy="476250"/>
          </a:xfrm>
          <a:prstGeom prst="rect">
            <a:avLst/>
          </a:prstGeom>
        </p:spPr>
      </p:pic>
      <p:sp>
        <p:nvSpPr>
          <p:cNvPr id="86" name="TextBox 85">
            <a:extLst>
              <a:ext uri="{FF2B5EF4-FFF2-40B4-BE49-F238E27FC236}">
                <a16:creationId xmlns:a16="http://schemas.microsoft.com/office/drawing/2014/main" id="{3B38F568-83D6-2FDA-9362-7E61E0265E02}"/>
              </a:ext>
            </a:extLst>
          </p:cNvPr>
          <p:cNvSpPr txBox="1"/>
          <p:nvPr userDrawn="1"/>
        </p:nvSpPr>
        <p:spPr>
          <a:xfrm>
            <a:off x="10017346" y="1695883"/>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FINANCIAL ADVISOR</a:t>
            </a:r>
          </a:p>
        </p:txBody>
      </p:sp>
      <p:pic>
        <p:nvPicPr>
          <p:cNvPr id="130" name="Graphic 129" descr="globe">
            <a:extLst>
              <a:ext uri="{FF2B5EF4-FFF2-40B4-BE49-F238E27FC236}">
                <a16:creationId xmlns:a16="http://schemas.microsoft.com/office/drawing/2014/main" id="{4C32BBC0-064B-0F2F-A652-260ADAC242B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218630" y="1102638"/>
            <a:ext cx="412750" cy="523875"/>
          </a:xfrm>
          <a:prstGeom prst="rect">
            <a:avLst/>
          </a:prstGeom>
        </p:spPr>
      </p:pic>
      <p:sp>
        <p:nvSpPr>
          <p:cNvPr id="87" name="TextBox 86">
            <a:extLst>
              <a:ext uri="{FF2B5EF4-FFF2-40B4-BE49-F238E27FC236}">
                <a16:creationId xmlns:a16="http://schemas.microsoft.com/office/drawing/2014/main" id="{1E0AD6D7-94F2-0E17-E8B8-AB62FE2BF81F}"/>
              </a:ext>
            </a:extLst>
          </p:cNvPr>
          <p:cNvSpPr txBox="1"/>
          <p:nvPr userDrawn="1"/>
        </p:nvSpPr>
        <p:spPr>
          <a:xfrm>
            <a:off x="110497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GLOBE</a:t>
            </a:r>
          </a:p>
        </p:txBody>
      </p:sp>
      <p:pic>
        <p:nvPicPr>
          <p:cNvPr id="133" name="Graphic 132" descr="graduation caps in air">
            <a:extLst>
              <a:ext uri="{FF2B5EF4-FFF2-40B4-BE49-F238E27FC236}">
                <a16:creationId xmlns:a16="http://schemas.microsoft.com/office/drawing/2014/main" id="{394B434E-6F5D-DA43-EA07-DD03ACD86512}"/>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01657" y="2133534"/>
            <a:ext cx="523875" cy="492125"/>
          </a:xfrm>
          <a:prstGeom prst="rect">
            <a:avLst/>
          </a:prstGeom>
        </p:spPr>
      </p:pic>
      <p:sp>
        <p:nvSpPr>
          <p:cNvPr id="88" name="TextBox 87">
            <a:extLst>
              <a:ext uri="{FF2B5EF4-FFF2-40B4-BE49-F238E27FC236}">
                <a16:creationId xmlns:a16="http://schemas.microsoft.com/office/drawing/2014/main" id="{C09B7E47-C7C3-8B31-2FFA-90B21AB8E9E0}"/>
              </a:ext>
            </a:extLst>
          </p:cNvPr>
          <p:cNvSpPr txBox="1"/>
          <p:nvPr userDrawn="1"/>
        </p:nvSpPr>
        <p:spPr>
          <a:xfrm>
            <a:off x="397933" y="2689310"/>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a:t>
            </a:r>
          </a:p>
        </p:txBody>
      </p:sp>
      <p:pic>
        <p:nvPicPr>
          <p:cNvPr id="132" name="Graphic 131" descr="graduation cap">
            <a:extLst>
              <a:ext uri="{FF2B5EF4-FFF2-40B4-BE49-F238E27FC236}">
                <a16:creationId xmlns:a16="http://schemas.microsoft.com/office/drawing/2014/main" id="{2944C0C3-1A09-9CCC-FA60-CF14B5244F17}"/>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13287" y="2133534"/>
            <a:ext cx="571500" cy="492125"/>
          </a:xfrm>
          <a:prstGeom prst="rect">
            <a:avLst/>
          </a:prstGeom>
        </p:spPr>
      </p:pic>
      <p:sp>
        <p:nvSpPr>
          <p:cNvPr id="89" name="TextBox 88">
            <a:extLst>
              <a:ext uri="{FF2B5EF4-FFF2-40B4-BE49-F238E27FC236}">
                <a16:creationId xmlns:a16="http://schemas.microsoft.com/office/drawing/2014/main" id="{8CF4919F-0A02-F604-5991-060227C7B7F9}"/>
              </a:ext>
            </a:extLst>
          </p:cNvPr>
          <p:cNvSpPr txBox="1"/>
          <p:nvPr userDrawn="1"/>
        </p:nvSpPr>
        <p:spPr>
          <a:xfrm>
            <a:off x="1325257" y="2686338"/>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a:t>
            </a:r>
          </a:p>
        </p:txBody>
      </p:sp>
      <p:pic>
        <p:nvPicPr>
          <p:cNvPr id="131" name="Graphic 130" descr="graduation cap and diploma">
            <a:extLst>
              <a:ext uri="{FF2B5EF4-FFF2-40B4-BE49-F238E27FC236}">
                <a16:creationId xmlns:a16="http://schemas.microsoft.com/office/drawing/2014/main" id="{461A7D9F-6303-AFB1-E7DE-4E545751AACA}"/>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33896" y="2106868"/>
            <a:ext cx="523875" cy="523875"/>
          </a:xfrm>
          <a:prstGeom prst="rect">
            <a:avLst/>
          </a:prstGeom>
        </p:spPr>
      </p:pic>
      <p:sp>
        <p:nvSpPr>
          <p:cNvPr id="90" name="TextBox 89">
            <a:extLst>
              <a:ext uri="{FF2B5EF4-FFF2-40B4-BE49-F238E27FC236}">
                <a16:creationId xmlns:a16="http://schemas.microsoft.com/office/drawing/2014/main" id="{69A531D2-185B-5855-365E-13BBAE908506}"/>
              </a:ext>
            </a:extLst>
          </p:cNvPr>
          <p:cNvSpPr txBox="1"/>
          <p:nvPr userDrawn="1"/>
        </p:nvSpPr>
        <p:spPr>
          <a:xfrm>
            <a:off x="2307097" y="2686338"/>
            <a:ext cx="79042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GRADUATION CAP &amp; DIPLOMA</a:t>
            </a:r>
          </a:p>
        </p:txBody>
      </p:sp>
      <p:pic>
        <p:nvPicPr>
          <p:cNvPr id="134" name="Graphic 133" descr="people in a circle">
            <a:extLst>
              <a:ext uri="{FF2B5EF4-FFF2-40B4-BE49-F238E27FC236}">
                <a16:creationId xmlns:a16="http://schemas.microsoft.com/office/drawing/2014/main" id="{3F2A99B5-22B5-5535-9F14-2D0237C5C74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76885" y="2106869"/>
            <a:ext cx="492125" cy="523875"/>
          </a:xfrm>
          <a:prstGeom prst="rect">
            <a:avLst/>
          </a:prstGeom>
        </p:spPr>
      </p:pic>
      <p:sp>
        <p:nvSpPr>
          <p:cNvPr id="91" name="TextBox 90">
            <a:extLst>
              <a:ext uri="{FF2B5EF4-FFF2-40B4-BE49-F238E27FC236}">
                <a16:creationId xmlns:a16="http://schemas.microsoft.com/office/drawing/2014/main" id="{FE04A163-1D05-B0B9-5B1A-EA1FE79375D1}"/>
              </a:ext>
            </a:extLst>
          </p:cNvPr>
          <p:cNvSpPr txBox="1"/>
          <p:nvPr userDrawn="1"/>
        </p:nvSpPr>
        <p:spPr>
          <a:xfrm>
            <a:off x="3342090"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INVOLVEMENT</a:t>
            </a:r>
          </a:p>
        </p:txBody>
      </p:sp>
      <p:pic>
        <p:nvPicPr>
          <p:cNvPr id="135" name="Graphic 134" descr="apple on top of books">
            <a:extLst>
              <a:ext uri="{FF2B5EF4-FFF2-40B4-BE49-F238E27FC236}">
                <a16:creationId xmlns:a16="http://schemas.microsoft.com/office/drawing/2014/main" id="{9DA3AD52-0AF8-C607-7C90-74CD336F3911}"/>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502903" y="2133534"/>
            <a:ext cx="381000" cy="523875"/>
          </a:xfrm>
          <a:prstGeom prst="rect">
            <a:avLst/>
          </a:prstGeom>
        </p:spPr>
      </p:pic>
      <p:sp>
        <p:nvSpPr>
          <p:cNvPr id="92" name="TextBox 91">
            <a:extLst>
              <a:ext uri="{FF2B5EF4-FFF2-40B4-BE49-F238E27FC236}">
                <a16:creationId xmlns:a16="http://schemas.microsoft.com/office/drawing/2014/main" id="{F8C16945-C00C-2BE4-CA6B-48AEF9C287ED}"/>
              </a:ext>
            </a:extLst>
          </p:cNvPr>
          <p:cNvSpPr txBox="1"/>
          <p:nvPr userDrawn="1"/>
        </p:nvSpPr>
        <p:spPr>
          <a:xfrm>
            <a:off x="4327742"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KNOWLEDGE</a:t>
            </a:r>
          </a:p>
        </p:txBody>
      </p:sp>
      <p:pic>
        <p:nvPicPr>
          <p:cNvPr id="136" name="Graphic 135" descr="gavel">
            <a:extLst>
              <a:ext uri="{FF2B5EF4-FFF2-40B4-BE49-F238E27FC236}">
                <a16:creationId xmlns:a16="http://schemas.microsoft.com/office/drawing/2014/main" id="{FAD7CC96-FBB0-A521-B5C4-E36232B65585}"/>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388482" y="2143459"/>
            <a:ext cx="523875" cy="492125"/>
          </a:xfrm>
          <a:prstGeom prst="rect">
            <a:avLst/>
          </a:prstGeom>
        </p:spPr>
      </p:pic>
      <p:sp>
        <p:nvSpPr>
          <p:cNvPr id="93" name="TextBox 92">
            <a:extLst>
              <a:ext uri="{FF2B5EF4-FFF2-40B4-BE49-F238E27FC236}">
                <a16:creationId xmlns:a16="http://schemas.microsoft.com/office/drawing/2014/main" id="{A908EA87-F03E-1584-4BD1-3AB175172DEE}"/>
              </a:ext>
            </a:extLst>
          </p:cNvPr>
          <p:cNvSpPr txBox="1"/>
          <p:nvPr userDrawn="1"/>
        </p:nvSpPr>
        <p:spPr>
          <a:xfrm>
            <a:off x="5277768"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LAW</a:t>
            </a:r>
          </a:p>
        </p:txBody>
      </p:sp>
      <p:pic>
        <p:nvPicPr>
          <p:cNvPr id="137" name="Graphic 136" descr="lightbulb and open book">
            <a:extLst>
              <a:ext uri="{FF2B5EF4-FFF2-40B4-BE49-F238E27FC236}">
                <a16:creationId xmlns:a16="http://schemas.microsoft.com/office/drawing/2014/main" id="{F8B0C404-8E68-B9C8-E53D-84C70A43B140}"/>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41373" y="2106869"/>
            <a:ext cx="428625" cy="539750"/>
          </a:xfrm>
          <a:prstGeom prst="rect">
            <a:avLst/>
          </a:prstGeom>
        </p:spPr>
      </p:pic>
      <p:sp>
        <p:nvSpPr>
          <p:cNvPr id="94" name="TextBox 93">
            <a:extLst>
              <a:ext uri="{FF2B5EF4-FFF2-40B4-BE49-F238E27FC236}">
                <a16:creationId xmlns:a16="http://schemas.microsoft.com/office/drawing/2014/main" id="{2670F897-2A46-BA2D-4C24-18294CFCDFE3}"/>
              </a:ext>
            </a:extLst>
          </p:cNvPr>
          <p:cNvSpPr txBox="1"/>
          <p:nvPr userDrawn="1"/>
        </p:nvSpPr>
        <p:spPr>
          <a:xfrm>
            <a:off x="6200085"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LEARNING</a:t>
            </a:r>
          </a:p>
        </p:txBody>
      </p:sp>
      <p:pic>
        <p:nvPicPr>
          <p:cNvPr id="138" name="Graphic 137" descr="person at chalkboard">
            <a:extLst>
              <a:ext uri="{FF2B5EF4-FFF2-40B4-BE49-F238E27FC236}">
                <a16:creationId xmlns:a16="http://schemas.microsoft.com/office/drawing/2014/main" id="{9F3D6595-76CF-B2EB-45EB-D62A00A55039}"/>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70707" y="2164063"/>
            <a:ext cx="523875" cy="428625"/>
          </a:xfrm>
          <a:prstGeom prst="rect">
            <a:avLst/>
          </a:prstGeom>
        </p:spPr>
      </p:pic>
      <p:sp>
        <p:nvSpPr>
          <p:cNvPr id="95" name="TextBox 94">
            <a:extLst>
              <a:ext uri="{FF2B5EF4-FFF2-40B4-BE49-F238E27FC236}">
                <a16:creationId xmlns:a16="http://schemas.microsoft.com/office/drawing/2014/main" id="{2C7C6D40-FAB4-564B-203F-B1614BD4A23C}"/>
              </a:ext>
            </a:extLst>
          </p:cNvPr>
          <p:cNvSpPr txBox="1"/>
          <p:nvPr userDrawn="1"/>
        </p:nvSpPr>
        <p:spPr>
          <a:xfrm>
            <a:off x="7059066"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LECTURE</a:t>
            </a:r>
          </a:p>
        </p:txBody>
      </p:sp>
      <p:pic>
        <p:nvPicPr>
          <p:cNvPr id="140" name="Graphic 139" descr="building with book inside">
            <a:extLst>
              <a:ext uri="{FF2B5EF4-FFF2-40B4-BE49-F238E27FC236}">
                <a16:creationId xmlns:a16="http://schemas.microsoft.com/office/drawing/2014/main" id="{934EB2F3-DB4D-DF7B-011D-AE3155A7A3F2}"/>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76192" y="2157297"/>
            <a:ext cx="492125" cy="492125"/>
          </a:xfrm>
          <a:prstGeom prst="rect">
            <a:avLst/>
          </a:prstGeom>
        </p:spPr>
      </p:pic>
      <p:sp>
        <p:nvSpPr>
          <p:cNvPr id="96" name="TextBox 95">
            <a:extLst>
              <a:ext uri="{FF2B5EF4-FFF2-40B4-BE49-F238E27FC236}">
                <a16:creationId xmlns:a16="http://schemas.microsoft.com/office/drawing/2014/main" id="{F9D29966-E38F-12C8-7392-118AB681DE76}"/>
              </a:ext>
            </a:extLst>
          </p:cNvPr>
          <p:cNvSpPr txBox="1"/>
          <p:nvPr userDrawn="1"/>
        </p:nvSpPr>
        <p:spPr>
          <a:xfrm>
            <a:off x="8056593" y="26800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a:t>
            </a:r>
          </a:p>
        </p:txBody>
      </p:sp>
      <p:pic>
        <p:nvPicPr>
          <p:cNvPr id="139" name="Graphic 138" descr="books on shelf">
            <a:extLst>
              <a:ext uri="{FF2B5EF4-FFF2-40B4-BE49-F238E27FC236}">
                <a16:creationId xmlns:a16="http://schemas.microsoft.com/office/drawing/2014/main" id="{A3A4D7A9-BA48-9838-33EE-70E7667C7424}"/>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149927" y="2165234"/>
            <a:ext cx="523875" cy="476250"/>
          </a:xfrm>
          <a:prstGeom prst="rect">
            <a:avLst/>
          </a:prstGeom>
        </p:spPr>
      </p:pic>
      <p:sp>
        <p:nvSpPr>
          <p:cNvPr id="97" name="TextBox 96">
            <a:extLst>
              <a:ext uri="{FF2B5EF4-FFF2-40B4-BE49-F238E27FC236}">
                <a16:creationId xmlns:a16="http://schemas.microsoft.com/office/drawing/2014/main" id="{B1EAB90B-C37D-0053-6F61-50BBB8F5CBB6}"/>
              </a:ext>
            </a:extLst>
          </p:cNvPr>
          <p:cNvSpPr txBox="1"/>
          <p:nvPr userDrawn="1"/>
        </p:nvSpPr>
        <p:spPr>
          <a:xfrm>
            <a:off x="9046203" y="26800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LIBRARY BOOKS</a:t>
            </a:r>
          </a:p>
        </p:txBody>
      </p:sp>
      <p:pic>
        <p:nvPicPr>
          <p:cNvPr id="141" name="Graphic 140" descr="shield inside cloud">
            <a:extLst>
              <a:ext uri="{FF2B5EF4-FFF2-40B4-BE49-F238E27FC236}">
                <a16:creationId xmlns:a16="http://schemas.microsoft.com/office/drawing/2014/main" id="{7991205C-3F30-1135-58C0-41D3D5DE6182}"/>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0167147" y="2135521"/>
            <a:ext cx="476250" cy="508000"/>
          </a:xfrm>
          <a:prstGeom prst="rect">
            <a:avLst/>
          </a:prstGeom>
        </p:spPr>
      </p:pic>
      <p:sp>
        <p:nvSpPr>
          <p:cNvPr id="98" name="TextBox 97">
            <a:extLst>
              <a:ext uri="{FF2B5EF4-FFF2-40B4-BE49-F238E27FC236}">
                <a16:creationId xmlns:a16="http://schemas.microsoft.com/office/drawing/2014/main" id="{5240A21C-FE30-CFA7-B885-5A1D64FEB4B6}"/>
              </a:ext>
            </a:extLst>
          </p:cNvPr>
          <p:cNvSpPr txBox="1"/>
          <p:nvPr userDrawn="1"/>
        </p:nvSpPr>
        <p:spPr>
          <a:xfrm>
            <a:off x="9968520" y="2680034"/>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MENTAL HEALTH SUPPORT</a:t>
            </a:r>
          </a:p>
        </p:txBody>
      </p:sp>
      <p:pic>
        <p:nvPicPr>
          <p:cNvPr id="142" name="Graphic 141" descr="closed book">
            <a:extLst>
              <a:ext uri="{FF2B5EF4-FFF2-40B4-BE49-F238E27FC236}">
                <a16:creationId xmlns:a16="http://schemas.microsoft.com/office/drawing/2014/main" id="{252C229C-BA68-F9F6-414A-CF6645DBAE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1185016" y="2140250"/>
            <a:ext cx="428625" cy="476250"/>
          </a:xfrm>
          <a:prstGeom prst="rect">
            <a:avLst/>
          </a:prstGeom>
        </p:spPr>
      </p:pic>
      <p:sp>
        <p:nvSpPr>
          <p:cNvPr id="99" name="TextBox 98">
            <a:extLst>
              <a:ext uri="{FF2B5EF4-FFF2-40B4-BE49-F238E27FC236}">
                <a16:creationId xmlns:a16="http://schemas.microsoft.com/office/drawing/2014/main" id="{5F038E83-8617-DEA2-594A-D04E9F4ABA4A}"/>
              </a:ext>
            </a:extLst>
          </p:cNvPr>
          <p:cNvSpPr txBox="1"/>
          <p:nvPr userDrawn="1"/>
        </p:nvSpPr>
        <p:spPr>
          <a:xfrm>
            <a:off x="10977923" y="2680034"/>
            <a:ext cx="84281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NOTEBOOK</a:t>
            </a:r>
          </a:p>
        </p:txBody>
      </p:sp>
      <p:pic>
        <p:nvPicPr>
          <p:cNvPr id="154" name="Graphic 153" descr="people on an online class">
            <a:extLst>
              <a:ext uri="{FF2B5EF4-FFF2-40B4-BE49-F238E27FC236}">
                <a16:creationId xmlns:a16="http://schemas.microsoft.com/office/drawing/2014/main" id="{45FB73A6-8EA9-2A1C-7D0C-D6DA0B988B09}"/>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501657" y="3234258"/>
            <a:ext cx="523875" cy="428625"/>
          </a:xfrm>
          <a:prstGeom prst="rect">
            <a:avLst/>
          </a:prstGeom>
        </p:spPr>
      </p:pic>
      <p:sp>
        <p:nvSpPr>
          <p:cNvPr id="100" name="TextBox 99">
            <a:extLst>
              <a:ext uri="{FF2B5EF4-FFF2-40B4-BE49-F238E27FC236}">
                <a16:creationId xmlns:a16="http://schemas.microsoft.com/office/drawing/2014/main" id="{E968183C-2F9B-872D-96A4-0406189F7A14}"/>
              </a:ext>
            </a:extLst>
          </p:cNvPr>
          <p:cNvSpPr txBox="1"/>
          <p:nvPr userDrawn="1"/>
        </p:nvSpPr>
        <p:spPr>
          <a:xfrm>
            <a:off x="352540" y="3749250"/>
            <a:ext cx="842812"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a:t>
            </a:r>
          </a:p>
          <a:p>
            <a:pPr algn="ctr"/>
            <a:r>
              <a:rPr lang="en-US" sz="700">
                <a:solidFill>
                  <a:schemeClr val="tx1"/>
                </a:solidFill>
                <a:latin typeface="Franklin Gothic Book" panose="020B0503020102020204" pitchFamily="34" charset="0"/>
              </a:rPr>
              <a:t>LEARNING</a:t>
            </a:r>
          </a:p>
        </p:txBody>
      </p:sp>
      <p:pic>
        <p:nvPicPr>
          <p:cNvPr id="144" name="Graphic 143" descr="graduation cap on computer screen">
            <a:extLst>
              <a:ext uri="{FF2B5EF4-FFF2-40B4-BE49-F238E27FC236}">
                <a16:creationId xmlns:a16="http://schemas.microsoft.com/office/drawing/2014/main" id="{77575E8F-5DD8-6503-08C1-44C8A6BF68ED}"/>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1465266" y="3194347"/>
            <a:ext cx="428625" cy="523875"/>
          </a:xfrm>
          <a:prstGeom prst="rect">
            <a:avLst/>
          </a:prstGeom>
        </p:spPr>
      </p:pic>
      <p:sp>
        <p:nvSpPr>
          <p:cNvPr id="101" name="TextBox 100">
            <a:extLst>
              <a:ext uri="{FF2B5EF4-FFF2-40B4-BE49-F238E27FC236}">
                <a16:creationId xmlns:a16="http://schemas.microsoft.com/office/drawing/2014/main" id="{FE0A173A-BB1C-2FF5-DFC8-320A66DFEFDE}"/>
              </a:ext>
            </a:extLst>
          </p:cNvPr>
          <p:cNvSpPr txBox="1"/>
          <p:nvPr userDrawn="1"/>
        </p:nvSpPr>
        <p:spPr>
          <a:xfrm>
            <a:off x="1313917"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ONLINE STUDY</a:t>
            </a:r>
          </a:p>
        </p:txBody>
      </p:sp>
      <p:pic>
        <p:nvPicPr>
          <p:cNvPr id="145" name="Graphic 144" descr="hands holding open book">
            <a:extLst>
              <a:ext uri="{FF2B5EF4-FFF2-40B4-BE49-F238E27FC236}">
                <a16:creationId xmlns:a16="http://schemas.microsoft.com/office/drawing/2014/main" id="{A12FE05E-12C4-D7D0-0626-FE508C82E930}"/>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2430403" y="3237461"/>
            <a:ext cx="539750" cy="412750"/>
          </a:xfrm>
          <a:prstGeom prst="rect">
            <a:avLst/>
          </a:prstGeom>
        </p:spPr>
      </p:pic>
      <p:sp>
        <p:nvSpPr>
          <p:cNvPr id="102" name="TextBox 101">
            <a:extLst>
              <a:ext uri="{FF2B5EF4-FFF2-40B4-BE49-F238E27FC236}">
                <a16:creationId xmlns:a16="http://schemas.microsoft.com/office/drawing/2014/main" id="{1C518F18-14A2-2625-76DB-271CDB715A4E}"/>
              </a:ext>
            </a:extLst>
          </p:cNvPr>
          <p:cNvSpPr txBox="1"/>
          <p:nvPr userDrawn="1"/>
        </p:nvSpPr>
        <p:spPr>
          <a:xfrm>
            <a:off x="2338177"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READING</a:t>
            </a:r>
          </a:p>
        </p:txBody>
      </p:sp>
      <p:pic>
        <p:nvPicPr>
          <p:cNvPr id="148" name="Graphic 147" descr="people in an online class">
            <a:extLst>
              <a:ext uri="{FF2B5EF4-FFF2-40B4-BE49-F238E27FC236}">
                <a16:creationId xmlns:a16="http://schemas.microsoft.com/office/drawing/2014/main" id="{31152FD9-98C2-218B-8E7C-89D44FF2239D}"/>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3466861" y="3218159"/>
            <a:ext cx="523875" cy="476250"/>
          </a:xfrm>
          <a:prstGeom prst="rect">
            <a:avLst/>
          </a:prstGeom>
        </p:spPr>
      </p:pic>
      <p:sp>
        <p:nvSpPr>
          <p:cNvPr id="103" name="TextBox 102">
            <a:extLst>
              <a:ext uri="{FF2B5EF4-FFF2-40B4-BE49-F238E27FC236}">
                <a16:creationId xmlns:a16="http://schemas.microsoft.com/office/drawing/2014/main" id="{34C35953-F812-4AE9-E62C-9C3A92C4FF27}"/>
              </a:ext>
            </a:extLst>
          </p:cNvPr>
          <p:cNvSpPr txBox="1"/>
          <p:nvPr userDrawn="1"/>
        </p:nvSpPr>
        <p:spPr>
          <a:xfrm>
            <a:off x="3371330"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SEMINAR</a:t>
            </a:r>
          </a:p>
        </p:txBody>
      </p:sp>
      <p:pic>
        <p:nvPicPr>
          <p:cNvPr id="149" name="Graphic 148" descr="person at podium">
            <a:extLst>
              <a:ext uri="{FF2B5EF4-FFF2-40B4-BE49-F238E27FC236}">
                <a16:creationId xmlns:a16="http://schemas.microsoft.com/office/drawing/2014/main" id="{4F0727C3-7ADD-3786-8300-13A12EDD81C1}"/>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4463216" y="3173810"/>
            <a:ext cx="460375" cy="539750"/>
          </a:xfrm>
          <a:prstGeom prst="rect">
            <a:avLst/>
          </a:prstGeom>
        </p:spPr>
      </p:pic>
      <p:sp>
        <p:nvSpPr>
          <p:cNvPr id="104" name="TextBox 103">
            <a:extLst>
              <a:ext uri="{FF2B5EF4-FFF2-40B4-BE49-F238E27FC236}">
                <a16:creationId xmlns:a16="http://schemas.microsoft.com/office/drawing/2014/main" id="{D2FE87D5-8FAB-BA40-A24C-9B68CEB9B918}"/>
              </a:ext>
            </a:extLst>
          </p:cNvPr>
          <p:cNvSpPr txBox="1"/>
          <p:nvPr userDrawn="1"/>
        </p:nvSpPr>
        <p:spPr>
          <a:xfrm>
            <a:off x="4341148"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SPEAKER</a:t>
            </a:r>
          </a:p>
        </p:txBody>
      </p:sp>
      <p:pic>
        <p:nvPicPr>
          <p:cNvPr id="117" name="Graphic 116" descr="person at desk with paper">
            <a:extLst>
              <a:ext uri="{FF2B5EF4-FFF2-40B4-BE49-F238E27FC236}">
                <a16:creationId xmlns:a16="http://schemas.microsoft.com/office/drawing/2014/main" id="{F76C4B8F-FBC4-7739-EA16-40ECBDA8E2EA}"/>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5344677" y="3194347"/>
            <a:ext cx="498677" cy="498677"/>
          </a:xfrm>
          <a:prstGeom prst="rect">
            <a:avLst/>
          </a:prstGeom>
        </p:spPr>
      </p:pic>
      <p:sp>
        <p:nvSpPr>
          <p:cNvPr id="105" name="TextBox 104">
            <a:extLst>
              <a:ext uri="{FF2B5EF4-FFF2-40B4-BE49-F238E27FC236}">
                <a16:creationId xmlns:a16="http://schemas.microsoft.com/office/drawing/2014/main" id="{F8772E40-448E-794A-A9C8-8EDA22095D05}"/>
              </a:ext>
            </a:extLst>
          </p:cNvPr>
          <p:cNvSpPr txBox="1"/>
          <p:nvPr userDrawn="1"/>
        </p:nvSpPr>
        <p:spPr>
          <a:xfrm>
            <a:off x="5212006"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a:t>
            </a:r>
          </a:p>
        </p:txBody>
      </p:sp>
      <p:pic>
        <p:nvPicPr>
          <p:cNvPr id="150" name="Graphic 149" descr="group of people">
            <a:extLst>
              <a:ext uri="{FF2B5EF4-FFF2-40B4-BE49-F238E27FC236}">
                <a16:creationId xmlns:a16="http://schemas.microsoft.com/office/drawing/2014/main" id="{1A87225C-D18A-E712-BA5A-636A68396B40}"/>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6337008" y="3173810"/>
            <a:ext cx="523875" cy="508000"/>
          </a:xfrm>
          <a:prstGeom prst="rect">
            <a:avLst/>
          </a:prstGeom>
        </p:spPr>
      </p:pic>
      <p:sp>
        <p:nvSpPr>
          <p:cNvPr id="106" name="TextBox 105">
            <a:extLst>
              <a:ext uri="{FF2B5EF4-FFF2-40B4-BE49-F238E27FC236}">
                <a16:creationId xmlns:a16="http://schemas.microsoft.com/office/drawing/2014/main" id="{7A2602EF-9F17-8796-E06F-DE0CD54B3176}"/>
              </a:ext>
            </a:extLst>
          </p:cNvPr>
          <p:cNvSpPr txBox="1"/>
          <p:nvPr userDrawn="1"/>
        </p:nvSpPr>
        <p:spPr>
          <a:xfrm>
            <a:off x="6233284"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STUDENTS</a:t>
            </a:r>
          </a:p>
        </p:txBody>
      </p:sp>
      <p:pic>
        <p:nvPicPr>
          <p:cNvPr id="147" name="Graphic 146" descr="pen and ruler">
            <a:extLst>
              <a:ext uri="{FF2B5EF4-FFF2-40B4-BE49-F238E27FC236}">
                <a16:creationId xmlns:a16="http://schemas.microsoft.com/office/drawing/2014/main" id="{D19178FA-1FB3-DDA4-1408-C45964CC9C49}"/>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7230617" y="3181747"/>
            <a:ext cx="476250" cy="476250"/>
          </a:xfrm>
          <a:prstGeom prst="rect">
            <a:avLst/>
          </a:prstGeom>
        </p:spPr>
      </p:pic>
      <p:sp>
        <p:nvSpPr>
          <p:cNvPr id="107" name="TextBox 106">
            <a:extLst>
              <a:ext uri="{FF2B5EF4-FFF2-40B4-BE49-F238E27FC236}">
                <a16:creationId xmlns:a16="http://schemas.microsoft.com/office/drawing/2014/main" id="{CFA66AD1-B9BC-48E4-7F25-1044ED8D4F59}"/>
              </a:ext>
            </a:extLst>
          </p:cNvPr>
          <p:cNvSpPr txBox="1"/>
          <p:nvPr userDrawn="1"/>
        </p:nvSpPr>
        <p:spPr>
          <a:xfrm>
            <a:off x="7103080"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SCHOOL MATERIALS</a:t>
            </a:r>
          </a:p>
        </p:txBody>
      </p:sp>
      <p:pic>
        <p:nvPicPr>
          <p:cNvPr id="146" name="Graphic 145" descr="graduation cap, dollar sign, open hand">
            <a:extLst>
              <a:ext uri="{FF2B5EF4-FFF2-40B4-BE49-F238E27FC236}">
                <a16:creationId xmlns:a16="http://schemas.microsoft.com/office/drawing/2014/main" id="{7BB039B8-9B38-9344-995F-B52DA8743B5E}"/>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8207941" y="3185024"/>
            <a:ext cx="428625" cy="508000"/>
          </a:xfrm>
          <a:prstGeom prst="rect">
            <a:avLst/>
          </a:prstGeom>
        </p:spPr>
      </p:pic>
      <p:sp>
        <p:nvSpPr>
          <p:cNvPr id="108" name="TextBox 107">
            <a:extLst>
              <a:ext uri="{FF2B5EF4-FFF2-40B4-BE49-F238E27FC236}">
                <a16:creationId xmlns:a16="http://schemas.microsoft.com/office/drawing/2014/main" id="{D53B2F71-EF2D-5301-1CF3-05DF6B4B0949}"/>
              </a:ext>
            </a:extLst>
          </p:cNvPr>
          <p:cNvSpPr txBox="1"/>
          <p:nvPr userDrawn="1"/>
        </p:nvSpPr>
        <p:spPr>
          <a:xfrm>
            <a:off x="8062085"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SCHOLARSHIP</a:t>
            </a:r>
          </a:p>
        </p:txBody>
      </p:sp>
      <p:pic>
        <p:nvPicPr>
          <p:cNvPr id="151" name="Graphic 150" descr="person teaching">
            <a:extLst>
              <a:ext uri="{FF2B5EF4-FFF2-40B4-BE49-F238E27FC236}">
                <a16:creationId xmlns:a16="http://schemas.microsoft.com/office/drawing/2014/main" id="{D5930DC1-28D2-1D4E-2198-270D0787B9FE}"/>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9184287" y="3229372"/>
            <a:ext cx="523875" cy="428625"/>
          </a:xfrm>
          <a:prstGeom prst="rect">
            <a:avLst/>
          </a:prstGeom>
        </p:spPr>
      </p:pic>
      <p:sp>
        <p:nvSpPr>
          <p:cNvPr id="109" name="TextBox 108">
            <a:extLst>
              <a:ext uri="{FF2B5EF4-FFF2-40B4-BE49-F238E27FC236}">
                <a16:creationId xmlns:a16="http://schemas.microsoft.com/office/drawing/2014/main" id="{98A0467B-B724-3A57-1E55-ECDC82DEEF7C}"/>
              </a:ext>
            </a:extLst>
          </p:cNvPr>
          <p:cNvSpPr txBox="1"/>
          <p:nvPr userDrawn="1"/>
        </p:nvSpPr>
        <p:spPr>
          <a:xfrm>
            <a:off x="9080563" y="3743242"/>
            <a:ext cx="731324" cy="200055"/>
          </a:xfrm>
          <a:prstGeom prst="rect">
            <a:avLst/>
          </a:prstGeom>
          <a:noFill/>
          <a:ln>
            <a:noFill/>
          </a:ln>
        </p:spPr>
        <p:txBody>
          <a:bodyPr wrap="square" rtlCol="0">
            <a:spAutoFit/>
          </a:bodyPr>
          <a:lstStyle/>
          <a:p>
            <a:pPr algn="ctr"/>
            <a:r>
              <a:rPr lang="en-US" sz="700">
                <a:solidFill>
                  <a:schemeClr val="tx1"/>
                </a:solidFill>
                <a:latin typeface="Franklin Gothic Book" panose="020B0503020102020204" pitchFamily="34" charset="0"/>
              </a:rPr>
              <a:t>TEACHER</a:t>
            </a:r>
          </a:p>
        </p:txBody>
      </p:sp>
      <p:pic>
        <p:nvPicPr>
          <p:cNvPr id="152" name="Graphic 151" descr="theater masks">
            <a:extLst>
              <a:ext uri="{FF2B5EF4-FFF2-40B4-BE49-F238E27FC236}">
                <a16:creationId xmlns:a16="http://schemas.microsoft.com/office/drawing/2014/main" id="{CC878244-59DE-8FD1-3E3F-DBDC8A6120D4}"/>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10210704" y="3202763"/>
            <a:ext cx="508000" cy="492125"/>
          </a:xfrm>
          <a:prstGeom prst="rect">
            <a:avLst/>
          </a:prstGeom>
        </p:spPr>
      </p:pic>
      <p:sp>
        <p:nvSpPr>
          <p:cNvPr id="110" name="TextBox 109">
            <a:extLst>
              <a:ext uri="{FF2B5EF4-FFF2-40B4-BE49-F238E27FC236}">
                <a16:creationId xmlns:a16="http://schemas.microsoft.com/office/drawing/2014/main" id="{417056D9-0A4E-BFF5-1E65-6E05AA67D70C}"/>
              </a:ext>
            </a:extLst>
          </p:cNvPr>
          <p:cNvSpPr txBox="1"/>
          <p:nvPr userDrawn="1"/>
        </p:nvSpPr>
        <p:spPr>
          <a:xfrm>
            <a:off x="10099042" y="3743242"/>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THEATRE / ARTS</a:t>
            </a:r>
          </a:p>
        </p:txBody>
      </p:sp>
      <p:pic>
        <p:nvPicPr>
          <p:cNvPr id="153" name="Graphic 152" descr="graduation cap with dollar sign">
            <a:extLst>
              <a:ext uri="{FF2B5EF4-FFF2-40B4-BE49-F238E27FC236}">
                <a16:creationId xmlns:a16="http://schemas.microsoft.com/office/drawing/2014/main" id="{EAFD2344-5601-232B-70A7-E5771666E5B0}"/>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11185220" y="3165872"/>
            <a:ext cx="460375" cy="555625"/>
          </a:xfrm>
          <a:prstGeom prst="rect">
            <a:avLst/>
          </a:prstGeom>
        </p:spPr>
      </p:pic>
      <p:sp>
        <p:nvSpPr>
          <p:cNvPr id="111" name="TextBox 110">
            <a:extLst>
              <a:ext uri="{FF2B5EF4-FFF2-40B4-BE49-F238E27FC236}">
                <a16:creationId xmlns:a16="http://schemas.microsoft.com/office/drawing/2014/main" id="{CC0D7B68-5627-3A1F-9086-5644543D725E}"/>
              </a:ext>
            </a:extLst>
          </p:cNvPr>
          <p:cNvSpPr txBox="1"/>
          <p:nvPr userDrawn="1"/>
        </p:nvSpPr>
        <p:spPr>
          <a:xfrm>
            <a:off x="11043179" y="3743242"/>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TUITION</a:t>
            </a:r>
          </a:p>
        </p:txBody>
      </p:sp>
      <p:pic>
        <p:nvPicPr>
          <p:cNvPr id="123" name="Graphic 122" descr="school building">
            <a:extLst>
              <a:ext uri="{FF2B5EF4-FFF2-40B4-BE49-F238E27FC236}">
                <a16:creationId xmlns:a16="http://schemas.microsoft.com/office/drawing/2014/main" id="{BB2A3337-C9D9-8A79-6E3D-0FC2A43A9238}"/>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488832" y="4175149"/>
            <a:ext cx="523875" cy="492125"/>
          </a:xfrm>
          <a:prstGeom prst="rect">
            <a:avLst/>
          </a:prstGeom>
        </p:spPr>
      </p:pic>
      <p:sp>
        <p:nvSpPr>
          <p:cNvPr id="112" name="TextBox 111">
            <a:extLst>
              <a:ext uri="{FF2B5EF4-FFF2-40B4-BE49-F238E27FC236}">
                <a16:creationId xmlns:a16="http://schemas.microsoft.com/office/drawing/2014/main" id="{3757EDAC-E562-EE97-1BCA-7430084BF244}"/>
              </a:ext>
            </a:extLst>
          </p:cNvPr>
          <p:cNvSpPr txBox="1"/>
          <p:nvPr userDrawn="1"/>
        </p:nvSpPr>
        <p:spPr>
          <a:xfrm>
            <a:off x="398602" y="478539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COLLEGE / UNIVERSITY</a:t>
            </a:r>
          </a:p>
        </p:txBody>
      </p:sp>
      <p:pic>
        <p:nvPicPr>
          <p:cNvPr id="155" name="Graphic 154" descr="group of people">
            <a:extLst>
              <a:ext uri="{FF2B5EF4-FFF2-40B4-BE49-F238E27FC236}">
                <a16:creationId xmlns:a16="http://schemas.microsoft.com/office/drawing/2014/main" id="{347D69FA-42EA-D254-7DEB-143F7DEEB788}"/>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1429162" y="4323850"/>
            <a:ext cx="539750" cy="381000"/>
          </a:xfrm>
          <a:prstGeom prst="rect">
            <a:avLst/>
          </a:prstGeom>
        </p:spPr>
      </p:pic>
      <p:sp>
        <p:nvSpPr>
          <p:cNvPr id="113" name="TextBox 112">
            <a:extLst>
              <a:ext uri="{FF2B5EF4-FFF2-40B4-BE49-F238E27FC236}">
                <a16:creationId xmlns:a16="http://schemas.microsoft.com/office/drawing/2014/main" id="{4E584589-44F2-BD36-D18A-08F392E33BB5}"/>
              </a:ext>
            </a:extLst>
          </p:cNvPr>
          <p:cNvSpPr txBox="1"/>
          <p:nvPr userDrawn="1"/>
        </p:nvSpPr>
        <p:spPr>
          <a:xfrm>
            <a:off x="1333375"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VISITORS</a:t>
            </a:r>
          </a:p>
        </p:txBody>
      </p:sp>
      <p:pic>
        <p:nvPicPr>
          <p:cNvPr id="143" name="Graphic 142" descr="people in online class">
            <a:extLst>
              <a:ext uri="{FF2B5EF4-FFF2-40B4-BE49-F238E27FC236}">
                <a16:creationId xmlns:a16="http://schemas.microsoft.com/office/drawing/2014/main" id="{51FD852D-068E-AAFE-B5DC-9113186AF646}"/>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2379208" y="4220458"/>
            <a:ext cx="523875" cy="444500"/>
          </a:xfrm>
          <a:prstGeom prst="rect">
            <a:avLst/>
          </a:prstGeom>
        </p:spPr>
      </p:pic>
      <p:sp>
        <p:nvSpPr>
          <p:cNvPr id="114" name="TextBox 113">
            <a:extLst>
              <a:ext uri="{FF2B5EF4-FFF2-40B4-BE49-F238E27FC236}">
                <a16:creationId xmlns:a16="http://schemas.microsoft.com/office/drawing/2014/main" id="{1FF5AB78-5840-52FD-A7E9-4E06CCFB6C91}"/>
              </a:ext>
            </a:extLst>
          </p:cNvPr>
          <p:cNvSpPr txBox="1"/>
          <p:nvPr userDrawn="1"/>
        </p:nvSpPr>
        <p:spPr>
          <a:xfrm>
            <a:off x="2275484" y="4791457"/>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VIRTUAL CLASSROOM</a:t>
            </a:r>
          </a:p>
        </p:txBody>
      </p:sp>
      <p:pic>
        <p:nvPicPr>
          <p:cNvPr id="156" name="Graphic 155" descr="hand writing with pen">
            <a:extLst>
              <a:ext uri="{FF2B5EF4-FFF2-40B4-BE49-F238E27FC236}">
                <a16:creationId xmlns:a16="http://schemas.microsoft.com/office/drawing/2014/main" id="{A1B1495B-806A-9077-B1B5-EED559B39974}"/>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3468947" y="4268083"/>
            <a:ext cx="508000" cy="396875"/>
          </a:xfrm>
          <a:prstGeom prst="rect">
            <a:avLst/>
          </a:prstGeom>
        </p:spPr>
      </p:pic>
      <p:sp>
        <p:nvSpPr>
          <p:cNvPr id="115" name="TextBox 114">
            <a:extLst>
              <a:ext uri="{FF2B5EF4-FFF2-40B4-BE49-F238E27FC236}">
                <a16:creationId xmlns:a16="http://schemas.microsoft.com/office/drawing/2014/main" id="{CD8DEA6E-E7F6-92AA-D88A-7BB382DFB84B}"/>
              </a:ext>
            </a:extLst>
          </p:cNvPr>
          <p:cNvSpPr txBox="1"/>
          <p:nvPr userDrawn="1"/>
        </p:nvSpPr>
        <p:spPr>
          <a:xfrm>
            <a:off x="3308637" y="4791457"/>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WRITING</a:t>
            </a:r>
          </a:p>
        </p:txBody>
      </p:sp>
    </p:spTree>
    <p:extLst>
      <p:ext uri="{BB962C8B-B14F-4D97-AF65-F5344CB8AC3E}">
        <p14:creationId xmlns:p14="http://schemas.microsoft.com/office/powerpoint/2010/main" val="358109455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icons 3">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B15D3D2-FA86-31F0-9785-4B7608510559}"/>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DONATION / GIFTING</a:t>
            </a:r>
          </a:p>
        </p:txBody>
      </p:sp>
      <p:sp>
        <p:nvSpPr>
          <p:cNvPr id="69" name="Title 2">
            <a:extLst>
              <a:ext uri="{FF2B5EF4-FFF2-40B4-BE49-F238E27FC236}">
                <a16:creationId xmlns:a16="http://schemas.microsoft.com/office/drawing/2014/main" id="{6FAABF9B-355F-1478-CBE0-312FD1BD70B9}"/>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3" name="Straight Connector 2">
            <a:extLst>
              <a:ext uri="{FF2B5EF4-FFF2-40B4-BE49-F238E27FC236}">
                <a16:creationId xmlns:a16="http://schemas.microsoft.com/office/drawing/2014/main" id="{0A5EB788-5F40-F6F8-83CF-0B92749589E8}"/>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42" name="Graphic 41" descr="dollar sign, gold coins, up arrow">
            <a:extLst>
              <a:ext uri="{FF2B5EF4-FFF2-40B4-BE49-F238E27FC236}">
                <a16:creationId xmlns:a16="http://schemas.microsoft.com/office/drawing/2014/main" id="{544459B6-2A25-20FF-EDC0-995CECE06C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4442" y="1105834"/>
            <a:ext cx="505561" cy="521869"/>
          </a:xfrm>
          <a:prstGeom prst="rect">
            <a:avLst/>
          </a:prstGeom>
        </p:spPr>
      </p:pic>
      <p:sp>
        <p:nvSpPr>
          <p:cNvPr id="17" name="TextBox 16">
            <a:extLst>
              <a:ext uri="{FF2B5EF4-FFF2-40B4-BE49-F238E27FC236}">
                <a16:creationId xmlns:a16="http://schemas.microsoft.com/office/drawing/2014/main" id="{1B2F2C74-8E52-9392-C3F7-5E338CEC3D03}"/>
              </a:ext>
            </a:extLst>
          </p:cNvPr>
          <p:cNvSpPr txBox="1"/>
          <p:nvPr userDrawn="1"/>
        </p:nvSpPr>
        <p:spPr>
          <a:xfrm>
            <a:off x="361720" y="1695883"/>
            <a:ext cx="82408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CAPITAL GROWTH</a:t>
            </a:r>
          </a:p>
        </p:txBody>
      </p:sp>
      <p:pic>
        <p:nvPicPr>
          <p:cNvPr id="45" name="Graphic 44" descr="wrapped present">
            <a:extLst>
              <a:ext uri="{FF2B5EF4-FFF2-40B4-BE49-F238E27FC236}">
                <a16:creationId xmlns:a16="http://schemas.microsoft.com/office/drawing/2014/main" id="{AA339D3F-312B-4ADA-F783-0C564CAC8CF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65509" y="1107463"/>
            <a:ext cx="489252" cy="521869"/>
          </a:xfrm>
          <a:prstGeom prst="rect">
            <a:avLst/>
          </a:prstGeom>
        </p:spPr>
      </p:pic>
      <p:sp>
        <p:nvSpPr>
          <p:cNvPr id="4" name="TextBox 3">
            <a:extLst>
              <a:ext uri="{FF2B5EF4-FFF2-40B4-BE49-F238E27FC236}">
                <a16:creationId xmlns:a16="http://schemas.microsoft.com/office/drawing/2014/main" id="{02912421-E8AB-9A15-310F-9321A8EAE8DA}"/>
              </a:ext>
            </a:extLst>
          </p:cNvPr>
          <p:cNvSpPr txBox="1"/>
          <p:nvPr userDrawn="1"/>
        </p:nvSpPr>
        <p:spPr>
          <a:xfrm>
            <a:off x="1556998" y="1695883"/>
            <a:ext cx="451698"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GIFTS</a:t>
            </a:r>
          </a:p>
        </p:txBody>
      </p:sp>
      <p:pic>
        <p:nvPicPr>
          <p:cNvPr id="43" name="Graphic 42" descr="bank ">
            <a:extLst>
              <a:ext uri="{FF2B5EF4-FFF2-40B4-BE49-F238E27FC236}">
                <a16:creationId xmlns:a16="http://schemas.microsoft.com/office/drawing/2014/main" id="{24D264E6-9927-6A42-942D-8858793D626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09046" y="1112375"/>
            <a:ext cx="456636" cy="505561"/>
          </a:xfrm>
          <a:prstGeom prst="rect">
            <a:avLst/>
          </a:prstGeom>
        </p:spPr>
      </p:pic>
      <p:sp>
        <p:nvSpPr>
          <p:cNvPr id="5" name="TextBox 4">
            <a:extLst>
              <a:ext uri="{FF2B5EF4-FFF2-40B4-BE49-F238E27FC236}">
                <a16:creationId xmlns:a16="http://schemas.microsoft.com/office/drawing/2014/main" id="{E1F82C35-0093-CF22-D8A0-966F61D8ABB5}"/>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DEPOSIT</a:t>
            </a:r>
          </a:p>
        </p:txBody>
      </p:sp>
      <p:pic>
        <p:nvPicPr>
          <p:cNvPr id="44" name="Graphic 43" descr="open hand with dollar sign">
            <a:extLst>
              <a:ext uri="{FF2B5EF4-FFF2-40B4-BE49-F238E27FC236}">
                <a16:creationId xmlns:a16="http://schemas.microsoft.com/office/drawing/2014/main" id="{3BCBC6F4-9BCB-C488-0065-531447E1819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508242" y="1124467"/>
            <a:ext cx="489252" cy="521869"/>
          </a:xfrm>
          <a:prstGeom prst="rect">
            <a:avLst/>
          </a:prstGeom>
        </p:spPr>
      </p:pic>
      <p:sp>
        <p:nvSpPr>
          <p:cNvPr id="6" name="TextBox 5">
            <a:extLst>
              <a:ext uri="{FF2B5EF4-FFF2-40B4-BE49-F238E27FC236}">
                <a16:creationId xmlns:a16="http://schemas.microsoft.com/office/drawing/2014/main" id="{1667AE61-5783-6755-AB14-670730704EB1}"/>
              </a:ext>
            </a:extLst>
          </p:cNvPr>
          <p:cNvSpPr txBox="1"/>
          <p:nvPr userDrawn="1"/>
        </p:nvSpPr>
        <p:spPr>
          <a:xfrm>
            <a:off x="336320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DONATION</a:t>
            </a:r>
          </a:p>
        </p:txBody>
      </p:sp>
      <p:pic>
        <p:nvPicPr>
          <p:cNvPr id="52" name="Graphic 51" descr="open hand with heart">
            <a:extLst>
              <a:ext uri="{FF2B5EF4-FFF2-40B4-BE49-F238E27FC236}">
                <a16:creationId xmlns:a16="http://schemas.microsoft.com/office/drawing/2014/main" id="{DE3D54A6-15CF-7026-00D9-B6FA5EEEA40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32917" y="1148691"/>
            <a:ext cx="538177" cy="489252"/>
          </a:xfrm>
          <a:prstGeom prst="rect">
            <a:avLst/>
          </a:prstGeom>
        </p:spPr>
      </p:pic>
      <p:sp>
        <p:nvSpPr>
          <p:cNvPr id="9" name="TextBox 8">
            <a:extLst>
              <a:ext uri="{FF2B5EF4-FFF2-40B4-BE49-F238E27FC236}">
                <a16:creationId xmlns:a16="http://schemas.microsoft.com/office/drawing/2014/main" id="{86ED4D64-5F53-6553-D110-560FCC1322BD}"/>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VOLUNTEER</a:t>
            </a:r>
          </a:p>
        </p:txBody>
      </p:sp>
      <p:pic>
        <p:nvPicPr>
          <p:cNvPr id="46" name="Graphic 45" descr="shaking hands">
            <a:extLst>
              <a:ext uri="{FF2B5EF4-FFF2-40B4-BE49-F238E27FC236}">
                <a16:creationId xmlns:a16="http://schemas.microsoft.com/office/drawing/2014/main" id="{4ABD33CF-AE84-977F-5646-9423428288F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62701" y="1235925"/>
            <a:ext cx="600783" cy="371072"/>
          </a:xfrm>
          <a:prstGeom prst="rect">
            <a:avLst/>
          </a:prstGeom>
        </p:spPr>
      </p:pic>
      <p:sp>
        <p:nvSpPr>
          <p:cNvPr id="11" name="TextBox 10">
            <a:extLst>
              <a:ext uri="{FF2B5EF4-FFF2-40B4-BE49-F238E27FC236}">
                <a16:creationId xmlns:a16="http://schemas.microsoft.com/office/drawing/2014/main" id="{FB0410CA-AD4C-CADC-FACE-555B3CAB5D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HANDSHAKE</a:t>
            </a:r>
          </a:p>
        </p:txBody>
      </p:sp>
      <p:pic>
        <p:nvPicPr>
          <p:cNvPr id="48" name="Graphic 47" descr="person with bag of money">
            <a:extLst>
              <a:ext uri="{FF2B5EF4-FFF2-40B4-BE49-F238E27FC236}">
                <a16:creationId xmlns:a16="http://schemas.microsoft.com/office/drawing/2014/main" id="{C306682A-D1D9-CA47-EAF3-ED95BC8453C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82362" y="1136984"/>
            <a:ext cx="489252" cy="538177"/>
          </a:xfrm>
          <a:prstGeom prst="rect">
            <a:avLst/>
          </a:prstGeom>
        </p:spPr>
      </p:pic>
      <p:sp>
        <p:nvSpPr>
          <p:cNvPr id="12" name="TextBox 11">
            <a:extLst>
              <a:ext uri="{FF2B5EF4-FFF2-40B4-BE49-F238E27FC236}">
                <a16:creationId xmlns:a16="http://schemas.microsoft.com/office/drawing/2014/main" id="{0F419E66-2857-1697-5AFF-7E7DBFEF1B2C}"/>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INVESTOR</a:t>
            </a:r>
          </a:p>
        </p:txBody>
      </p:sp>
      <p:pic>
        <p:nvPicPr>
          <p:cNvPr id="47" name="Graphic 46" descr="open hand with dollar sign and plant">
            <a:extLst>
              <a:ext uri="{FF2B5EF4-FFF2-40B4-BE49-F238E27FC236}">
                <a16:creationId xmlns:a16="http://schemas.microsoft.com/office/drawing/2014/main" id="{126C2B00-9F5D-D6FE-6772-321CAC91D907}"/>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277704" y="1107463"/>
            <a:ext cx="424019" cy="521869"/>
          </a:xfrm>
          <a:prstGeom prst="rect">
            <a:avLst/>
          </a:prstGeom>
        </p:spPr>
      </p:pic>
      <p:sp>
        <p:nvSpPr>
          <p:cNvPr id="13" name="TextBox 12">
            <a:extLst>
              <a:ext uri="{FF2B5EF4-FFF2-40B4-BE49-F238E27FC236}">
                <a16:creationId xmlns:a16="http://schemas.microsoft.com/office/drawing/2014/main" id="{05C80228-DBB3-E5E6-4941-D4E7A532CA09}"/>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INVESTMENT</a:t>
            </a:r>
          </a:p>
        </p:txBody>
      </p:sp>
      <p:pic>
        <p:nvPicPr>
          <p:cNvPr id="51" name="Graphic 50" descr="open hand with dollar sign with circular arrows around">
            <a:extLst>
              <a:ext uri="{FF2B5EF4-FFF2-40B4-BE49-F238E27FC236}">
                <a16:creationId xmlns:a16="http://schemas.microsoft.com/office/drawing/2014/main" id="{3318A60B-6CCB-6671-D8B7-C6B844F6948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236821" y="1136426"/>
            <a:ext cx="521869" cy="521869"/>
          </a:xfrm>
          <a:prstGeom prst="rect">
            <a:avLst/>
          </a:prstGeom>
        </p:spPr>
      </p:pic>
      <p:sp>
        <p:nvSpPr>
          <p:cNvPr id="14" name="TextBox 13">
            <a:extLst>
              <a:ext uri="{FF2B5EF4-FFF2-40B4-BE49-F238E27FC236}">
                <a16:creationId xmlns:a16="http://schemas.microsoft.com/office/drawing/2014/main" id="{A5CFA5CD-6C24-5B0C-AFE5-31012BFA2AEE}"/>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ROI</a:t>
            </a:r>
          </a:p>
        </p:txBody>
      </p:sp>
      <p:pic>
        <p:nvPicPr>
          <p:cNvPr id="49" name="Graphic 48" descr="dollar bills">
            <a:extLst>
              <a:ext uri="{FF2B5EF4-FFF2-40B4-BE49-F238E27FC236}">
                <a16:creationId xmlns:a16="http://schemas.microsoft.com/office/drawing/2014/main" id="{3052E3C8-4317-B7CE-E58E-CE5D5B496CD4}"/>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184643" y="1173789"/>
            <a:ext cx="521869" cy="472944"/>
          </a:xfrm>
          <a:prstGeom prst="rect">
            <a:avLst/>
          </a:prstGeom>
        </p:spPr>
      </p:pic>
      <p:sp>
        <p:nvSpPr>
          <p:cNvPr id="15" name="TextBox 14">
            <a:extLst>
              <a:ext uri="{FF2B5EF4-FFF2-40B4-BE49-F238E27FC236}">
                <a16:creationId xmlns:a16="http://schemas.microsoft.com/office/drawing/2014/main" id="{4F7B3B7F-BADB-27AB-9076-E92FFE691CC7}"/>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MONEY</a:t>
            </a:r>
          </a:p>
        </p:txBody>
      </p:sp>
      <p:pic>
        <p:nvPicPr>
          <p:cNvPr id="50" name="Graphic 49" descr="hand with credit card">
            <a:extLst>
              <a:ext uri="{FF2B5EF4-FFF2-40B4-BE49-F238E27FC236}">
                <a16:creationId xmlns:a16="http://schemas.microsoft.com/office/drawing/2014/main" id="{A6B21367-60ED-28A0-4B50-B8E9DFD346BA}"/>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64961" y="1196096"/>
            <a:ext cx="538178" cy="391402"/>
          </a:xfrm>
          <a:prstGeom prst="rect">
            <a:avLst/>
          </a:prstGeom>
        </p:spPr>
      </p:pic>
      <p:sp>
        <p:nvSpPr>
          <p:cNvPr id="16" name="TextBox 15">
            <a:extLst>
              <a:ext uri="{FF2B5EF4-FFF2-40B4-BE49-F238E27FC236}">
                <a16:creationId xmlns:a16="http://schemas.microsoft.com/office/drawing/2014/main" id="{9F66BFA5-9A98-61B9-EBF8-7474E1F38753}"/>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PAYMENT</a:t>
            </a:r>
          </a:p>
        </p:txBody>
      </p:sp>
      <p:sp>
        <p:nvSpPr>
          <p:cNvPr id="19" name="Title 2">
            <a:extLst>
              <a:ext uri="{FF2B5EF4-FFF2-40B4-BE49-F238E27FC236}">
                <a16:creationId xmlns:a16="http://schemas.microsoft.com/office/drawing/2014/main" id="{BDCA6074-5323-246F-0FD6-56C5BF6204C6}"/>
              </a:ext>
            </a:extLst>
          </p:cNvPr>
          <p:cNvSpPr txBox="1">
            <a:spLocks/>
          </p:cNvSpPr>
          <p:nvPr userDrawn="1"/>
        </p:nvSpPr>
        <p:spPr>
          <a:xfrm>
            <a:off x="401783" y="223529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COMMUNITY / OUTREACH</a:t>
            </a:r>
          </a:p>
        </p:txBody>
      </p:sp>
      <p:cxnSp>
        <p:nvCxnSpPr>
          <p:cNvPr id="23" name="Straight Connector 22">
            <a:extLst>
              <a:ext uri="{FF2B5EF4-FFF2-40B4-BE49-F238E27FC236}">
                <a16:creationId xmlns:a16="http://schemas.microsoft.com/office/drawing/2014/main" id="{D3169BBC-A820-8D00-EE53-D0A6D1BC755F}"/>
              </a:ext>
              <a:ext uri="{C183D7F6-B498-43B3-948B-1728B52AA6E4}">
                <adec:decorative xmlns:adec="http://schemas.microsoft.com/office/drawing/2017/decorative" val="1"/>
              </a:ext>
            </a:extLst>
          </p:cNvPr>
          <p:cNvCxnSpPr>
            <a:cxnSpLocks/>
          </p:cNvCxnSpPr>
          <p:nvPr userDrawn="1"/>
        </p:nvCxnSpPr>
        <p:spPr>
          <a:xfrm>
            <a:off x="519545" y="258768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54" name="Graphic 53" descr="bus">
            <a:extLst>
              <a:ext uri="{FF2B5EF4-FFF2-40B4-BE49-F238E27FC236}">
                <a16:creationId xmlns:a16="http://schemas.microsoft.com/office/drawing/2014/main" id="{5F43AFC9-0D0B-D7FA-E32D-452AAD177651}"/>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18489" y="3095492"/>
            <a:ext cx="535484" cy="301210"/>
          </a:xfrm>
          <a:prstGeom prst="rect">
            <a:avLst/>
          </a:prstGeom>
        </p:spPr>
      </p:pic>
      <p:sp>
        <p:nvSpPr>
          <p:cNvPr id="33" name="TextBox 32">
            <a:extLst>
              <a:ext uri="{FF2B5EF4-FFF2-40B4-BE49-F238E27FC236}">
                <a16:creationId xmlns:a16="http://schemas.microsoft.com/office/drawing/2014/main" id="{9D512CA7-EACF-EE13-7316-0FF8AA1D8F3D}"/>
              </a:ext>
            </a:extLst>
          </p:cNvPr>
          <p:cNvSpPr txBox="1"/>
          <p:nvPr userDrawn="1"/>
        </p:nvSpPr>
        <p:spPr>
          <a:xfrm>
            <a:off x="361720" y="349386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BUS</a:t>
            </a:r>
          </a:p>
        </p:txBody>
      </p:sp>
      <p:pic>
        <p:nvPicPr>
          <p:cNvPr id="55" name="Graphic 54" descr="skyscrapers">
            <a:extLst>
              <a:ext uri="{FF2B5EF4-FFF2-40B4-BE49-F238E27FC236}">
                <a16:creationId xmlns:a16="http://schemas.microsoft.com/office/drawing/2014/main" id="{75F0BD07-024A-F8EB-97D9-ACDD4C65E438}"/>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542775" y="2948363"/>
            <a:ext cx="454511" cy="469661"/>
          </a:xfrm>
          <a:prstGeom prst="rect">
            <a:avLst/>
          </a:prstGeom>
        </p:spPr>
      </p:pic>
      <p:sp>
        <p:nvSpPr>
          <p:cNvPr id="24" name="TextBox 23">
            <a:extLst>
              <a:ext uri="{FF2B5EF4-FFF2-40B4-BE49-F238E27FC236}">
                <a16:creationId xmlns:a16="http://schemas.microsoft.com/office/drawing/2014/main" id="{20B2B0AB-AE17-A388-0A02-360101EEFF64}"/>
              </a:ext>
            </a:extLst>
          </p:cNvPr>
          <p:cNvSpPr txBox="1"/>
          <p:nvPr userDrawn="1"/>
        </p:nvSpPr>
        <p:spPr>
          <a:xfrm>
            <a:off x="1358829"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CITY</a:t>
            </a:r>
          </a:p>
        </p:txBody>
      </p:sp>
      <p:pic>
        <p:nvPicPr>
          <p:cNvPr id="56" name="Graphic 55" descr="two clasped hands">
            <a:extLst>
              <a:ext uri="{FF2B5EF4-FFF2-40B4-BE49-F238E27FC236}">
                <a16:creationId xmlns:a16="http://schemas.microsoft.com/office/drawing/2014/main" id="{FD8D0716-DC63-BD97-3BD0-FDE0AA7E7C49}"/>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58488" y="2925207"/>
            <a:ext cx="515113" cy="499963"/>
          </a:xfrm>
          <a:prstGeom prst="rect">
            <a:avLst/>
          </a:prstGeom>
        </p:spPr>
      </p:pic>
      <p:sp>
        <p:nvSpPr>
          <p:cNvPr id="25" name="TextBox 24">
            <a:extLst>
              <a:ext uri="{FF2B5EF4-FFF2-40B4-BE49-F238E27FC236}">
                <a16:creationId xmlns:a16="http://schemas.microsoft.com/office/drawing/2014/main" id="{A603BDFF-E16D-F679-9965-1525BAE9B349}"/>
              </a:ext>
            </a:extLst>
          </p:cNvPr>
          <p:cNvSpPr txBox="1"/>
          <p:nvPr userDrawn="1"/>
        </p:nvSpPr>
        <p:spPr>
          <a:xfrm>
            <a:off x="2290469" y="349386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COLLABORATION</a:t>
            </a:r>
          </a:p>
        </p:txBody>
      </p:sp>
      <p:pic>
        <p:nvPicPr>
          <p:cNvPr id="57" name="Graphic 56" descr="person with speech bubble">
            <a:extLst>
              <a:ext uri="{FF2B5EF4-FFF2-40B4-BE49-F238E27FC236}">
                <a16:creationId xmlns:a16="http://schemas.microsoft.com/office/drawing/2014/main" id="{0C1BCDD7-F99B-F49A-AB5D-5AEA5C17F1D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533310" y="2927042"/>
            <a:ext cx="454511" cy="469661"/>
          </a:xfrm>
          <a:prstGeom prst="rect">
            <a:avLst/>
          </a:prstGeom>
        </p:spPr>
      </p:pic>
      <p:sp>
        <p:nvSpPr>
          <p:cNvPr id="26" name="TextBox 25">
            <a:extLst>
              <a:ext uri="{FF2B5EF4-FFF2-40B4-BE49-F238E27FC236}">
                <a16:creationId xmlns:a16="http://schemas.microsoft.com/office/drawing/2014/main" id="{77C30461-90CE-4837-76F3-8770340B0430}"/>
              </a:ext>
            </a:extLst>
          </p:cNvPr>
          <p:cNvSpPr txBox="1"/>
          <p:nvPr userDrawn="1"/>
        </p:nvSpPr>
        <p:spPr>
          <a:xfrm>
            <a:off x="3295913" y="349386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COMMUNICATION</a:t>
            </a:r>
          </a:p>
        </p:txBody>
      </p:sp>
      <p:pic>
        <p:nvPicPr>
          <p:cNvPr id="59" name="Graphic 58" descr="people in circle">
            <a:extLst>
              <a:ext uri="{FF2B5EF4-FFF2-40B4-BE49-F238E27FC236}">
                <a16:creationId xmlns:a16="http://schemas.microsoft.com/office/drawing/2014/main" id="{0E8E83CC-36A1-488A-CACC-5A916C35FBA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487576" y="2925207"/>
            <a:ext cx="499962" cy="499962"/>
          </a:xfrm>
          <a:prstGeom prst="rect">
            <a:avLst/>
          </a:prstGeom>
        </p:spPr>
      </p:pic>
      <p:sp>
        <p:nvSpPr>
          <p:cNvPr id="27" name="TextBox 26">
            <a:extLst>
              <a:ext uri="{FF2B5EF4-FFF2-40B4-BE49-F238E27FC236}">
                <a16:creationId xmlns:a16="http://schemas.microsoft.com/office/drawing/2014/main" id="{C76F0222-706D-B47A-8D05-2FB08F495D0A}"/>
              </a:ext>
            </a:extLst>
          </p:cNvPr>
          <p:cNvSpPr txBox="1"/>
          <p:nvPr userDrawn="1"/>
        </p:nvSpPr>
        <p:spPr>
          <a:xfrm>
            <a:off x="4340942"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58" name="Graphic 57" descr="people gathered together">
            <a:extLst>
              <a:ext uri="{FF2B5EF4-FFF2-40B4-BE49-F238E27FC236}">
                <a16:creationId xmlns:a16="http://schemas.microsoft.com/office/drawing/2014/main" id="{4312A1D7-DF5C-8DFF-0597-3083B1D473A5}"/>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449728" y="2925207"/>
            <a:ext cx="499962" cy="499962"/>
          </a:xfrm>
          <a:prstGeom prst="rect">
            <a:avLst/>
          </a:prstGeom>
        </p:spPr>
      </p:pic>
      <p:sp>
        <p:nvSpPr>
          <p:cNvPr id="28" name="TextBox 27">
            <a:extLst>
              <a:ext uri="{FF2B5EF4-FFF2-40B4-BE49-F238E27FC236}">
                <a16:creationId xmlns:a16="http://schemas.microsoft.com/office/drawing/2014/main" id="{38425D6F-AB91-0403-7E24-0D389CEB6A20}"/>
              </a:ext>
            </a:extLst>
          </p:cNvPr>
          <p:cNvSpPr txBox="1"/>
          <p:nvPr userDrawn="1"/>
        </p:nvSpPr>
        <p:spPr>
          <a:xfrm>
            <a:off x="5306800"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COMMUNITY</a:t>
            </a:r>
          </a:p>
        </p:txBody>
      </p:sp>
      <p:pic>
        <p:nvPicPr>
          <p:cNvPr id="61" name="Graphic 60" descr="two adults and a child">
            <a:extLst>
              <a:ext uri="{FF2B5EF4-FFF2-40B4-BE49-F238E27FC236}">
                <a16:creationId xmlns:a16="http://schemas.microsoft.com/office/drawing/2014/main" id="{EFCF80C4-6328-10BD-441E-BC1164C9AB92}"/>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296608" y="2953511"/>
            <a:ext cx="590865" cy="454512"/>
          </a:xfrm>
          <a:prstGeom prst="rect">
            <a:avLst/>
          </a:prstGeom>
        </p:spPr>
      </p:pic>
      <p:sp>
        <p:nvSpPr>
          <p:cNvPr id="29" name="TextBox 28">
            <a:extLst>
              <a:ext uri="{FF2B5EF4-FFF2-40B4-BE49-F238E27FC236}">
                <a16:creationId xmlns:a16="http://schemas.microsoft.com/office/drawing/2014/main" id="{D57468F3-35E1-9155-EF41-55F6101CB67C}"/>
              </a:ext>
            </a:extLst>
          </p:cNvPr>
          <p:cNvSpPr txBox="1"/>
          <p:nvPr userDrawn="1"/>
        </p:nvSpPr>
        <p:spPr>
          <a:xfrm>
            <a:off x="6225159"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FAMILY</a:t>
            </a:r>
          </a:p>
        </p:txBody>
      </p:sp>
      <p:pic>
        <p:nvPicPr>
          <p:cNvPr id="64" name="Graphic 63" descr="plane flying around globe">
            <a:extLst>
              <a:ext uri="{FF2B5EF4-FFF2-40B4-BE49-F238E27FC236}">
                <a16:creationId xmlns:a16="http://schemas.microsoft.com/office/drawing/2014/main" id="{F4B5F25B-573B-E344-AFFC-E00CF3FC60D4}"/>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277704" y="2916102"/>
            <a:ext cx="378759" cy="499962"/>
          </a:xfrm>
          <a:prstGeom prst="rect">
            <a:avLst/>
          </a:prstGeom>
        </p:spPr>
      </p:pic>
      <p:sp>
        <p:nvSpPr>
          <p:cNvPr id="30" name="TextBox 29">
            <a:extLst>
              <a:ext uri="{FF2B5EF4-FFF2-40B4-BE49-F238E27FC236}">
                <a16:creationId xmlns:a16="http://schemas.microsoft.com/office/drawing/2014/main" id="{33FD6D69-4607-FFD9-8A2C-CCB665209075}"/>
              </a:ext>
            </a:extLst>
          </p:cNvPr>
          <p:cNvSpPr txBox="1"/>
          <p:nvPr userDrawn="1"/>
        </p:nvSpPr>
        <p:spPr>
          <a:xfrm>
            <a:off x="7066936" y="349386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INTERNATIONAL</a:t>
            </a:r>
          </a:p>
        </p:txBody>
      </p:sp>
      <p:pic>
        <p:nvPicPr>
          <p:cNvPr id="66" name="Graphic 65" descr="plane">
            <a:extLst>
              <a:ext uri="{FF2B5EF4-FFF2-40B4-BE49-F238E27FC236}">
                <a16:creationId xmlns:a16="http://schemas.microsoft.com/office/drawing/2014/main" id="{95C36EA2-8CD9-DEE8-FAD6-FB4205A02134}"/>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236821" y="2921698"/>
            <a:ext cx="484812" cy="484812"/>
          </a:xfrm>
          <a:prstGeom prst="rect">
            <a:avLst/>
          </a:prstGeom>
        </p:spPr>
      </p:pic>
      <p:sp>
        <p:nvSpPr>
          <p:cNvPr id="31" name="TextBox 30">
            <a:extLst>
              <a:ext uri="{FF2B5EF4-FFF2-40B4-BE49-F238E27FC236}">
                <a16:creationId xmlns:a16="http://schemas.microsoft.com/office/drawing/2014/main" id="{C7837DE0-0263-9F15-BF31-6D140BA650F9}"/>
              </a:ext>
            </a:extLst>
          </p:cNvPr>
          <p:cNvSpPr txBox="1"/>
          <p:nvPr userDrawn="1"/>
        </p:nvSpPr>
        <p:spPr>
          <a:xfrm>
            <a:off x="8085627"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TRAVEL</a:t>
            </a:r>
          </a:p>
        </p:txBody>
      </p:sp>
      <p:pic>
        <p:nvPicPr>
          <p:cNvPr id="67" name="Graphic 66" descr="clasped hands with check mark">
            <a:extLst>
              <a:ext uri="{FF2B5EF4-FFF2-40B4-BE49-F238E27FC236}">
                <a16:creationId xmlns:a16="http://schemas.microsoft.com/office/drawing/2014/main" id="{583E0F57-F93B-94EB-9AFF-B446DB26F3F4}"/>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24615" y="2910011"/>
            <a:ext cx="558399" cy="523132"/>
          </a:xfrm>
          <a:prstGeom prst="rect">
            <a:avLst/>
          </a:prstGeom>
        </p:spPr>
      </p:pic>
      <p:sp>
        <p:nvSpPr>
          <p:cNvPr id="32" name="TextBox 31">
            <a:extLst>
              <a:ext uri="{FF2B5EF4-FFF2-40B4-BE49-F238E27FC236}">
                <a16:creationId xmlns:a16="http://schemas.microsoft.com/office/drawing/2014/main" id="{AEDD97C4-B284-3D51-EC73-C54DE74BFCF3}"/>
              </a:ext>
            </a:extLst>
          </p:cNvPr>
          <p:cNvSpPr txBox="1"/>
          <p:nvPr userDrawn="1"/>
        </p:nvSpPr>
        <p:spPr>
          <a:xfrm>
            <a:off x="9051486" y="349386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TRUST</a:t>
            </a:r>
          </a:p>
        </p:txBody>
      </p:sp>
      <p:sp>
        <p:nvSpPr>
          <p:cNvPr id="34" name="Title 2">
            <a:extLst>
              <a:ext uri="{FF2B5EF4-FFF2-40B4-BE49-F238E27FC236}">
                <a16:creationId xmlns:a16="http://schemas.microsoft.com/office/drawing/2014/main" id="{87A56965-B303-B3D5-0951-B20EA7150C04}"/>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EQUITY</a:t>
            </a:r>
          </a:p>
        </p:txBody>
      </p:sp>
      <p:pic>
        <p:nvPicPr>
          <p:cNvPr id="53" name="Graphic 52" descr="head with puzzle pieces">
            <a:extLst>
              <a:ext uri="{FF2B5EF4-FFF2-40B4-BE49-F238E27FC236}">
                <a16:creationId xmlns:a16="http://schemas.microsoft.com/office/drawing/2014/main" id="{A5219589-8AA3-4007-7E9E-DE0A8719AC16}"/>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58991" y="4548162"/>
            <a:ext cx="499962" cy="484812"/>
          </a:xfrm>
          <a:prstGeom prst="rect">
            <a:avLst/>
          </a:prstGeom>
        </p:spPr>
      </p:pic>
      <p:sp>
        <p:nvSpPr>
          <p:cNvPr id="41" name="TextBox 40">
            <a:extLst>
              <a:ext uri="{FF2B5EF4-FFF2-40B4-BE49-F238E27FC236}">
                <a16:creationId xmlns:a16="http://schemas.microsoft.com/office/drawing/2014/main" id="{35A0B3DF-9854-ABDF-BC77-3E60BEADFA72}"/>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AUTISM</a:t>
            </a:r>
          </a:p>
        </p:txBody>
      </p:sp>
      <p:pic>
        <p:nvPicPr>
          <p:cNvPr id="60" name="Graphic 59" descr="person in wheelchair">
            <a:extLst>
              <a:ext uri="{FF2B5EF4-FFF2-40B4-BE49-F238E27FC236}">
                <a16:creationId xmlns:a16="http://schemas.microsoft.com/office/drawing/2014/main" id="{33CE0A9E-9D9A-CC01-6E6B-99F0B8D229B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98637" y="4521770"/>
            <a:ext cx="409060" cy="484812"/>
          </a:xfrm>
          <a:prstGeom prst="rect">
            <a:avLst/>
          </a:prstGeom>
        </p:spPr>
      </p:pic>
      <p:sp>
        <p:nvSpPr>
          <p:cNvPr id="36" name="TextBox 35">
            <a:extLst>
              <a:ext uri="{FF2B5EF4-FFF2-40B4-BE49-F238E27FC236}">
                <a16:creationId xmlns:a16="http://schemas.microsoft.com/office/drawing/2014/main" id="{B3F0ED31-E870-3347-4DCE-EFD0E0435771}"/>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DISABILITY</a:t>
            </a:r>
          </a:p>
        </p:txBody>
      </p:sp>
      <p:pic>
        <p:nvPicPr>
          <p:cNvPr id="62" name="Graphic 61" descr="hearing aid">
            <a:extLst>
              <a:ext uri="{FF2B5EF4-FFF2-40B4-BE49-F238E27FC236}">
                <a16:creationId xmlns:a16="http://schemas.microsoft.com/office/drawing/2014/main" id="{F3727FDF-8A92-CC50-FA3A-5A4B17FC2401}"/>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564106" y="4540587"/>
            <a:ext cx="333308" cy="499962"/>
          </a:xfrm>
          <a:prstGeom prst="rect">
            <a:avLst/>
          </a:prstGeom>
        </p:spPr>
      </p:pic>
      <p:sp>
        <p:nvSpPr>
          <p:cNvPr id="37" name="TextBox 36">
            <a:extLst>
              <a:ext uri="{FF2B5EF4-FFF2-40B4-BE49-F238E27FC236}">
                <a16:creationId xmlns:a16="http://schemas.microsoft.com/office/drawing/2014/main" id="{5138A551-1EE2-C1C8-9C33-456BC657E14A}"/>
              </a:ext>
            </a:extLst>
          </p:cNvPr>
          <p:cNvSpPr txBox="1"/>
          <p:nvPr userDrawn="1"/>
        </p:nvSpPr>
        <p:spPr>
          <a:xfrm>
            <a:off x="2290469" y="5113434"/>
            <a:ext cx="865911"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HEARING IMPAIRED</a:t>
            </a:r>
          </a:p>
        </p:txBody>
      </p:sp>
      <p:pic>
        <p:nvPicPr>
          <p:cNvPr id="63" name="Graphic 62" descr="person in wheelchair at a computer">
            <a:extLst>
              <a:ext uri="{FF2B5EF4-FFF2-40B4-BE49-F238E27FC236}">
                <a16:creationId xmlns:a16="http://schemas.microsoft.com/office/drawing/2014/main" id="{54E3C6E3-822E-C0BF-28EF-1C81062623E3}"/>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86825" y="4554544"/>
            <a:ext cx="570922" cy="484418"/>
          </a:xfrm>
          <a:prstGeom prst="rect">
            <a:avLst/>
          </a:prstGeom>
        </p:spPr>
      </p:pic>
      <p:sp>
        <p:nvSpPr>
          <p:cNvPr id="38" name="TextBox 37">
            <a:extLst>
              <a:ext uri="{FF2B5EF4-FFF2-40B4-BE49-F238E27FC236}">
                <a16:creationId xmlns:a16="http://schemas.microsoft.com/office/drawing/2014/main" id="{EAB748D1-E00C-C280-C252-487556C96D73}"/>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INCLUSION</a:t>
            </a:r>
          </a:p>
        </p:txBody>
      </p:sp>
      <p:cxnSp>
        <p:nvCxnSpPr>
          <p:cNvPr id="35" name="Straight Connector 34">
            <a:extLst>
              <a:ext uri="{FF2B5EF4-FFF2-40B4-BE49-F238E27FC236}">
                <a16:creationId xmlns:a16="http://schemas.microsoft.com/office/drawing/2014/main" id="{1F2F36CD-129C-87A5-36BF-6F9E68BB0858}"/>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65" name="Graphic 64" descr="hands holding a heart with wheelchair icon inside">
            <a:extLst>
              <a:ext uri="{FF2B5EF4-FFF2-40B4-BE49-F238E27FC236}">
                <a16:creationId xmlns:a16="http://schemas.microsoft.com/office/drawing/2014/main" id="{4F0BD06A-7A78-9F42-186B-9AF74EB8B335}"/>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0854" y="4532573"/>
            <a:ext cx="469662" cy="499963"/>
          </a:xfrm>
          <a:prstGeom prst="rect">
            <a:avLst/>
          </a:prstGeom>
        </p:spPr>
      </p:pic>
      <p:sp>
        <p:nvSpPr>
          <p:cNvPr id="39" name="TextBox 38">
            <a:extLst>
              <a:ext uri="{FF2B5EF4-FFF2-40B4-BE49-F238E27FC236}">
                <a16:creationId xmlns:a16="http://schemas.microsoft.com/office/drawing/2014/main" id="{8728A795-3A1D-30DB-6ECE-DF29CF5E1097}"/>
              </a:ext>
            </a:extLst>
          </p:cNvPr>
          <p:cNvSpPr txBox="1"/>
          <p:nvPr userDrawn="1"/>
        </p:nvSpPr>
        <p:spPr>
          <a:xfrm>
            <a:off x="4340942"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SOLIDARITY</a:t>
            </a:r>
          </a:p>
        </p:txBody>
      </p:sp>
      <p:pic>
        <p:nvPicPr>
          <p:cNvPr id="68" name="Graphic 67" descr="two hands signing">
            <a:extLst>
              <a:ext uri="{FF2B5EF4-FFF2-40B4-BE49-F238E27FC236}">
                <a16:creationId xmlns:a16="http://schemas.microsoft.com/office/drawing/2014/main" id="{2A8071A8-5B01-CB96-E55C-FCAECDB8CC55}"/>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372248" y="4591338"/>
            <a:ext cx="590864" cy="447624"/>
          </a:xfrm>
          <a:prstGeom prst="rect">
            <a:avLst/>
          </a:prstGeom>
        </p:spPr>
      </p:pic>
      <p:sp>
        <p:nvSpPr>
          <p:cNvPr id="40" name="TextBox 39">
            <a:extLst>
              <a:ext uri="{FF2B5EF4-FFF2-40B4-BE49-F238E27FC236}">
                <a16:creationId xmlns:a16="http://schemas.microsoft.com/office/drawing/2014/main" id="{93902873-9C2A-69FE-D42A-4FA3CC7DA76D}"/>
              </a:ext>
            </a:extLst>
          </p:cNvPr>
          <p:cNvSpPr txBox="1"/>
          <p:nvPr userDrawn="1"/>
        </p:nvSpPr>
        <p:spPr>
          <a:xfrm>
            <a:off x="5306800"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SIGN LANGUAGE</a:t>
            </a:r>
          </a:p>
        </p:txBody>
      </p:sp>
    </p:spTree>
    <p:extLst>
      <p:ext uri="{BB962C8B-B14F-4D97-AF65-F5344CB8AC3E}">
        <p14:creationId xmlns:p14="http://schemas.microsoft.com/office/powerpoint/2010/main" val="8239752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icons 4">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2DF60257-A9C2-502F-E28E-4DE6D801A65C}"/>
              </a:ext>
            </a:extLst>
          </p:cNvPr>
          <p:cNvSpPr>
            <a:spLocks noGrp="1"/>
          </p:cNvSpPr>
          <p:nvPr>
            <p:ph type="title"/>
          </p:nvPr>
        </p:nvSpPr>
        <p:spPr>
          <a:xfrm>
            <a:off x="401783" y="437315"/>
            <a:ext cx="3723409" cy="352394"/>
          </a:xfrm>
        </p:spPr>
        <p:txBody>
          <a:bodyPr>
            <a:normAutofit/>
          </a:bodyPr>
          <a:lstStyle>
            <a:lvl1pPr>
              <a:defRPr>
                <a:solidFill>
                  <a:schemeClr val="tx2"/>
                </a:solidFill>
              </a:defRPr>
            </a:lvl1pPr>
          </a:lstStyle>
          <a:p>
            <a:r>
              <a:rPr lang="en-US" sz="1800" b="0">
                <a:latin typeface="Franklin Gothic Medium" panose="020B0603020102020204" pitchFamily="34" charset="0"/>
              </a:rPr>
              <a:t>GENERAL</a:t>
            </a:r>
          </a:p>
        </p:txBody>
      </p:sp>
      <p:sp>
        <p:nvSpPr>
          <p:cNvPr id="131" name="Title 2">
            <a:extLst>
              <a:ext uri="{FF2B5EF4-FFF2-40B4-BE49-F238E27FC236}">
                <a16:creationId xmlns:a16="http://schemas.microsoft.com/office/drawing/2014/main" id="{D5C8D492-5AB5-BE02-0D87-74608B07BB95}"/>
              </a:ext>
            </a:extLst>
          </p:cNvPr>
          <p:cNvSpPr txBox="1">
            <a:spLocks/>
          </p:cNvSpPr>
          <p:nvPr userDrawn="1"/>
        </p:nvSpPr>
        <p:spPr>
          <a:xfrm>
            <a:off x="6624096" y="490960"/>
            <a:ext cx="5039063" cy="24850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2800" b="1" i="0" kern="1200">
                <a:solidFill>
                  <a:srgbClr val="636466"/>
                </a:solidFill>
                <a:latin typeface="Franklin Gothic Demi" panose="020B0603020102020204" pitchFamily="34" charset="0"/>
                <a:ea typeface="+mj-ea"/>
                <a:cs typeface="+mj-cs"/>
              </a:defRPr>
            </a:lvl1pPr>
          </a:lstStyle>
          <a:p>
            <a:pPr algn="r">
              <a:lnSpc>
                <a:spcPct val="120000"/>
              </a:lnSpc>
            </a:pPr>
            <a:r>
              <a:rPr lang="en-US" sz="1200" b="0" i="1">
                <a:solidFill>
                  <a:schemeClr val="tx1"/>
                </a:solidFill>
                <a:latin typeface="Franklin Gothic Book" panose="020B0503020102020204" pitchFamily="34" charset="0"/>
              </a:rPr>
              <a:t>Icon colors are editable: Select icon &gt; Select “Shape Format” in toolbar &gt; Change “Shape Fill”</a:t>
            </a:r>
          </a:p>
        </p:txBody>
      </p:sp>
      <p:cxnSp>
        <p:nvCxnSpPr>
          <p:cNvPr id="8" name="Straight Connector 7">
            <a:extLst>
              <a:ext uri="{FF2B5EF4-FFF2-40B4-BE49-F238E27FC236}">
                <a16:creationId xmlns:a16="http://schemas.microsoft.com/office/drawing/2014/main" id="{D2A35582-692A-57E3-DB06-9037C2B57A89}"/>
              </a:ext>
              <a:ext uri="{C183D7F6-B498-43B3-948B-1728B52AA6E4}">
                <adec:decorative xmlns:adec="http://schemas.microsoft.com/office/drawing/2017/decorative" val="1"/>
              </a:ext>
            </a:extLst>
          </p:cNvPr>
          <p:cNvCxnSpPr>
            <a:cxnSpLocks/>
          </p:cNvCxnSpPr>
          <p:nvPr userDrawn="1"/>
        </p:nvCxnSpPr>
        <p:spPr>
          <a:xfrm>
            <a:off x="519545" y="789709"/>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0" name="Graphic 99" descr="megaphone">
            <a:extLst>
              <a:ext uri="{FF2B5EF4-FFF2-40B4-BE49-F238E27FC236}">
                <a16:creationId xmlns:a16="http://schemas.microsoft.com/office/drawing/2014/main" id="{4010EFD1-BA25-C084-AC64-F9754AE396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345" y="1171253"/>
            <a:ext cx="540774" cy="442451"/>
          </a:xfrm>
          <a:prstGeom prst="rect">
            <a:avLst/>
          </a:prstGeom>
        </p:spPr>
      </p:pic>
      <p:sp>
        <p:nvSpPr>
          <p:cNvPr id="75" name="TextBox 74">
            <a:extLst>
              <a:ext uri="{FF2B5EF4-FFF2-40B4-BE49-F238E27FC236}">
                <a16:creationId xmlns:a16="http://schemas.microsoft.com/office/drawing/2014/main" id="{9CAB6F62-609F-9838-1E64-38E63C2AA150}"/>
              </a:ext>
            </a:extLst>
          </p:cNvPr>
          <p:cNvSpPr txBox="1"/>
          <p:nvPr userDrawn="1"/>
        </p:nvSpPr>
        <p:spPr>
          <a:xfrm>
            <a:off x="361720" y="1695883"/>
            <a:ext cx="8462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ANNOUNCEMENT</a:t>
            </a:r>
          </a:p>
        </p:txBody>
      </p:sp>
      <p:pic>
        <p:nvPicPr>
          <p:cNvPr id="130" name="Graphic 129" descr="hands using smartphone">
            <a:extLst>
              <a:ext uri="{FF2B5EF4-FFF2-40B4-BE49-F238E27FC236}">
                <a16:creationId xmlns:a16="http://schemas.microsoft.com/office/drawing/2014/main" id="{466ABC84-9021-3494-C150-FBA347E4735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06087" y="1161887"/>
            <a:ext cx="432818" cy="476100"/>
          </a:xfrm>
          <a:prstGeom prst="rect">
            <a:avLst/>
          </a:prstGeom>
        </p:spPr>
      </p:pic>
      <p:sp>
        <p:nvSpPr>
          <p:cNvPr id="10" name="TextBox 9">
            <a:extLst>
              <a:ext uri="{FF2B5EF4-FFF2-40B4-BE49-F238E27FC236}">
                <a16:creationId xmlns:a16="http://schemas.microsoft.com/office/drawing/2014/main" id="{5EB22655-61F3-F03E-FDC8-A0BF3D74C3BF}"/>
              </a:ext>
            </a:extLst>
          </p:cNvPr>
          <p:cNvSpPr txBox="1"/>
          <p:nvPr userDrawn="1"/>
        </p:nvSpPr>
        <p:spPr>
          <a:xfrm>
            <a:off x="1455845" y="1695883"/>
            <a:ext cx="66123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CELLPHONE</a:t>
            </a:r>
          </a:p>
        </p:txBody>
      </p:sp>
      <p:pic>
        <p:nvPicPr>
          <p:cNvPr id="105" name="Graphic 104" descr="fireworks">
            <a:extLst>
              <a:ext uri="{FF2B5EF4-FFF2-40B4-BE49-F238E27FC236}">
                <a16:creationId xmlns:a16="http://schemas.microsoft.com/office/drawing/2014/main" id="{7D412CBB-1D3D-3726-12B1-384CD9D5085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53037" y="1145204"/>
            <a:ext cx="540774" cy="491613"/>
          </a:xfrm>
          <a:prstGeom prst="rect">
            <a:avLst/>
          </a:prstGeom>
        </p:spPr>
      </p:pic>
      <p:sp>
        <p:nvSpPr>
          <p:cNvPr id="18" name="TextBox 17">
            <a:extLst>
              <a:ext uri="{FF2B5EF4-FFF2-40B4-BE49-F238E27FC236}">
                <a16:creationId xmlns:a16="http://schemas.microsoft.com/office/drawing/2014/main" id="{4DC19143-8A51-7DC9-0376-5950555EDEF9}"/>
              </a:ext>
            </a:extLst>
          </p:cNvPr>
          <p:cNvSpPr txBox="1"/>
          <p:nvPr userDrawn="1"/>
        </p:nvSpPr>
        <p:spPr>
          <a:xfrm>
            <a:off x="2357763"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CELEBRATION</a:t>
            </a:r>
          </a:p>
        </p:txBody>
      </p:sp>
      <p:pic>
        <p:nvPicPr>
          <p:cNvPr id="106" name="Graphic 105" descr="two speech bubbles">
            <a:extLst>
              <a:ext uri="{FF2B5EF4-FFF2-40B4-BE49-F238E27FC236}">
                <a16:creationId xmlns:a16="http://schemas.microsoft.com/office/drawing/2014/main" id="{397A16F7-B49C-661F-0E3F-5F4D5E31E3E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68479" y="1130489"/>
            <a:ext cx="524387" cy="475226"/>
          </a:xfrm>
          <a:prstGeom prst="rect">
            <a:avLst/>
          </a:prstGeom>
        </p:spPr>
      </p:pic>
      <p:sp>
        <p:nvSpPr>
          <p:cNvPr id="20" name="TextBox 19">
            <a:extLst>
              <a:ext uri="{FF2B5EF4-FFF2-40B4-BE49-F238E27FC236}">
                <a16:creationId xmlns:a16="http://schemas.microsoft.com/office/drawing/2014/main" id="{668CB2F9-A9C6-C402-C625-858A91809F15}"/>
              </a:ext>
            </a:extLst>
          </p:cNvPr>
          <p:cNvSpPr txBox="1"/>
          <p:nvPr userDrawn="1"/>
        </p:nvSpPr>
        <p:spPr>
          <a:xfrm>
            <a:off x="3323621" y="1695883"/>
            <a:ext cx="824852"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CONVERSATION</a:t>
            </a:r>
          </a:p>
        </p:txBody>
      </p:sp>
      <p:pic>
        <p:nvPicPr>
          <p:cNvPr id="126" name="Graphic 125" descr="email icon">
            <a:extLst>
              <a:ext uri="{FF2B5EF4-FFF2-40B4-BE49-F238E27FC236}">
                <a16:creationId xmlns:a16="http://schemas.microsoft.com/office/drawing/2014/main" id="{A0B75786-2B3F-B847-62D0-74ED0D7C987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458509" y="1099831"/>
            <a:ext cx="440278" cy="485824"/>
          </a:xfrm>
          <a:prstGeom prst="rect">
            <a:avLst/>
          </a:prstGeom>
        </p:spPr>
      </p:pic>
      <p:sp>
        <p:nvSpPr>
          <p:cNvPr id="21" name="TextBox 20">
            <a:extLst>
              <a:ext uri="{FF2B5EF4-FFF2-40B4-BE49-F238E27FC236}">
                <a16:creationId xmlns:a16="http://schemas.microsoft.com/office/drawing/2014/main" id="{258E407F-F30A-2CC1-0ED8-FB4D3C070BCC}"/>
              </a:ext>
            </a:extLst>
          </p:cNvPr>
          <p:cNvSpPr txBox="1"/>
          <p:nvPr userDrawn="1"/>
        </p:nvSpPr>
        <p:spPr>
          <a:xfrm>
            <a:off x="434094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EMAIL</a:t>
            </a:r>
          </a:p>
        </p:txBody>
      </p:sp>
      <p:pic>
        <p:nvPicPr>
          <p:cNvPr id="127" name="Graphic 126" descr="speech bubble with letters f.a.q.">
            <a:extLst>
              <a:ext uri="{FF2B5EF4-FFF2-40B4-BE49-F238E27FC236}">
                <a16:creationId xmlns:a16="http://schemas.microsoft.com/office/drawing/2014/main" id="{B0AC0818-0D5F-EF2A-3A58-00A3B6EA8C9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332589" y="1183549"/>
            <a:ext cx="524387" cy="409677"/>
          </a:xfrm>
          <a:prstGeom prst="rect">
            <a:avLst/>
          </a:prstGeom>
        </p:spPr>
      </p:pic>
      <p:sp>
        <p:nvSpPr>
          <p:cNvPr id="22" name="TextBox 21">
            <a:extLst>
              <a:ext uri="{FF2B5EF4-FFF2-40B4-BE49-F238E27FC236}">
                <a16:creationId xmlns:a16="http://schemas.microsoft.com/office/drawing/2014/main" id="{0AC5E786-E215-5C2E-2797-8554FE5A962F}"/>
              </a:ext>
            </a:extLst>
          </p:cNvPr>
          <p:cNvSpPr txBox="1"/>
          <p:nvPr userDrawn="1"/>
        </p:nvSpPr>
        <p:spPr>
          <a:xfrm>
            <a:off x="5306800"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FAQ</a:t>
            </a:r>
          </a:p>
        </p:txBody>
      </p:sp>
      <p:pic>
        <p:nvPicPr>
          <p:cNvPr id="109" name="Graphic 108" descr="paper in envelope">
            <a:extLst>
              <a:ext uri="{FF2B5EF4-FFF2-40B4-BE49-F238E27FC236}">
                <a16:creationId xmlns:a16="http://schemas.microsoft.com/office/drawing/2014/main" id="{B87068AB-1C6E-6640-8061-E8FA21BED7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33963" y="1104705"/>
            <a:ext cx="455460" cy="501006"/>
          </a:xfrm>
          <a:prstGeom prst="rect">
            <a:avLst/>
          </a:prstGeom>
        </p:spPr>
      </p:pic>
      <p:sp>
        <p:nvSpPr>
          <p:cNvPr id="70" name="TextBox 69">
            <a:extLst>
              <a:ext uri="{FF2B5EF4-FFF2-40B4-BE49-F238E27FC236}">
                <a16:creationId xmlns:a16="http://schemas.microsoft.com/office/drawing/2014/main" id="{DF394CFE-D654-8A23-2D8A-FF622F374462}"/>
              </a:ext>
            </a:extLst>
          </p:cNvPr>
          <p:cNvSpPr txBox="1"/>
          <p:nvPr userDrawn="1"/>
        </p:nvSpPr>
        <p:spPr>
          <a:xfrm>
            <a:off x="6225159"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INVITATION</a:t>
            </a:r>
          </a:p>
        </p:txBody>
      </p:sp>
      <p:pic>
        <p:nvPicPr>
          <p:cNvPr id="110" name="Graphic 109" descr="location arrow">
            <a:extLst>
              <a:ext uri="{FF2B5EF4-FFF2-40B4-BE49-F238E27FC236}">
                <a16:creationId xmlns:a16="http://schemas.microsoft.com/office/drawing/2014/main" id="{651B78A5-9988-9E60-674C-8C5B9E1CC143}"/>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342735" y="1150774"/>
            <a:ext cx="278581" cy="442452"/>
          </a:xfrm>
          <a:prstGeom prst="rect">
            <a:avLst/>
          </a:prstGeom>
        </p:spPr>
      </p:pic>
      <p:sp>
        <p:nvSpPr>
          <p:cNvPr id="71" name="TextBox 70">
            <a:extLst>
              <a:ext uri="{FF2B5EF4-FFF2-40B4-BE49-F238E27FC236}">
                <a16:creationId xmlns:a16="http://schemas.microsoft.com/office/drawing/2014/main" id="{1B2D968C-97A6-47FA-CF89-252B66BDD9EC}"/>
              </a:ext>
            </a:extLst>
          </p:cNvPr>
          <p:cNvSpPr txBox="1"/>
          <p:nvPr userDrawn="1"/>
        </p:nvSpPr>
        <p:spPr>
          <a:xfrm>
            <a:off x="709601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LOCATION</a:t>
            </a:r>
          </a:p>
        </p:txBody>
      </p:sp>
      <p:pic>
        <p:nvPicPr>
          <p:cNvPr id="111" name="Graphic 110" descr="envelope">
            <a:extLst>
              <a:ext uri="{FF2B5EF4-FFF2-40B4-BE49-F238E27FC236}">
                <a16:creationId xmlns:a16="http://schemas.microsoft.com/office/drawing/2014/main" id="{F3613A76-E1A0-E989-01C8-23AE8CA325F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8189095" y="1250071"/>
            <a:ext cx="524387" cy="327742"/>
          </a:xfrm>
          <a:prstGeom prst="rect">
            <a:avLst/>
          </a:prstGeom>
        </p:spPr>
      </p:pic>
      <p:sp>
        <p:nvSpPr>
          <p:cNvPr id="72" name="TextBox 71">
            <a:extLst>
              <a:ext uri="{FF2B5EF4-FFF2-40B4-BE49-F238E27FC236}">
                <a16:creationId xmlns:a16="http://schemas.microsoft.com/office/drawing/2014/main" id="{E537FFDA-50D8-AECD-A88A-9DB4258E56F2}"/>
              </a:ext>
            </a:extLst>
          </p:cNvPr>
          <p:cNvSpPr txBox="1"/>
          <p:nvPr userDrawn="1"/>
        </p:nvSpPr>
        <p:spPr>
          <a:xfrm>
            <a:off x="8085627"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MAIL</a:t>
            </a:r>
          </a:p>
        </p:txBody>
      </p:sp>
      <p:pic>
        <p:nvPicPr>
          <p:cNvPr id="113" name="Graphic 112" descr="folded newspaper">
            <a:extLst>
              <a:ext uri="{FF2B5EF4-FFF2-40B4-BE49-F238E27FC236}">
                <a16:creationId xmlns:a16="http://schemas.microsoft.com/office/drawing/2014/main" id="{9410C4D5-3093-E0F3-BF3C-A7661D19B12A}"/>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9209757" y="1143861"/>
            <a:ext cx="524387" cy="475226"/>
          </a:xfrm>
          <a:prstGeom prst="rect">
            <a:avLst/>
          </a:prstGeom>
        </p:spPr>
      </p:pic>
      <p:sp>
        <p:nvSpPr>
          <p:cNvPr id="73" name="TextBox 72">
            <a:extLst>
              <a:ext uri="{FF2B5EF4-FFF2-40B4-BE49-F238E27FC236}">
                <a16:creationId xmlns:a16="http://schemas.microsoft.com/office/drawing/2014/main" id="{E3AC6157-AE7A-2EB8-EF1D-048CB9A41736}"/>
              </a:ext>
            </a:extLst>
          </p:cNvPr>
          <p:cNvSpPr txBox="1"/>
          <p:nvPr userDrawn="1"/>
        </p:nvSpPr>
        <p:spPr>
          <a:xfrm>
            <a:off x="905148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NEWS</a:t>
            </a:r>
          </a:p>
        </p:txBody>
      </p:sp>
      <p:pic>
        <p:nvPicPr>
          <p:cNvPr id="114" name="Graphic 113" descr="telephone icon">
            <a:extLst>
              <a:ext uri="{FF2B5EF4-FFF2-40B4-BE49-F238E27FC236}">
                <a16:creationId xmlns:a16="http://schemas.microsoft.com/office/drawing/2014/main" id="{DF4F2DFE-A5C9-38D0-C5F0-F90423193B23}"/>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136382" y="1150774"/>
            <a:ext cx="442452" cy="442452"/>
          </a:xfrm>
          <a:prstGeom prst="rect">
            <a:avLst/>
          </a:prstGeom>
        </p:spPr>
      </p:pic>
      <p:sp>
        <p:nvSpPr>
          <p:cNvPr id="74" name="TextBox 73">
            <a:extLst>
              <a:ext uri="{FF2B5EF4-FFF2-40B4-BE49-F238E27FC236}">
                <a16:creationId xmlns:a16="http://schemas.microsoft.com/office/drawing/2014/main" id="{06C8E24F-B4FF-36B5-73E6-9E6FDB8A76B4}"/>
              </a:ext>
            </a:extLst>
          </p:cNvPr>
          <p:cNvSpPr txBox="1"/>
          <p:nvPr userDrawn="1"/>
        </p:nvSpPr>
        <p:spPr>
          <a:xfrm>
            <a:off x="10017346"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PHONE</a:t>
            </a:r>
          </a:p>
        </p:txBody>
      </p:sp>
      <p:pic>
        <p:nvPicPr>
          <p:cNvPr id="121" name="Graphic 120" descr="globe with magnifying glass">
            <a:extLst>
              <a:ext uri="{FF2B5EF4-FFF2-40B4-BE49-F238E27FC236}">
                <a16:creationId xmlns:a16="http://schemas.microsoft.com/office/drawing/2014/main" id="{DBA0B53D-8C42-8A59-41AF-3E4678871287}"/>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1047045" y="1117795"/>
            <a:ext cx="524387" cy="524387"/>
          </a:xfrm>
          <a:prstGeom prst="rect">
            <a:avLst/>
          </a:prstGeom>
        </p:spPr>
      </p:pic>
      <p:sp>
        <p:nvSpPr>
          <p:cNvPr id="95" name="TextBox 94">
            <a:extLst>
              <a:ext uri="{FF2B5EF4-FFF2-40B4-BE49-F238E27FC236}">
                <a16:creationId xmlns:a16="http://schemas.microsoft.com/office/drawing/2014/main" id="{78239C76-8DCA-62C5-8EB0-F4269D3CB3C2}"/>
              </a:ext>
            </a:extLst>
          </p:cNvPr>
          <p:cNvSpPr txBox="1"/>
          <p:nvPr userDrawn="1"/>
        </p:nvSpPr>
        <p:spPr>
          <a:xfrm>
            <a:off x="10948372" y="1695883"/>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WEBSITE</a:t>
            </a:r>
          </a:p>
        </p:txBody>
      </p:sp>
      <p:sp>
        <p:nvSpPr>
          <p:cNvPr id="76" name="Title 2">
            <a:extLst>
              <a:ext uri="{FF2B5EF4-FFF2-40B4-BE49-F238E27FC236}">
                <a16:creationId xmlns:a16="http://schemas.microsoft.com/office/drawing/2014/main" id="{3D1A4427-DA15-D189-523F-5D2667243441}"/>
              </a:ext>
            </a:extLst>
          </p:cNvPr>
          <p:cNvSpPr txBox="1">
            <a:spLocks/>
          </p:cNvSpPr>
          <p:nvPr userDrawn="1"/>
        </p:nvSpPr>
        <p:spPr>
          <a:xfrm>
            <a:off x="401783" y="2175333"/>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MEDIA</a:t>
            </a:r>
          </a:p>
        </p:txBody>
      </p:sp>
      <p:cxnSp>
        <p:nvCxnSpPr>
          <p:cNvPr id="77" name="Straight Connector 76">
            <a:extLst>
              <a:ext uri="{FF2B5EF4-FFF2-40B4-BE49-F238E27FC236}">
                <a16:creationId xmlns:a16="http://schemas.microsoft.com/office/drawing/2014/main" id="{8F5B5C09-75D2-D314-DB42-2D857BBC3EE0}"/>
              </a:ext>
              <a:ext uri="{C183D7F6-B498-43B3-948B-1728B52AA6E4}">
                <adec:decorative xmlns:adec="http://schemas.microsoft.com/office/drawing/2017/decorative" val="1"/>
              </a:ext>
            </a:extLst>
          </p:cNvPr>
          <p:cNvCxnSpPr>
            <a:cxnSpLocks/>
          </p:cNvCxnSpPr>
          <p:nvPr userDrawn="1"/>
        </p:nvCxnSpPr>
        <p:spPr>
          <a:xfrm>
            <a:off x="519545" y="2527727"/>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2" name="Graphic 101" descr="sound icon">
            <a:extLst>
              <a:ext uri="{FF2B5EF4-FFF2-40B4-BE49-F238E27FC236}">
                <a16:creationId xmlns:a16="http://schemas.microsoft.com/office/drawing/2014/main" id="{37215621-E195-1945-DC61-DED17AFB2C6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31186" y="2869321"/>
            <a:ext cx="540774" cy="491613"/>
          </a:xfrm>
          <a:prstGeom prst="rect">
            <a:avLst/>
          </a:prstGeom>
        </p:spPr>
      </p:pic>
      <p:sp>
        <p:nvSpPr>
          <p:cNvPr id="86" name="TextBox 85">
            <a:extLst>
              <a:ext uri="{FF2B5EF4-FFF2-40B4-BE49-F238E27FC236}">
                <a16:creationId xmlns:a16="http://schemas.microsoft.com/office/drawing/2014/main" id="{EBD775CF-7257-BF1D-4E1C-3A5AD0CCCCAA}"/>
              </a:ext>
            </a:extLst>
          </p:cNvPr>
          <p:cNvSpPr txBox="1"/>
          <p:nvPr userDrawn="1"/>
        </p:nvSpPr>
        <p:spPr>
          <a:xfrm>
            <a:off x="361720" y="3433901"/>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AUDIO</a:t>
            </a:r>
          </a:p>
        </p:txBody>
      </p:sp>
      <p:pic>
        <p:nvPicPr>
          <p:cNvPr id="125" name="Graphic 124" descr="computer, tablet, phone">
            <a:extLst>
              <a:ext uri="{FF2B5EF4-FFF2-40B4-BE49-F238E27FC236}">
                <a16:creationId xmlns:a16="http://schemas.microsoft.com/office/drawing/2014/main" id="{18771967-0624-A1E5-8F42-48EE8CE9A946}"/>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489455" y="2970887"/>
            <a:ext cx="553336" cy="352123"/>
          </a:xfrm>
          <a:prstGeom prst="rect">
            <a:avLst/>
          </a:prstGeom>
        </p:spPr>
      </p:pic>
      <p:sp>
        <p:nvSpPr>
          <p:cNvPr id="78" name="TextBox 77">
            <a:extLst>
              <a:ext uri="{FF2B5EF4-FFF2-40B4-BE49-F238E27FC236}">
                <a16:creationId xmlns:a16="http://schemas.microsoft.com/office/drawing/2014/main" id="{EF76EFCB-C20F-4C6C-779B-3EA4B4006D9F}"/>
              </a:ext>
            </a:extLst>
          </p:cNvPr>
          <p:cNvSpPr txBox="1"/>
          <p:nvPr userDrawn="1"/>
        </p:nvSpPr>
        <p:spPr>
          <a:xfrm>
            <a:off x="1358829"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DEVICES</a:t>
            </a:r>
          </a:p>
        </p:txBody>
      </p:sp>
      <p:pic>
        <p:nvPicPr>
          <p:cNvPr id="104" name="Graphic 103" descr="camera">
            <a:extLst>
              <a:ext uri="{FF2B5EF4-FFF2-40B4-BE49-F238E27FC236}">
                <a16:creationId xmlns:a16="http://schemas.microsoft.com/office/drawing/2014/main" id="{8EFE9D3A-72EB-E69F-B49F-309E864293F3}"/>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453037" y="2938112"/>
            <a:ext cx="524387" cy="344129"/>
          </a:xfrm>
          <a:prstGeom prst="rect">
            <a:avLst/>
          </a:prstGeom>
        </p:spPr>
      </p:pic>
      <p:sp>
        <p:nvSpPr>
          <p:cNvPr id="79" name="TextBox 78">
            <a:extLst>
              <a:ext uri="{FF2B5EF4-FFF2-40B4-BE49-F238E27FC236}">
                <a16:creationId xmlns:a16="http://schemas.microsoft.com/office/drawing/2014/main" id="{3441AC78-60E4-86BB-76F9-4752062BD672}"/>
              </a:ext>
            </a:extLst>
          </p:cNvPr>
          <p:cNvSpPr txBox="1"/>
          <p:nvPr userDrawn="1"/>
        </p:nvSpPr>
        <p:spPr>
          <a:xfrm>
            <a:off x="2290469" y="3433901"/>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CAMERA</a:t>
            </a:r>
          </a:p>
        </p:txBody>
      </p:sp>
      <p:pic>
        <p:nvPicPr>
          <p:cNvPr id="108" name="Graphic 107" descr="photos">
            <a:extLst>
              <a:ext uri="{FF2B5EF4-FFF2-40B4-BE49-F238E27FC236}">
                <a16:creationId xmlns:a16="http://schemas.microsoft.com/office/drawing/2014/main" id="{8BD813CF-25D5-F3CE-79F1-3A6B03EB0C1F}"/>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460286" y="2925325"/>
            <a:ext cx="540774" cy="409677"/>
          </a:xfrm>
          <a:prstGeom prst="rect">
            <a:avLst/>
          </a:prstGeom>
        </p:spPr>
      </p:pic>
      <p:sp>
        <p:nvSpPr>
          <p:cNvPr id="80" name="TextBox 79">
            <a:extLst>
              <a:ext uri="{FF2B5EF4-FFF2-40B4-BE49-F238E27FC236}">
                <a16:creationId xmlns:a16="http://schemas.microsoft.com/office/drawing/2014/main" id="{F7ACD391-E35E-0B28-009E-1B99C3428D94}"/>
              </a:ext>
            </a:extLst>
          </p:cNvPr>
          <p:cNvSpPr txBox="1"/>
          <p:nvPr userDrawn="1"/>
        </p:nvSpPr>
        <p:spPr>
          <a:xfrm>
            <a:off x="3295913" y="3433901"/>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IMAGES</a:t>
            </a:r>
          </a:p>
        </p:txBody>
      </p:sp>
      <p:pic>
        <p:nvPicPr>
          <p:cNvPr id="115" name="Graphic 114" descr="magnifying glass">
            <a:extLst>
              <a:ext uri="{FF2B5EF4-FFF2-40B4-BE49-F238E27FC236}">
                <a16:creationId xmlns:a16="http://schemas.microsoft.com/office/drawing/2014/main" id="{2457DE6D-140E-8D3F-D29D-254B107C50A4}"/>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472848" y="2852174"/>
            <a:ext cx="491613" cy="524387"/>
          </a:xfrm>
          <a:prstGeom prst="rect">
            <a:avLst/>
          </a:prstGeom>
        </p:spPr>
      </p:pic>
      <p:sp>
        <p:nvSpPr>
          <p:cNvPr id="81" name="TextBox 80">
            <a:extLst>
              <a:ext uri="{FF2B5EF4-FFF2-40B4-BE49-F238E27FC236}">
                <a16:creationId xmlns:a16="http://schemas.microsoft.com/office/drawing/2014/main" id="{A2A1AEA4-16E5-2092-EC50-7255742C2F7F}"/>
              </a:ext>
            </a:extLst>
          </p:cNvPr>
          <p:cNvSpPr txBox="1"/>
          <p:nvPr userDrawn="1"/>
        </p:nvSpPr>
        <p:spPr>
          <a:xfrm>
            <a:off x="4340942"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SEARCH</a:t>
            </a:r>
          </a:p>
        </p:txBody>
      </p:sp>
      <p:pic>
        <p:nvPicPr>
          <p:cNvPr id="129" name="Graphic 128" descr="photo with caption">
            <a:extLst>
              <a:ext uri="{FF2B5EF4-FFF2-40B4-BE49-F238E27FC236}">
                <a16:creationId xmlns:a16="http://schemas.microsoft.com/office/drawing/2014/main" id="{F4A4003D-047F-671B-708C-ACAB3D198483}"/>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5443679" y="2893039"/>
            <a:ext cx="431344" cy="460100"/>
          </a:xfrm>
          <a:prstGeom prst="rect">
            <a:avLst/>
          </a:prstGeom>
        </p:spPr>
      </p:pic>
      <p:sp>
        <p:nvSpPr>
          <p:cNvPr id="82" name="TextBox 81">
            <a:extLst>
              <a:ext uri="{FF2B5EF4-FFF2-40B4-BE49-F238E27FC236}">
                <a16:creationId xmlns:a16="http://schemas.microsoft.com/office/drawing/2014/main" id="{08FE3B3E-A10D-B9AE-68C9-C00FC3B12E2C}"/>
              </a:ext>
            </a:extLst>
          </p:cNvPr>
          <p:cNvSpPr txBox="1"/>
          <p:nvPr userDrawn="1"/>
        </p:nvSpPr>
        <p:spPr>
          <a:xfrm>
            <a:off x="5306800"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SOCIAL MEDIA</a:t>
            </a:r>
          </a:p>
        </p:txBody>
      </p:sp>
      <p:pic>
        <p:nvPicPr>
          <p:cNvPr id="117" name="Graphic 116" descr="screen with letter i">
            <a:extLst>
              <a:ext uri="{FF2B5EF4-FFF2-40B4-BE49-F238E27FC236}">
                <a16:creationId xmlns:a16="http://schemas.microsoft.com/office/drawing/2014/main" id="{B0C0CC91-31EE-5622-D170-E409A4F64CEA}"/>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322801" y="2893039"/>
            <a:ext cx="524387" cy="442452"/>
          </a:xfrm>
          <a:prstGeom prst="rect">
            <a:avLst/>
          </a:prstGeom>
        </p:spPr>
      </p:pic>
      <p:sp>
        <p:nvSpPr>
          <p:cNvPr id="83" name="TextBox 82">
            <a:extLst>
              <a:ext uri="{FF2B5EF4-FFF2-40B4-BE49-F238E27FC236}">
                <a16:creationId xmlns:a16="http://schemas.microsoft.com/office/drawing/2014/main" id="{3FB271EC-6E57-C71C-16F7-4F01E9C8154A}"/>
              </a:ext>
            </a:extLst>
          </p:cNvPr>
          <p:cNvSpPr txBox="1"/>
          <p:nvPr userDrawn="1"/>
        </p:nvSpPr>
        <p:spPr>
          <a:xfrm>
            <a:off x="6225159"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TUTORIALS</a:t>
            </a:r>
          </a:p>
        </p:txBody>
      </p:sp>
      <p:pic>
        <p:nvPicPr>
          <p:cNvPr id="120" name="Graphic 119" descr="screen with play button">
            <a:extLst>
              <a:ext uri="{FF2B5EF4-FFF2-40B4-BE49-F238E27FC236}">
                <a16:creationId xmlns:a16="http://schemas.microsoft.com/office/drawing/2014/main" id="{66C24F47-0202-9A9C-7B24-22883F8E2323}"/>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7167927" y="2905339"/>
            <a:ext cx="540774" cy="409677"/>
          </a:xfrm>
          <a:prstGeom prst="rect">
            <a:avLst/>
          </a:prstGeom>
        </p:spPr>
      </p:pic>
      <p:sp>
        <p:nvSpPr>
          <p:cNvPr id="84" name="TextBox 83">
            <a:extLst>
              <a:ext uri="{FF2B5EF4-FFF2-40B4-BE49-F238E27FC236}">
                <a16:creationId xmlns:a16="http://schemas.microsoft.com/office/drawing/2014/main" id="{160807D8-F9DB-98F4-D020-A3A76A3E768A}"/>
              </a:ext>
            </a:extLst>
          </p:cNvPr>
          <p:cNvSpPr txBox="1"/>
          <p:nvPr userDrawn="1"/>
        </p:nvSpPr>
        <p:spPr>
          <a:xfrm>
            <a:off x="7066936" y="3433901"/>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VIDEOS</a:t>
            </a:r>
          </a:p>
        </p:txBody>
      </p:sp>
      <p:pic>
        <p:nvPicPr>
          <p:cNvPr id="123" name="Graphic 122" descr="wifi icon">
            <a:extLst>
              <a:ext uri="{FF2B5EF4-FFF2-40B4-BE49-F238E27FC236}">
                <a16:creationId xmlns:a16="http://schemas.microsoft.com/office/drawing/2014/main" id="{581BD62D-D2DE-B399-E469-4882BEBAB1BF}"/>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169226" y="2929721"/>
            <a:ext cx="540774" cy="393290"/>
          </a:xfrm>
          <a:prstGeom prst="rect">
            <a:avLst/>
          </a:prstGeom>
        </p:spPr>
      </p:pic>
      <p:sp>
        <p:nvSpPr>
          <p:cNvPr id="85" name="TextBox 84">
            <a:extLst>
              <a:ext uri="{FF2B5EF4-FFF2-40B4-BE49-F238E27FC236}">
                <a16:creationId xmlns:a16="http://schemas.microsoft.com/office/drawing/2014/main" id="{22E6298D-521B-E107-D00E-175730F93178}"/>
              </a:ext>
            </a:extLst>
          </p:cNvPr>
          <p:cNvSpPr txBox="1"/>
          <p:nvPr userDrawn="1"/>
        </p:nvSpPr>
        <p:spPr>
          <a:xfrm>
            <a:off x="8085627" y="3433901"/>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WIFI</a:t>
            </a:r>
          </a:p>
        </p:txBody>
      </p:sp>
      <p:sp>
        <p:nvSpPr>
          <p:cNvPr id="87" name="Title 2">
            <a:extLst>
              <a:ext uri="{FF2B5EF4-FFF2-40B4-BE49-F238E27FC236}">
                <a16:creationId xmlns:a16="http://schemas.microsoft.com/office/drawing/2014/main" id="{4497B0EF-54CA-0C3E-97BA-6355D3D60003}"/>
              </a:ext>
            </a:extLst>
          </p:cNvPr>
          <p:cNvSpPr txBox="1">
            <a:spLocks/>
          </p:cNvSpPr>
          <p:nvPr userDrawn="1"/>
        </p:nvSpPr>
        <p:spPr>
          <a:xfrm>
            <a:off x="401783" y="3854866"/>
            <a:ext cx="3723409" cy="352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4F5858"/>
                </a:solidFill>
                <a:latin typeface="Franklin Gothic Medium" panose="020B0603020102020204" pitchFamily="34" charset="0"/>
                <a:ea typeface="+mj-ea"/>
                <a:cs typeface="+mj-cs"/>
              </a:defRPr>
            </a:lvl1pPr>
          </a:lstStyle>
          <a:p>
            <a:r>
              <a:rPr lang="en-US" sz="1800">
                <a:solidFill>
                  <a:schemeClr val="tx2"/>
                </a:solidFill>
              </a:rPr>
              <a:t>RECREATION / WELLNESS</a:t>
            </a:r>
          </a:p>
        </p:txBody>
      </p:sp>
      <p:cxnSp>
        <p:nvCxnSpPr>
          <p:cNvPr id="88" name="Straight Connector 87">
            <a:extLst>
              <a:ext uri="{FF2B5EF4-FFF2-40B4-BE49-F238E27FC236}">
                <a16:creationId xmlns:a16="http://schemas.microsoft.com/office/drawing/2014/main" id="{DB7DBB12-C022-66AD-E43C-0E4B8893C1AA}"/>
              </a:ext>
              <a:ext uri="{C183D7F6-B498-43B3-948B-1728B52AA6E4}">
                <adec:decorative xmlns:adec="http://schemas.microsoft.com/office/drawing/2017/decorative" val="1"/>
              </a:ext>
            </a:extLst>
          </p:cNvPr>
          <p:cNvCxnSpPr>
            <a:cxnSpLocks/>
          </p:cNvCxnSpPr>
          <p:nvPr userDrawn="1"/>
        </p:nvCxnSpPr>
        <p:spPr>
          <a:xfrm>
            <a:off x="519545" y="4207260"/>
            <a:ext cx="11045537"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01" name="Graphic 100" descr="person running">
            <a:extLst>
              <a:ext uri="{FF2B5EF4-FFF2-40B4-BE49-F238E27FC236}">
                <a16:creationId xmlns:a16="http://schemas.microsoft.com/office/drawing/2014/main" id="{D9787B50-C527-8E14-E1C3-F50A47F4CDD3}"/>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511566" y="4541120"/>
            <a:ext cx="524387" cy="491613"/>
          </a:xfrm>
          <a:prstGeom prst="rect">
            <a:avLst/>
          </a:prstGeom>
        </p:spPr>
      </p:pic>
      <p:sp>
        <p:nvSpPr>
          <p:cNvPr id="94" name="TextBox 93">
            <a:extLst>
              <a:ext uri="{FF2B5EF4-FFF2-40B4-BE49-F238E27FC236}">
                <a16:creationId xmlns:a16="http://schemas.microsoft.com/office/drawing/2014/main" id="{C1CFB9C5-00CF-0080-2F43-10496B44D50D}"/>
              </a:ext>
            </a:extLst>
          </p:cNvPr>
          <p:cNvSpPr txBox="1"/>
          <p:nvPr userDrawn="1"/>
        </p:nvSpPr>
        <p:spPr>
          <a:xfrm>
            <a:off x="361720" y="5113434"/>
            <a:ext cx="82408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ATHLETICS</a:t>
            </a:r>
          </a:p>
        </p:txBody>
      </p:sp>
      <p:pic>
        <p:nvPicPr>
          <p:cNvPr id="103" name="Graphic 102" descr="basketball">
            <a:extLst>
              <a:ext uri="{FF2B5EF4-FFF2-40B4-BE49-F238E27FC236}">
                <a16:creationId xmlns:a16="http://schemas.microsoft.com/office/drawing/2014/main" id="{2898BFC8-ED89-42AA-B36D-7A0501B276A4}"/>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528189" y="4576251"/>
            <a:ext cx="479120" cy="479120"/>
          </a:xfrm>
          <a:prstGeom prst="rect">
            <a:avLst/>
          </a:prstGeom>
        </p:spPr>
      </p:pic>
      <p:sp>
        <p:nvSpPr>
          <p:cNvPr id="89" name="TextBox 88">
            <a:extLst>
              <a:ext uri="{FF2B5EF4-FFF2-40B4-BE49-F238E27FC236}">
                <a16:creationId xmlns:a16="http://schemas.microsoft.com/office/drawing/2014/main" id="{1340AF7F-ADF1-4F03-DCB6-6BE605AC0154}"/>
              </a:ext>
            </a:extLst>
          </p:cNvPr>
          <p:cNvSpPr txBox="1"/>
          <p:nvPr userDrawn="1"/>
        </p:nvSpPr>
        <p:spPr>
          <a:xfrm>
            <a:off x="1358829" y="5113434"/>
            <a:ext cx="83576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BASKETBALL</a:t>
            </a:r>
          </a:p>
        </p:txBody>
      </p:sp>
      <p:pic>
        <p:nvPicPr>
          <p:cNvPr id="128" name="Graphic 127" descr="football">
            <a:extLst>
              <a:ext uri="{FF2B5EF4-FFF2-40B4-BE49-F238E27FC236}">
                <a16:creationId xmlns:a16="http://schemas.microsoft.com/office/drawing/2014/main" id="{E5679586-DE08-C5BA-0D8E-DF81EEA3919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480452" y="4583202"/>
            <a:ext cx="455882" cy="455882"/>
          </a:xfrm>
          <a:prstGeom prst="rect">
            <a:avLst/>
          </a:prstGeom>
        </p:spPr>
      </p:pic>
      <p:sp>
        <p:nvSpPr>
          <p:cNvPr id="90" name="TextBox 89">
            <a:extLst>
              <a:ext uri="{FF2B5EF4-FFF2-40B4-BE49-F238E27FC236}">
                <a16:creationId xmlns:a16="http://schemas.microsoft.com/office/drawing/2014/main" id="{70BFFC05-9907-CEF0-ECD0-A2B60B10F6D7}"/>
              </a:ext>
              <a:ext uri="{C183D7F6-B498-43B3-948B-1728B52AA6E4}">
                <adec:decorative xmlns:adec="http://schemas.microsoft.com/office/drawing/2017/decorative" val="0"/>
              </a:ext>
            </a:extLst>
          </p:cNvPr>
          <p:cNvSpPr txBox="1"/>
          <p:nvPr userDrawn="1"/>
        </p:nvSpPr>
        <p:spPr>
          <a:xfrm>
            <a:off x="2290469" y="5113434"/>
            <a:ext cx="865911"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FOOTBALL</a:t>
            </a:r>
          </a:p>
        </p:txBody>
      </p:sp>
      <p:pic>
        <p:nvPicPr>
          <p:cNvPr id="107" name="Graphic 106" descr="weight rack">
            <a:extLst>
              <a:ext uri="{FF2B5EF4-FFF2-40B4-BE49-F238E27FC236}">
                <a16:creationId xmlns:a16="http://schemas.microsoft.com/office/drawing/2014/main" id="{F34F6A2B-BD98-5E21-1E93-E86263EBD436}"/>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3428570" y="4637631"/>
            <a:ext cx="606323" cy="376903"/>
          </a:xfrm>
          <a:prstGeom prst="rect">
            <a:avLst/>
          </a:prstGeom>
        </p:spPr>
      </p:pic>
      <p:sp>
        <p:nvSpPr>
          <p:cNvPr id="91" name="TextBox 90">
            <a:extLst>
              <a:ext uri="{FF2B5EF4-FFF2-40B4-BE49-F238E27FC236}">
                <a16:creationId xmlns:a16="http://schemas.microsoft.com/office/drawing/2014/main" id="{F8C5C6E5-493B-12A1-7F89-EE8801B9CB40}"/>
              </a:ext>
            </a:extLst>
          </p:cNvPr>
          <p:cNvSpPr txBox="1"/>
          <p:nvPr userDrawn="1"/>
        </p:nvSpPr>
        <p:spPr>
          <a:xfrm>
            <a:off x="3295913" y="5113434"/>
            <a:ext cx="892146"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GYM</a:t>
            </a:r>
          </a:p>
        </p:txBody>
      </p:sp>
      <p:pic>
        <p:nvPicPr>
          <p:cNvPr id="112" name="Graphic 111" descr="information card in first aid kit">
            <a:extLst>
              <a:ext uri="{FF2B5EF4-FFF2-40B4-BE49-F238E27FC236}">
                <a16:creationId xmlns:a16="http://schemas.microsoft.com/office/drawing/2014/main" id="{D112B04F-9C2C-74F5-1680-6F1750C5FAE4}"/>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4494066" y="4577666"/>
            <a:ext cx="449175" cy="494092"/>
          </a:xfrm>
          <a:prstGeom prst="rect">
            <a:avLst/>
          </a:prstGeom>
        </p:spPr>
      </p:pic>
      <p:sp>
        <p:nvSpPr>
          <p:cNvPr id="92" name="TextBox 91">
            <a:extLst>
              <a:ext uri="{FF2B5EF4-FFF2-40B4-BE49-F238E27FC236}">
                <a16:creationId xmlns:a16="http://schemas.microsoft.com/office/drawing/2014/main" id="{D0C2D594-92F2-52E1-1688-4FD925FB3CBD}"/>
              </a:ext>
            </a:extLst>
          </p:cNvPr>
          <p:cNvSpPr txBox="1"/>
          <p:nvPr userDrawn="1"/>
        </p:nvSpPr>
        <p:spPr>
          <a:xfrm>
            <a:off x="4340942" y="5113434"/>
            <a:ext cx="731324"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MEDICAL RECORDS</a:t>
            </a:r>
          </a:p>
        </p:txBody>
      </p:sp>
      <p:pic>
        <p:nvPicPr>
          <p:cNvPr id="116" name="Graphic 115" descr="soccer ball">
            <a:extLst>
              <a:ext uri="{FF2B5EF4-FFF2-40B4-BE49-F238E27FC236}">
                <a16:creationId xmlns:a16="http://schemas.microsoft.com/office/drawing/2014/main" id="{83B600A0-7154-6AC3-B00F-48FABE88D2F4}"/>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02075" y="4559655"/>
            <a:ext cx="494092" cy="494092"/>
          </a:xfrm>
          <a:prstGeom prst="rect">
            <a:avLst/>
          </a:prstGeom>
        </p:spPr>
      </p:pic>
      <p:sp>
        <p:nvSpPr>
          <p:cNvPr id="93" name="TextBox 92">
            <a:extLst>
              <a:ext uri="{FF2B5EF4-FFF2-40B4-BE49-F238E27FC236}">
                <a16:creationId xmlns:a16="http://schemas.microsoft.com/office/drawing/2014/main" id="{DB127381-7F3D-A7E4-03CB-3F8D724E8118}"/>
              </a:ext>
            </a:extLst>
          </p:cNvPr>
          <p:cNvSpPr txBox="1"/>
          <p:nvPr userDrawn="1"/>
        </p:nvSpPr>
        <p:spPr>
          <a:xfrm>
            <a:off x="530680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SOCCER</a:t>
            </a:r>
          </a:p>
        </p:txBody>
      </p:sp>
      <p:pic>
        <p:nvPicPr>
          <p:cNvPr id="118" name="Graphic 117" descr="megaphone with needle icon">
            <a:extLst>
              <a:ext uri="{FF2B5EF4-FFF2-40B4-BE49-F238E27FC236}">
                <a16:creationId xmlns:a16="http://schemas.microsoft.com/office/drawing/2014/main" id="{61EEF6BE-D46E-1E4D-578D-2ACC0EAD63F7}"/>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6397021" y="4522790"/>
            <a:ext cx="524387" cy="540774"/>
          </a:xfrm>
          <a:prstGeom prst="rect">
            <a:avLst/>
          </a:prstGeom>
        </p:spPr>
      </p:pic>
      <p:sp>
        <p:nvSpPr>
          <p:cNvPr id="96" name="TextBox 95">
            <a:extLst>
              <a:ext uri="{FF2B5EF4-FFF2-40B4-BE49-F238E27FC236}">
                <a16:creationId xmlns:a16="http://schemas.microsoft.com/office/drawing/2014/main" id="{3806BF95-053C-096D-A2C3-F65E41DB2B31}"/>
              </a:ext>
            </a:extLst>
          </p:cNvPr>
          <p:cNvSpPr txBox="1"/>
          <p:nvPr userDrawn="1"/>
        </p:nvSpPr>
        <p:spPr>
          <a:xfrm>
            <a:off x="6150582" y="5113434"/>
            <a:ext cx="868827" cy="307777"/>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 ANNOUNCEMENT</a:t>
            </a:r>
          </a:p>
        </p:txBody>
      </p:sp>
      <p:pic>
        <p:nvPicPr>
          <p:cNvPr id="119" name="Graphic 118" descr="checkmark with virus icon">
            <a:extLst>
              <a:ext uri="{FF2B5EF4-FFF2-40B4-BE49-F238E27FC236}">
                <a16:creationId xmlns:a16="http://schemas.microsoft.com/office/drawing/2014/main" id="{B4B322A9-465B-584A-3506-A4B0E6404F53}"/>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7263202" y="4530984"/>
            <a:ext cx="540774" cy="524387"/>
          </a:xfrm>
          <a:prstGeom prst="rect">
            <a:avLst/>
          </a:prstGeom>
        </p:spPr>
      </p:pic>
      <p:sp>
        <p:nvSpPr>
          <p:cNvPr id="97" name="TextBox 96">
            <a:extLst>
              <a:ext uri="{FF2B5EF4-FFF2-40B4-BE49-F238E27FC236}">
                <a16:creationId xmlns:a16="http://schemas.microsoft.com/office/drawing/2014/main" id="{9036B996-4794-2D3B-FD1B-162F2EFC6895}"/>
              </a:ext>
            </a:extLst>
          </p:cNvPr>
          <p:cNvSpPr txBox="1"/>
          <p:nvPr userDrawn="1"/>
        </p:nvSpPr>
        <p:spPr>
          <a:xfrm>
            <a:off x="7167927"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VACCINATION</a:t>
            </a:r>
          </a:p>
        </p:txBody>
      </p:sp>
      <p:pic>
        <p:nvPicPr>
          <p:cNvPr id="122" name="Graphic 121" descr="hands holding lotus flower">
            <a:extLst>
              <a:ext uri="{FF2B5EF4-FFF2-40B4-BE49-F238E27FC236}">
                <a16:creationId xmlns:a16="http://schemas.microsoft.com/office/drawing/2014/main" id="{D2F367A3-CD79-9585-22D3-C6E04F73857B}"/>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8180902" y="4530984"/>
            <a:ext cx="540774" cy="540774"/>
          </a:xfrm>
          <a:prstGeom prst="rect">
            <a:avLst/>
          </a:prstGeom>
        </p:spPr>
      </p:pic>
      <p:sp>
        <p:nvSpPr>
          <p:cNvPr id="98" name="TextBox 97">
            <a:extLst>
              <a:ext uri="{FF2B5EF4-FFF2-40B4-BE49-F238E27FC236}">
                <a16:creationId xmlns:a16="http://schemas.microsoft.com/office/drawing/2014/main" id="{3B031A99-C180-7D42-2126-F5E875C58A2C}"/>
              </a:ext>
            </a:extLst>
          </p:cNvPr>
          <p:cNvSpPr txBox="1"/>
          <p:nvPr userDrawn="1"/>
        </p:nvSpPr>
        <p:spPr>
          <a:xfrm>
            <a:off x="8103728"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WELLNESS</a:t>
            </a:r>
          </a:p>
        </p:txBody>
      </p:sp>
      <p:pic>
        <p:nvPicPr>
          <p:cNvPr id="124" name="Graphic 123" descr="person sitting cross legged">
            <a:extLst>
              <a:ext uri="{FF2B5EF4-FFF2-40B4-BE49-F238E27FC236}">
                <a16:creationId xmlns:a16="http://schemas.microsoft.com/office/drawing/2014/main" id="{A23F947D-728D-CD86-3F2D-E24ECA770EB7}"/>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9175848" y="4540804"/>
            <a:ext cx="508000" cy="491613"/>
          </a:xfrm>
          <a:prstGeom prst="rect">
            <a:avLst/>
          </a:prstGeom>
        </p:spPr>
      </p:pic>
      <p:sp>
        <p:nvSpPr>
          <p:cNvPr id="99" name="TextBox 98">
            <a:extLst>
              <a:ext uri="{FF2B5EF4-FFF2-40B4-BE49-F238E27FC236}">
                <a16:creationId xmlns:a16="http://schemas.microsoft.com/office/drawing/2014/main" id="{F1E4726A-FF8D-83EF-4E1A-A5ED742958DB}"/>
              </a:ext>
            </a:extLst>
          </p:cNvPr>
          <p:cNvSpPr txBox="1"/>
          <p:nvPr userDrawn="1"/>
        </p:nvSpPr>
        <p:spPr>
          <a:xfrm>
            <a:off x="9036980" y="5113434"/>
            <a:ext cx="731324" cy="200055"/>
          </a:xfrm>
          <a:prstGeom prst="rect">
            <a:avLst/>
          </a:prstGeom>
          <a:noFill/>
        </p:spPr>
        <p:txBody>
          <a:bodyPr wrap="square" rtlCol="0">
            <a:spAutoFit/>
          </a:bodyPr>
          <a:lstStyle/>
          <a:p>
            <a:pPr algn="ctr"/>
            <a:r>
              <a:rPr lang="en-US" sz="700">
                <a:solidFill>
                  <a:schemeClr val="tx1"/>
                </a:solidFill>
                <a:latin typeface="Franklin Gothic Book" panose="020B0503020102020204" pitchFamily="34" charset="0"/>
              </a:rPr>
              <a:t>YOGA</a:t>
            </a:r>
          </a:p>
        </p:txBody>
      </p:sp>
    </p:spTree>
    <p:extLst>
      <p:ext uri="{BB962C8B-B14F-4D97-AF65-F5344CB8AC3E}">
        <p14:creationId xmlns:p14="http://schemas.microsoft.com/office/powerpoint/2010/main" val="25116046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slideLayout" Target="../slideLayouts/slideLayout90.xml"/><Relationship Id="rId50" Type="http://schemas.openxmlformats.org/officeDocument/2006/relationships/slideLayout" Target="../slideLayouts/slideLayout93.xml"/><Relationship Id="rId55" Type="http://schemas.openxmlformats.org/officeDocument/2006/relationships/slideLayout" Target="../slideLayouts/slideLayout98.xml"/><Relationship Id="rId63" Type="http://schemas.openxmlformats.org/officeDocument/2006/relationships/theme" Target="../theme/theme2.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slideLayout" Target="../slideLayouts/slideLayout88.xml"/><Relationship Id="rId53" Type="http://schemas.openxmlformats.org/officeDocument/2006/relationships/slideLayout" Target="../slideLayouts/slideLayout96.xml"/><Relationship Id="rId58" Type="http://schemas.openxmlformats.org/officeDocument/2006/relationships/slideLayout" Target="../slideLayouts/slideLayout101.xml"/><Relationship Id="rId5" Type="http://schemas.openxmlformats.org/officeDocument/2006/relationships/slideLayout" Target="../slideLayouts/slideLayout48.xml"/><Relationship Id="rId61" Type="http://schemas.openxmlformats.org/officeDocument/2006/relationships/slideLayout" Target="../slideLayouts/slideLayout104.xml"/><Relationship Id="rId19" Type="http://schemas.openxmlformats.org/officeDocument/2006/relationships/slideLayout" Target="../slideLayouts/slideLayout6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48" Type="http://schemas.openxmlformats.org/officeDocument/2006/relationships/slideLayout" Target="../slideLayouts/slideLayout91.xml"/><Relationship Id="rId56" Type="http://schemas.openxmlformats.org/officeDocument/2006/relationships/slideLayout" Target="../slideLayouts/slideLayout99.xml"/><Relationship Id="rId8" Type="http://schemas.openxmlformats.org/officeDocument/2006/relationships/slideLayout" Target="../slideLayouts/slideLayout51.xml"/><Relationship Id="rId51" Type="http://schemas.openxmlformats.org/officeDocument/2006/relationships/slideLayout" Target="../slideLayouts/slideLayout94.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slideLayout" Target="../slideLayouts/slideLayout89.xml"/><Relationship Id="rId59" Type="http://schemas.openxmlformats.org/officeDocument/2006/relationships/slideLayout" Target="../slideLayouts/slideLayout102.xml"/><Relationship Id="rId20" Type="http://schemas.openxmlformats.org/officeDocument/2006/relationships/slideLayout" Target="../slideLayouts/slideLayout63.xml"/><Relationship Id="rId41" Type="http://schemas.openxmlformats.org/officeDocument/2006/relationships/slideLayout" Target="../slideLayouts/slideLayout84.xml"/><Relationship Id="rId54" Type="http://schemas.openxmlformats.org/officeDocument/2006/relationships/slideLayout" Target="../slideLayouts/slideLayout97.xml"/><Relationship Id="rId62" Type="http://schemas.openxmlformats.org/officeDocument/2006/relationships/slideLayout" Target="../slideLayouts/slideLayout10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49" Type="http://schemas.openxmlformats.org/officeDocument/2006/relationships/slideLayout" Target="../slideLayouts/slideLayout92.xml"/><Relationship Id="rId57" Type="http://schemas.openxmlformats.org/officeDocument/2006/relationships/slideLayout" Target="../slideLayouts/slideLayout100.xml"/><Relationship Id="rId10" Type="http://schemas.openxmlformats.org/officeDocument/2006/relationships/slideLayout" Target="../slideLayouts/slideLayout53.xml"/><Relationship Id="rId31" Type="http://schemas.openxmlformats.org/officeDocument/2006/relationships/slideLayout" Target="../slideLayouts/slideLayout74.xml"/><Relationship Id="rId44" Type="http://schemas.openxmlformats.org/officeDocument/2006/relationships/slideLayout" Target="../slideLayouts/slideLayout87.xml"/><Relationship Id="rId52" Type="http://schemas.openxmlformats.org/officeDocument/2006/relationships/slideLayout" Target="../slideLayouts/slideLayout95.xml"/><Relationship Id="rId60" Type="http://schemas.openxmlformats.org/officeDocument/2006/relationships/slideLayout" Target="../slideLayouts/slideLayout10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theme" Target="../theme/theme3.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18" Type="http://schemas.openxmlformats.org/officeDocument/2006/relationships/theme" Target="../theme/theme4.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theme" Target="../theme/theme5.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53.xml"/><Relationship Id="rId2" Type="http://schemas.openxmlformats.org/officeDocument/2006/relationships/slideLayout" Target="../slideLayouts/slideLayout152.xml"/><Relationship Id="rId1" Type="http://schemas.openxmlformats.org/officeDocument/2006/relationships/slideLayout" Target="../slideLayouts/slideLayout151.xml"/><Relationship Id="rId5" Type="http://schemas.openxmlformats.org/officeDocument/2006/relationships/theme" Target="../theme/theme6.xml"/><Relationship Id="rId4" Type="http://schemas.openxmlformats.org/officeDocument/2006/relationships/slideLayout" Target="../slideLayouts/slideLayout1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Title, Section Dividers, TOC, Agenda, and Objective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8EFA22CE-7BF2-D276-4C17-CFAF735456C4}"/>
              </a:ext>
              <a:ext uri="{C183D7F6-B498-43B3-948B-1728B52AA6E4}">
                <adec:decorative xmlns:adec="http://schemas.microsoft.com/office/drawing/2017/decorative" val="0"/>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b="0">
                <a:solidFill>
                  <a:schemeClr val="tx2"/>
                </a:solidFill>
                <a:latin typeface="Franklin Gothic Medium" panose="020B0603020102020204" pitchFamily="34" charset="0"/>
              </a:defRPr>
            </a:lvl1pPr>
          </a:lstStyle>
          <a:p>
            <a:fld id="{D8A2C408-B81B-2B46-8E07-E8C90CA0DDF6}" type="slidenum">
              <a:rPr lang="en-US" smtClean="0"/>
              <a:pPr/>
              <a:t>‹#›</a:t>
            </a:fld>
            <a:endParaRPr lang="en-US" dirty="0"/>
          </a:p>
        </p:txBody>
      </p:sp>
    </p:spTree>
    <p:extLst>
      <p:ext uri="{BB962C8B-B14F-4D97-AF65-F5344CB8AC3E}">
        <p14:creationId xmlns:p14="http://schemas.microsoft.com/office/powerpoint/2010/main" val="191683191"/>
      </p:ext>
    </p:extLst>
  </p:cSld>
  <p:clrMap bg1="lt1" tx1="dk1" bg2="lt2" tx2="dk2" accent1="accent1" accent2="accent2" accent3="accent3" accent4="accent4" accent5="accent5" accent6="accent6" hlink="hlink" folHlink="folHlink"/>
  <p:sldLayoutIdLst>
    <p:sldLayoutId id="2147483926" r:id="rId1"/>
    <p:sldLayoutId id="2147483850" r:id="rId2"/>
    <p:sldLayoutId id="2147483852" r:id="rId3"/>
    <p:sldLayoutId id="2147483925" r:id="rId4"/>
    <p:sldLayoutId id="2147483853" r:id="rId5"/>
    <p:sldLayoutId id="2147484031" r:id="rId6"/>
    <p:sldLayoutId id="2147484032" r:id="rId7"/>
    <p:sldLayoutId id="2147484012" r:id="rId8"/>
    <p:sldLayoutId id="2147484013" r:id="rId9"/>
    <p:sldLayoutId id="2147484014" r:id="rId10"/>
    <p:sldLayoutId id="2147484006" r:id="rId11"/>
    <p:sldLayoutId id="2147484005" r:id="rId12"/>
    <p:sldLayoutId id="2147484007" r:id="rId13"/>
    <p:sldLayoutId id="2147483937" r:id="rId14"/>
    <p:sldLayoutId id="2147483856" r:id="rId15"/>
    <p:sldLayoutId id="2147483855" r:id="rId16"/>
    <p:sldLayoutId id="2147483857" r:id="rId17"/>
    <p:sldLayoutId id="2147483851" r:id="rId18"/>
    <p:sldLayoutId id="2147483998" r:id="rId19"/>
    <p:sldLayoutId id="2147484000" r:id="rId20"/>
    <p:sldLayoutId id="2147484002" r:id="rId21"/>
    <p:sldLayoutId id="2147484004" r:id="rId22"/>
    <p:sldLayoutId id="2147484009" r:id="rId23"/>
    <p:sldLayoutId id="2147484008" r:id="rId24"/>
    <p:sldLayoutId id="2147484010" r:id="rId25"/>
    <p:sldLayoutId id="2147484011" r:id="rId26"/>
    <p:sldLayoutId id="2147483997" r:id="rId27"/>
    <p:sldLayoutId id="2147483999" r:id="rId28"/>
    <p:sldLayoutId id="2147484001" r:id="rId29"/>
    <p:sldLayoutId id="2147484003" r:id="rId30"/>
    <p:sldLayoutId id="2147483966" r:id="rId31"/>
    <p:sldLayoutId id="2147483860" r:id="rId32"/>
    <p:sldLayoutId id="2147484053" r:id="rId33"/>
    <p:sldLayoutId id="2147484054" r:id="rId34"/>
    <p:sldLayoutId id="2147483967" r:id="rId35"/>
    <p:sldLayoutId id="2147483858" r:id="rId36"/>
    <p:sldLayoutId id="2147483861" r:id="rId37"/>
    <p:sldLayoutId id="2147483968" r:id="rId38"/>
    <p:sldLayoutId id="2147483864" r:id="rId39"/>
    <p:sldLayoutId id="2147483865" r:id="rId40"/>
    <p:sldLayoutId id="2147483866" r:id="rId41"/>
    <p:sldLayoutId id="2147483969" r:id="rId42"/>
    <p:sldLayoutId id="2147483970" r:id="rId43"/>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051560" indent="-13716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508760" indent="-13716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1965960" indent="-13716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Text, Image, Leadership, Team, &amp; Graphics—</a:t>
            </a:r>
            <a:br>
              <a:rPr lang="en-US" dirty="0"/>
            </a:br>
            <a:r>
              <a:rPr lang="en-US" dirty="0"/>
              <a:t>Charts, Tables, Timelines, Media, Infographics, and Stats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36576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D1C1DE17-1FC0-FD41-86D4-67A8F6250223}" type="slidenum">
              <a:rPr lang="en-US" smtClean="0"/>
              <a:pPr/>
              <a:t>‹#›</a:t>
            </a:fld>
            <a:endParaRPr lang="en-US" dirty="0"/>
          </a:p>
        </p:txBody>
      </p:sp>
    </p:spTree>
    <p:extLst>
      <p:ext uri="{BB962C8B-B14F-4D97-AF65-F5344CB8AC3E}">
        <p14:creationId xmlns:p14="http://schemas.microsoft.com/office/powerpoint/2010/main" val="3124953352"/>
      </p:ext>
    </p:extLst>
  </p:cSld>
  <p:clrMap bg1="lt1" tx1="dk1" bg2="lt2" tx2="dk2" accent1="accent1" accent2="accent2" accent3="accent3" accent4="accent4" accent5="accent5" accent6="accent6" hlink="hlink" folHlink="folHlink"/>
  <p:sldLayoutIdLst>
    <p:sldLayoutId id="2147483889" r:id="rId1"/>
    <p:sldLayoutId id="2147483891" r:id="rId2"/>
    <p:sldLayoutId id="2147483890" r:id="rId3"/>
    <p:sldLayoutId id="2147483895" r:id="rId4"/>
    <p:sldLayoutId id="2147483985" r:id="rId5"/>
    <p:sldLayoutId id="2147483986" r:id="rId6"/>
    <p:sldLayoutId id="2147483934" r:id="rId7"/>
    <p:sldLayoutId id="2147483987" r:id="rId8"/>
    <p:sldLayoutId id="2147483988" r:id="rId9"/>
    <p:sldLayoutId id="2147483935" r:id="rId10"/>
    <p:sldLayoutId id="2147483936" r:id="rId11"/>
    <p:sldLayoutId id="2147483896" r:id="rId12"/>
    <p:sldLayoutId id="2147483888" r:id="rId13"/>
    <p:sldLayoutId id="2147483868" r:id="rId14"/>
    <p:sldLayoutId id="2147483972" r:id="rId15"/>
    <p:sldLayoutId id="2147483870" r:id="rId16"/>
    <p:sldLayoutId id="2147483871" r:id="rId17"/>
    <p:sldLayoutId id="2147483973" r:id="rId18"/>
    <p:sldLayoutId id="2147483872" r:id="rId19"/>
    <p:sldLayoutId id="2147483974" r:id="rId20"/>
    <p:sldLayoutId id="2147483975" r:id="rId21"/>
    <p:sldLayoutId id="2147483894" r:id="rId22"/>
    <p:sldLayoutId id="2147483977" r:id="rId23"/>
    <p:sldLayoutId id="2147483976" r:id="rId24"/>
    <p:sldLayoutId id="2147483902" r:id="rId25"/>
    <p:sldLayoutId id="2147484024" r:id="rId26"/>
    <p:sldLayoutId id="2147483901" r:id="rId27"/>
    <p:sldLayoutId id="2147484025" r:id="rId28"/>
    <p:sldLayoutId id="2147483931" r:id="rId29"/>
    <p:sldLayoutId id="2147483932" r:id="rId30"/>
    <p:sldLayoutId id="2147483933" r:id="rId31"/>
    <p:sldLayoutId id="2147484028" r:id="rId32"/>
    <p:sldLayoutId id="2147484029" r:id="rId33"/>
    <p:sldLayoutId id="2147484030" r:id="rId34"/>
    <p:sldLayoutId id="2147483990" r:id="rId35"/>
    <p:sldLayoutId id="2147484026" r:id="rId36"/>
    <p:sldLayoutId id="2147483989" r:id="rId37"/>
    <p:sldLayoutId id="2147484027" r:id="rId38"/>
    <p:sldLayoutId id="2147483904" r:id="rId39"/>
    <p:sldLayoutId id="2147483982" r:id="rId40"/>
    <p:sldLayoutId id="2147483905" r:id="rId41"/>
    <p:sldLayoutId id="2147483981" r:id="rId42"/>
    <p:sldLayoutId id="2147483906" r:id="rId43"/>
    <p:sldLayoutId id="2147483908" r:id="rId44"/>
    <p:sldLayoutId id="2147483909" r:id="rId45"/>
    <p:sldLayoutId id="2147483907" r:id="rId46"/>
    <p:sldLayoutId id="2147483910" r:id="rId47"/>
    <p:sldLayoutId id="2147483911" r:id="rId48"/>
    <p:sldLayoutId id="2147483912" r:id="rId49"/>
    <p:sldLayoutId id="2147483978" r:id="rId50"/>
    <p:sldLayoutId id="2147483913" r:id="rId51"/>
    <p:sldLayoutId id="2147483991" r:id="rId52"/>
    <p:sldLayoutId id="2147484019" r:id="rId53"/>
    <p:sldLayoutId id="2147484033" r:id="rId54"/>
    <p:sldLayoutId id="2147483914" r:id="rId55"/>
    <p:sldLayoutId id="2147483980" r:id="rId56"/>
    <p:sldLayoutId id="2147483915" r:id="rId57"/>
    <p:sldLayoutId id="2147483916" r:id="rId58"/>
    <p:sldLayoutId id="2147483917" r:id="rId59"/>
    <p:sldLayoutId id="2147483919" r:id="rId60"/>
    <p:sldLayoutId id="2147483918" r:id="rId61"/>
    <p:sldLayoutId id="2147483920" r:id="rId62"/>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Executive Summary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321040" y="6400800"/>
            <a:ext cx="310896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A2ED4C17-5099-5B49-876F-5657BF3D7D52}" type="slidenum">
              <a:rPr lang="en-US" sz="1200" b="0" i="0" kern="1200" smtClean="0">
                <a:solidFill>
                  <a:schemeClr val="tx2"/>
                </a:solidFill>
                <a:effectLst/>
                <a:latin typeface="Franklin Gothic Medium" panose="020B0603020102020204" pitchFamily="34" charset="0"/>
                <a:ea typeface="+mn-ea"/>
                <a:cs typeface="+mn-cs"/>
              </a:rPr>
              <a:pPr/>
              <a:t>‹#›</a:t>
            </a:fld>
            <a:endParaRPr lang="en-US" sz="1200" b="0" i="0" kern="1200" dirty="0">
              <a:solidFill>
                <a:schemeClr val="accent1"/>
              </a:solidFill>
              <a:effectLst/>
              <a:latin typeface="Franklin Gothic Medium" panose="020B0603020102020204" pitchFamily="34" charset="0"/>
              <a:ea typeface="+mn-ea"/>
              <a:cs typeface="+mn-cs"/>
            </a:endParaRPr>
          </a:p>
        </p:txBody>
      </p:sp>
    </p:spTree>
    <p:extLst>
      <p:ext uri="{BB962C8B-B14F-4D97-AF65-F5344CB8AC3E}">
        <p14:creationId xmlns:p14="http://schemas.microsoft.com/office/powerpoint/2010/main" val="173135245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5" r:id="rId3"/>
    <p:sldLayoutId id="2147483962" r:id="rId4"/>
    <p:sldLayoutId id="2147483963" r:id="rId5"/>
    <p:sldLayoutId id="2147483961" r:id="rId6"/>
    <p:sldLayoutId id="2147483964" r:id="rId7"/>
    <p:sldLayoutId id="2147483965" r:id="rId8"/>
    <p:sldLayoutId id="2147484016" r:id="rId9"/>
    <p:sldLayoutId id="2147484015" r:id="rId10"/>
    <p:sldLayoutId id="2147484017" r:id="rId11"/>
    <p:sldLayoutId id="2147484018" r:id="rId12"/>
    <p:sldLayoutId id="2147484020" r:id="rId13"/>
    <p:sldLayoutId id="2147484021" r:id="rId14"/>
    <p:sldLayoutId id="2147484022" r:id="rId15"/>
    <p:sldLayoutId id="2147484023" r:id="rId16"/>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78E6B-AA6C-B816-C7B4-233C897DE83C}"/>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Quotes</a:t>
            </a:r>
          </a:p>
        </p:txBody>
      </p:sp>
      <p:sp>
        <p:nvSpPr>
          <p:cNvPr id="3" name="Text Placeholder 2">
            <a:extLst>
              <a:ext uri="{FF2B5EF4-FFF2-40B4-BE49-F238E27FC236}">
                <a16:creationId xmlns:a16="http://schemas.microsoft.com/office/drawing/2014/main" id="{B6CC4E3F-DF2A-9F7E-8296-884F43FD6911}"/>
              </a:ext>
            </a:extLst>
          </p:cNvPr>
          <p:cNvSpPr>
            <a:spLocks noGrp="1"/>
          </p:cNvSpPr>
          <p:nvPr>
            <p:ph type="body" idx="1"/>
          </p:nvPr>
        </p:nvSpPr>
        <p:spPr>
          <a:xfrm>
            <a:off x="731520" y="1212215"/>
            <a:ext cx="10698480" cy="5029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A41E79E-6D3B-AC72-65B8-6D132CC6139E}"/>
              </a:ext>
            </a:extLst>
          </p:cNvPr>
          <p:cNvSpPr>
            <a:spLocks noGrp="1"/>
          </p:cNvSpPr>
          <p:nvPr>
            <p:ph type="sldNum" sz="quarter" idx="4"/>
          </p:nvPr>
        </p:nvSpPr>
        <p:spPr>
          <a:xfrm>
            <a:off x="8702040" y="6356350"/>
            <a:ext cx="2743200" cy="365125"/>
          </a:xfrm>
          <a:prstGeom prst="rect">
            <a:avLst/>
          </a:prstGeom>
        </p:spPr>
        <p:txBody>
          <a:bodyPr vert="horz" lIns="0" tIns="0" rIns="0" bIns="0" rtlCol="0" anchor="ctr"/>
          <a:lstStyle>
            <a:lvl1pPr algn="r">
              <a:defRPr sz="1200">
                <a:solidFill>
                  <a:schemeClr val="tx2"/>
                </a:solidFill>
              </a:defRPr>
            </a:lvl1pPr>
          </a:lstStyle>
          <a:p>
            <a:fld id="{0122C912-3CD7-574B-85B8-A405DAADDEAF}" type="slidenum">
              <a:rPr lang="en-US" smtClean="0"/>
              <a:pPr/>
              <a:t>‹#›</a:t>
            </a:fld>
            <a:endParaRPr lang="en-US" dirty="0"/>
          </a:p>
        </p:txBody>
      </p:sp>
    </p:spTree>
    <p:extLst>
      <p:ext uri="{BB962C8B-B14F-4D97-AF65-F5344CB8AC3E}">
        <p14:creationId xmlns:p14="http://schemas.microsoft.com/office/powerpoint/2010/main" val="272479872"/>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 id="2147484048" r:id="rId13"/>
    <p:sldLayoutId id="2147484049" r:id="rId14"/>
    <p:sldLayoutId id="2147484050" r:id="rId15"/>
    <p:sldLayoutId id="2147484051" r:id="rId16"/>
    <p:sldLayoutId id="2147484052" r:id="rId17"/>
  </p:sldLayoutIdLst>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dirty="0"/>
              <a:t>Questions, Thank You, Contact, and Exit Slides</a:t>
            </a:r>
          </a:p>
        </p:txBody>
      </p:sp>
      <p:sp>
        <p:nvSpPr>
          <p:cNvPr id="3" name="Text Placeholder 2">
            <a:extLst>
              <a:ext uri="{FF2B5EF4-FFF2-40B4-BE49-F238E27FC236}">
                <a16:creationId xmlns:a16="http://schemas.microsoft.com/office/drawing/2014/main" id="{88E34DD2-A679-9533-B01E-879124144543}"/>
              </a:ext>
            </a:extLst>
          </p:cNvPr>
          <p:cNvSpPr>
            <a:spLocks noGrp="1"/>
          </p:cNvSpPr>
          <p:nvPr>
            <p:ph type="body" idx="1"/>
          </p:nvPr>
        </p:nvSpPr>
        <p:spPr>
          <a:xfrm>
            <a:off x="731520" y="1188720"/>
            <a:ext cx="1069848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FA22CE-7BF2-D276-4C17-CFAF735456C4}"/>
              </a:ext>
            </a:extLst>
          </p:cNvPr>
          <p:cNvSpPr>
            <a:spLocks noGrp="1"/>
          </p:cNvSpPr>
          <p:nvPr>
            <p:ph type="sldNum" sz="quarter" idx="4"/>
          </p:nvPr>
        </p:nvSpPr>
        <p:spPr>
          <a:xfrm>
            <a:off x="8229600" y="6400800"/>
            <a:ext cx="3200400" cy="274320"/>
          </a:xfrm>
          <a:prstGeom prst="rect">
            <a:avLst/>
          </a:prstGeom>
        </p:spPr>
        <p:txBody>
          <a:bodyPr vert="horz" lIns="0" tIns="0" rIns="0" bIns="0" rtlCol="0" anchor="ctr"/>
          <a:lstStyle>
            <a:lvl1pPr algn="r">
              <a:defRPr sz="1200">
                <a:solidFill>
                  <a:schemeClr val="tx2"/>
                </a:solidFill>
                <a:latin typeface="Franklin Gothic Medium" panose="020B0603020102020204" pitchFamily="34" charset="0"/>
              </a:defRPr>
            </a:lvl1pPr>
          </a:lstStyle>
          <a:p>
            <a:fld id="{6C7F7F5E-2826-7944-9B78-40940E6B4736}" type="slidenum">
              <a:rPr lang="en-US" smtClean="0"/>
              <a:pPr/>
              <a:t>‹#›</a:t>
            </a:fld>
            <a:endParaRPr lang="en-US" dirty="0"/>
          </a:p>
        </p:txBody>
      </p:sp>
    </p:spTree>
    <p:extLst>
      <p:ext uri="{BB962C8B-B14F-4D97-AF65-F5344CB8AC3E}">
        <p14:creationId xmlns:p14="http://schemas.microsoft.com/office/powerpoint/2010/main" val="13310962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92" r:id="rId5"/>
    <p:sldLayoutId id="2147483735" r:id="rId6"/>
    <p:sldLayoutId id="2147483983" r:id="rId7"/>
    <p:sldLayoutId id="2147483984" r:id="rId8"/>
    <p:sldLayoutId id="2147483765" r:id="rId9"/>
    <p:sldLayoutId id="2147483763" r:id="rId10"/>
    <p:sldLayoutId id="2147483762" r:id="rId11"/>
    <p:sldLayoutId id="2147483764" r:id="rId12"/>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60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5133D-F877-0E69-3444-21100E2ADA41}"/>
              </a:ext>
            </a:extLst>
          </p:cNvPr>
          <p:cNvSpPr>
            <a:spLocks noGrp="1"/>
          </p:cNvSpPr>
          <p:nvPr>
            <p:ph type="title"/>
          </p:nvPr>
        </p:nvSpPr>
        <p:spPr>
          <a:xfrm>
            <a:off x="731520" y="457200"/>
            <a:ext cx="10698480" cy="640080"/>
          </a:xfrm>
          <a:prstGeom prst="rect">
            <a:avLst/>
          </a:prstGeom>
        </p:spPr>
        <p:txBody>
          <a:bodyPr vert="horz" lIns="0" tIns="0" rIns="0" bIns="0" rtlCol="0" anchor="ctr">
            <a:normAutofit/>
          </a:bodyPr>
          <a:lstStyle/>
          <a:p>
            <a:r>
              <a:rPr lang="en-US"/>
              <a:t>Icons</a:t>
            </a:r>
          </a:p>
        </p:txBody>
      </p:sp>
    </p:spTree>
    <p:extLst>
      <p:ext uri="{BB962C8B-B14F-4D97-AF65-F5344CB8AC3E}">
        <p14:creationId xmlns:p14="http://schemas.microsoft.com/office/powerpoint/2010/main" val="53693525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Lst>
  <p:hf hdr="0" ftr="0" dt="0"/>
  <p:txStyles>
    <p:titleStyle>
      <a:lvl1pPr algn="l" defTabSz="914400" rtl="0" eaLnBrk="1" latinLnBrk="0" hangingPunct="1">
        <a:lnSpc>
          <a:spcPct val="90000"/>
        </a:lnSpc>
        <a:spcBef>
          <a:spcPct val="0"/>
        </a:spcBef>
        <a:buNone/>
        <a:defRPr sz="2800" b="1" i="0" kern="1200">
          <a:solidFill>
            <a:schemeClr val="tx2"/>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A9A47A"/>
        </a:buClr>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rgbClr val="A9A47A"/>
        </a:buClr>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rgbClr val="A9A47A"/>
        </a:buClr>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9A47A"/>
        </a:buClr>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hyperlink" Target="https://cpcc.sharepoint.com/sites/insd-cmpr/Shared%20Documents/Forms/AllItems.aspx?id=%2Fsites%2Finsd%2Dcmpr%2FShared%20Documents%2Fbranding%2FMarketing%5FADA%5FChecklist%5FGuide%2Epdf&amp;parent=%2Fsites%2Finsd%2Dcmpr%2FShared%20Documents%2Fbranding" TargetMode="External"/><Relationship Id="rId2" Type="http://schemas.openxmlformats.org/officeDocument/2006/relationships/hyperlink" Target="https://cpcc.sharepoint.com/sites/insd-branding/SiteAssets/Forms/AllItems.aspx?id=%2Fsites%2Finsd%2Dbranding%2FSiteAssets%2FSitePages%2FTopicHome%2FPowerPointAccessibilityGuide%2Epdf&amp;parent=%2Fsites%2Finsd%2Dbranding%2FSiteAssets%2FSitePages%2FTopicHome" TargetMode="Externa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hyperlink" Target="https://cpcc.sharepoint.com/sites/insd-cmpr/Shared%20Documents/Forms/AllItems.aspx?id=%2Fsites%2Finsd%2Dcmpr%2FShared%20Documents%2Fbranding%2FMarketing%5FADA%5FChecklist%5FGuide%2Epdf&amp;parent=%2Fsites%2Finsd%2Dcmpr%2FShared%20Documents%2Fbranding" TargetMode="External"/><Relationship Id="rId2" Type="http://schemas.openxmlformats.org/officeDocument/2006/relationships/hyperlink" Target="https://cpcc.sharepoint.com/sites/insd-branding/SiteAssets/Forms/AllItems.aspx?id=%2Fsites%2Finsd%2Dbranding%2FSiteAssets%2FSitePages%2FTopicHome%2FPowerPointAccessibilityGuide%2Epdf&amp;parent=%2Fsites%2Finsd%2Dbranding%2FSiteAssets%2FSitePages%2FTopicHome" TargetMode="Externa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8" Type="http://schemas.openxmlformats.org/officeDocument/2006/relationships/slide" Target="slide64.xml"/><Relationship Id="rId13" Type="http://schemas.openxmlformats.org/officeDocument/2006/relationships/image" Target="../media/image317.jpeg"/><Relationship Id="rId18" Type="http://schemas.openxmlformats.org/officeDocument/2006/relationships/slide" Target="slide119.xml"/><Relationship Id="rId3" Type="http://schemas.openxmlformats.org/officeDocument/2006/relationships/image" Target="../media/image312.jpeg"/><Relationship Id="rId21" Type="http://schemas.openxmlformats.org/officeDocument/2006/relationships/image" Target="../media/image321.jpeg"/><Relationship Id="rId7" Type="http://schemas.openxmlformats.org/officeDocument/2006/relationships/image" Target="../media/image314.jpeg"/><Relationship Id="rId12" Type="http://schemas.openxmlformats.org/officeDocument/2006/relationships/slide" Target="slide89.xml"/><Relationship Id="rId17" Type="http://schemas.openxmlformats.org/officeDocument/2006/relationships/image" Target="../media/image319.jpeg"/><Relationship Id="rId2" Type="http://schemas.openxmlformats.org/officeDocument/2006/relationships/slide" Target="slide14.xml"/><Relationship Id="rId16" Type="http://schemas.openxmlformats.org/officeDocument/2006/relationships/slide" Target="slide114.xml"/><Relationship Id="rId20" Type="http://schemas.openxmlformats.org/officeDocument/2006/relationships/slide" Target="slide129.xml"/><Relationship Id="rId1" Type="http://schemas.openxmlformats.org/officeDocument/2006/relationships/slideLayout" Target="../slideLayouts/slideLayout52.xml"/><Relationship Id="rId6" Type="http://schemas.openxmlformats.org/officeDocument/2006/relationships/slide" Target="slide42.xml"/><Relationship Id="rId11" Type="http://schemas.openxmlformats.org/officeDocument/2006/relationships/image" Target="../media/image316.jpeg"/><Relationship Id="rId5" Type="http://schemas.openxmlformats.org/officeDocument/2006/relationships/image" Target="../media/image313.jpeg"/><Relationship Id="rId15" Type="http://schemas.openxmlformats.org/officeDocument/2006/relationships/image" Target="../media/image318.jpeg"/><Relationship Id="rId10" Type="http://schemas.openxmlformats.org/officeDocument/2006/relationships/slide" Target="slide71.xml"/><Relationship Id="rId19" Type="http://schemas.openxmlformats.org/officeDocument/2006/relationships/image" Target="../media/image320.jpeg"/><Relationship Id="rId4" Type="http://schemas.openxmlformats.org/officeDocument/2006/relationships/slide" Target="slide28.xml"/><Relationship Id="rId9" Type="http://schemas.openxmlformats.org/officeDocument/2006/relationships/image" Target="../media/image315.jpeg"/><Relationship Id="rId14" Type="http://schemas.openxmlformats.org/officeDocument/2006/relationships/slide" Target="slide104.xml"/></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57.xml.rels><?xml version="1.0" encoding="UTF-8" standalone="yes"?>
<Relationships xmlns="http://schemas.openxmlformats.org/package/2006/relationships"><Relationship Id="rId2" Type="http://schemas.openxmlformats.org/officeDocument/2006/relationships/image" Target="../media/image322.jpg"/><Relationship Id="rId1" Type="http://schemas.openxmlformats.org/officeDocument/2006/relationships/slideLayout" Target="../slideLayouts/slideLayout7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9.xml.rels><?xml version="1.0" encoding="UTF-8" standalone="yes"?>
<Relationships xmlns="http://schemas.openxmlformats.org/package/2006/relationships"><Relationship Id="rId2" Type="http://schemas.openxmlformats.org/officeDocument/2006/relationships/image" Target="../media/image322.jpg"/><Relationship Id="rId1" Type="http://schemas.openxmlformats.org/officeDocument/2006/relationships/slideLayout" Target="../slideLayouts/slideLayout7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61.xml.rels><?xml version="1.0" encoding="UTF-8" standalone="yes"?>
<Relationships xmlns="http://schemas.openxmlformats.org/package/2006/relationships"><Relationship Id="rId3" Type="http://schemas.openxmlformats.org/officeDocument/2006/relationships/image" Target="../media/image322.jpg"/><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0.xml"/></Relationships>
</file>

<file path=ppt/slides/_rels/slide1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0.xml"/></Relationships>
</file>

<file path=ppt/slides/_rels/slide1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46.xml"/></Relationships>
</file>

<file path=ppt/slides/_rels/slide137.xml.rels><?xml version="1.0" encoding="UTF-8" standalone="yes"?>
<Relationships xmlns="http://schemas.openxmlformats.org/package/2006/relationships"><Relationship Id="rId8" Type="http://schemas.openxmlformats.org/officeDocument/2006/relationships/image" Target="../media/image327.png"/><Relationship Id="rId3" Type="http://schemas.openxmlformats.org/officeDocument/2006/relationships/image" Target="../media/image323.png"/><Relationship Id="rId7" Type="http://schemas.openxmlformats.org/officeDocument/2006/relationships/hyperlink" Target="https://www.cpcc.edu/" TargetMode="External"/><Relationship Id="rId2" Type="http://schemas.openxmlformats.org/officeDocument/2006/relationships/image" Target="../media/image4.emf"/><Relationship Id="rId1" Type="http://schemas.openxmlformats.org/officeDocument/2006/relationships/slideLayout" Target="../slideLayouts/slideLayout50.xml"/><Relationship Id="rId6" Type="http://schemas.openxmlformats.org/officeDocument/2006/relationships/image" Target="../media/image326.svg"/><Relationship Id="rId5" Type="http://schemas.openxmlformats.org/officeDocument/2006/relationships/image" Target="../media/image325.png"/><Relationship Id="rId4" Type="http://schemas.openxmlformats.org/officeDocument/2006/relationships/image" Target="../media/image324.svg"/><Relationship Id="rId9" Type="http://schemas.openxmlformats.org/officeDocument/2006/relationships/image" Target="../media/image328.svg"/></Relationships>
</file>

<file path=ppt/slides/_rels/slide138.xml.rels><?xml version="1.0" encoding="UTF-8" standalone="yes"?>
<Relationships xmlns="http://schemas.openxmlformats.org/package/2006/relationships"><Relationship Id="rId8" Type="http://schemas.openxmlformats.org/officeDocument/2006/relationships/hyperlink" Target="https://www.cpcc.edu/" TargetMode="External"/><Relationship Id="rId3" Type="http://schemas.openxmlformats.org/officeDocument/2006/relationships/image" Target="../media/image4.emf"/><Relationship Id="rId7" Type="http://schemas.openxmlformats.org/officeDocument/2006/relationships/image" Target="../media/image332.svg"/><Relationship Id="rId2" Type="http://schemas.openxmlformats.org/officeDocument/2006/relationships/notesSlide" Target="../notesSlides/notesSlide8.xml"/><Relationship Id="rId1" Type="http://schemas.openxmlformats.org/officeDocument/2006/relationships/slideLayout" Target="../slideLayouts/slideLayout53.xml"/><Relationship Id="rId6" Type="http://schemas.openxmlformats.org/officeDocument/2006/relationships/image" Target="../media/image331.png"/><Relationship Id="rId5" Type="http://schemas.openxmlformats.org/officeDocument/2006/relationships/image" Target="../media/image330.svg"/><Relationship Id="rId10" Type="http://schemas.openxmlformats.org/officeDocument/2006/relationships/image" Target="../media/image334.svg"/><Relationship Id="rId4" Type="http://schemas.openxmlformats.org/officeDocument/2006/relationships/image" Target="../media/image329.png"/><Relationship Id="rId9" Type="http://schemas.openxmlformats.org/officeDocument/2006/relationships/image" Target="../media/image333.png"/></Relationships>
</file>

<file path=ppt/slides/_rels/slide1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0.xml"/></Relationships>
</file>

<file path=ppt/slides/_rels/slide140.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628E8F6-93BD-C6CD-11B7-17035D494F8A}"/>
              </a:ext>
            </a:extLst>
          </p:cNvPr>
          <p:cNvSpPr>
            <a:spLocks noGrp="1"/>
          </p:cNvSpPr>
          <p:nvPr>
            <p:ph type="title"/>
          </p:nvPr>
        </p:nvSpPr>
        <p:spPr>
          <a:xfrm>
            <a:off x="731520" y="1463040"/>
            <a:ext cx="5577840" cy="3566160"/>
          </a:xfrm>
        </p:spPr>
        <p:txBody>
          <a:bodyPr/>
          <a:lstStyle/>
          <a:p>
            <a:r>
              <a:rPr lang="en-US" sz="5400" dirty="0" err="1"/>
              <a:t>grantMaster</a:t>
            </a:r>
            <a:br>
              <a:rPr lang="en-US" sz="5400" dirty="0"/>
            </a:br>
            <a:r>
              <a:rPr lang="en-US" sz="5400" dirty="0"/>
              <a:t>Code-A-Thon 2026 </a:t>
            </a:r>
            <a:br>
              <a:rPr lang="en-US" sz="5400" dirty="0"/>
            </a:br>
            <a:br>
              <a:rPr lang="en-US" sz="5400" dirty="0"/>
            </a:br>
            <a:br>
              <a:rPr lang="en-US" sz="2400" dirty="0"/>
            </a:br>
            <a:r>
              <a:rPr lang="en-US" sz="2400" dirty="0"/>
              <a:t>By: Code Miners Team</a:t>
            </a:r>
            <a:br>
              <a:rPr lang="en-US" sz="2400" dirty="0"/>
            </a:br>
            <a:r>
              <a:rPr lang="en-US" sz="2400" dirty="0"/>
              <a:t>Central Piedmont Community College</a:t>
            </a:r>
            <a:br>
              <a:rPr lang="en-US" sz="2400" dirty="0"/>
            </a:br>
            <a:br>
              <a:rPr lang="en-US" sz="5400" dirty="0"/>
            </a:br>
            <a:r>
              <a:rPr lang="en-US" sz="2400" dirty="0"/>
              <a:t>Maura Carter, David Diza, Zoe Ramirez, Jaime Delgado-Guzman</a:t>
            </a:r>
          </a:p>
        </p:txBody>
      </p:sp>
      <p:sp>
        <p:nvSpPr>
          <p:cNvPr id="2" name="Subtitle 1">
            <a:extLst>
              <a:ext uri="{FF2B5EF4-FFF2-40B4-BE49-F238E27FC236}">
                <a16:creationId xmlns:a16="http://schemas.microsoft.com/office/drawing/2014/main" id="{CA6FBED6-057C-0104-9C9B-9AC7A527085E}"/>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49347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5B92-7F85-01A6-A5B8-CFEB487A6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1DBC3-A79E-A69D-B930-E4ED303CF186}"/>
              </a:ext>
            </a:extLst>
          </p:cNvPr>
          <p:cNvSpPr>
            <a:spLocks noGrp="1"/>
          </p:cNvSpPr>
          <p:nvPr>
            <p:ph type="title"/>
          </p:nvPr>
        </p:nvSpPr>
        <p:spPr/>
        <p:txBody>
          <a:bodyPr>
            <a:normAutofit/>
          </a:bodyPr>
          <a:lstStyle/>
          <a:p>
            <a:r>
              <a:rPr lang="en-US" dirty="0">
                <a:latin typeface="Franklin Gothic Demi"/>
              </a:rPr>
              <a:t>Table of Contents</a:t>
            </a:r>
            <a:endParaRPr lang="en-US" dirty="0"/>
          </a:p>
        </p:txBody>
      </p:sp>
      <p:sp>
        <p:nvSpPr>
          <p:cNvPr id="3" name="Content Placeholder 2">
            <a:extLst>
              <a:ext uri="{FF2B5EF4-FFF2-40B4-BE49-F238E27FC236}">
                <a16:creationId xmlns:a16="http://schemas.microsoft.com/office/drawing/2014/main" id="{A8F7103F-1172-3948-D2A2-24AE43D48E62}"/>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2800" b="1" dirty="0">
                <a:latin typeface="Franklin Gothic Book"/>
              </a:rPr>
              <a:t>Leadership &amp; Team</a:t>
            </a:r>
          </a:p>
          <a:p>
            <a:pPr marL="182880" indent="-182880">
              <a:lnSpc>
                <a:spcPct val="95000"/>
              </a:lnSpc>
            </a:pPr>
            <a:r>
              <a:rPr lang="en-US" sz="2800" b="1" dirty="0">
                <a:latin typeface="Franklin Gothic Book"/>
              </a:rPr>
              <a:t>Executive Summary/Problem</a:t>
            </a:r>
          </a:p>
          <a:p>
            <a:pPr marL="182880" indent="-182880">
              <a:lnSpc>
                <a:spcPct val="95000"/>
              </a:lnSpc>
            </a:pPr>
            <a:r>
              <a:rPr lang="en-US" sz="2800" b="1" dirty="0">
                <a:latin typeface="Franklin Gothic Book"/>
              </a:rPr>
              <a:t>S-Curve/Process and Steps </a:t>
            </a:r>
          </a:p>
          <a:p>
            <a:pPr marL="182880" indent="-182880">
              <a:lnSpc>
                <a:spcPct val="95000"/>
              </a:lnSpc>
            </a:pPr>
            <a:r>
              <a:rPr lang="en-US" sz="2800" b="1" dirty="0">
                <a:latin typeface="Franklin Gothic Book"/>
              </a:rPr>
              <a:t>Solution</a:t>
            </a:r>
          </a:p>
          <a:p>
            <a:pPr marL="640080" lvl="1" indent="-182880">
              <a:lnSpc>
                <a:spcPct val="95000"/>
              </a:lnSpc>
            </a:pPr>
            <a:r>
              <a:rPr lang="en-US" sz="2000" b="1" dirty="0">
                <a:latin typeface="Franklin Gothic Book"/>
              </a:rPr>
              <a:t>Explanation of the </a:t>
            </a:r>
            <a:r>
              <a:rPr lang="en-US" sz="2000" b="1" dirty="0" err="1">
                <a:latin typeface="Franklin Gothic Book"/>
              </a:rPr>
              <a:t>grantMaster</a:t>
            </a:r>
            <a:r>
              <a:rPr lang="en-US" sz="2000" b="1" dirty="0">
                <a:latin typeface="Franklin Gothic Book"/>
              </a:rPr>
              <a:t> tool</a:t>
            </a:r>
          </a:p>
          <a:p>
            <a:pPr marL="182880" indent="-182880">
              <a:lnSpc>
                <a:spcPct val="95000"/>
              </a:lnSpc>
            </a:pPr>
            <a:r>
              <a:rPr lang="en-US" sz="2800" b="1" dirty="0">
                <a:latin typeface="Franklin Gothic Book"/>
              </a:rPr>
              <a:t>Timeline/Flowchart</a:t>
            </a:r>
          </a:p>
          <a:p>
            <a:pPr marL="182880" indent="-182880">
              <a:lnSpc>
                <a:spcPct val="95000"/>
              </a:lnSpc>
            </a:pPr>
            <a:r>
              <a:rPr lang="en-US" sz="2800" b="1" dirty="0">
                <a:latin typeface="Franklin Gothic Book"/>
              </a:rPr>
              <a:t>Charts/Tables/Output Images</a:t>
            </a:r>
          </a:p>
          <a:p>
            <a:pPr marL="182880" indent="-182880">
              <a:lnSpc>
                <a:spcPct val="95000"/>
              </a:lnSpc>
            </a:pPr>
            <a:r>
              <a:rPr lang="en-US" sz="2800" b="1" dirty="0">
                <a:latin typeface="Franklin Gothic Book"/>
              </a:rPr>
              <a:t>Thank you &amp; Contact Information</a:t>
            </a:r>
          </a:p>
          <a:p>
            <a:pPr marL="182880" indent="-182880">
              <a:lnSpc>
                <a:spcPct val="95000"/>
              </a:lnSpc>
            </a:pPr>
            <a:endParaRPr lang="en-US" sz="1800" dirty="0">
              <a:latin typeface="Franklin Gothic Book"/>
            </a:endParaRPr>
          </a:p>
        </p:txBody>
      </p:sp>
    </p:spTree>
    <p:extLst>
      <p:ext uri="{BB962C8B-B14F-4D97-AF65-F5344CB8AC3E}">
        <p14:creationId xmlns:p14="http://schemas.microsoft.com/office/powerpoint/2010/main" val="3869431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B5E2-264B-1541-F917-109162FC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7B0A5-6CA2-C589-0913-C47A116D3394}"/>
              </a:ext>
            </a:extLst>
          </p:cNvPr>
          <p:cNvSpPr>
            <a:spLocks noGrp="1"/>
          </p:cNvSpPr>
          <p:nvPr>
            <p:ph type="title"/>
          </p:nvPr>
        </p:nvSpPr>
        <p:spPr/>
        <p:txBody>
          <a:bodyPr>
            <a:normAutofit/>
          </a:bodyPr>
          <a:lstStyle/>
          <a:p>
            <a:r>
              <a:rPr lang="en-US" i="1" dirty="0">
                <a:latin typeface="Franklin Gothic Demi"/>
              </a:rPr>
              <a:t>Code Miners</a:t>
            </a:r>
            <a:r>
              <a:rPr lang="en-US" dirty="0">
                <a:latin typeface="Franklin Gothic Demi"/>
              </a:rPr>
              <a:t>: Team Members and Leadership</a:t>
            </a:r>
            <a:endParaRPr lang="en-US" dirty="0"/>
          </a:p>
        </p:txBody>
      </p:sp>
      <p:sp>
        <p:nvSpPr>
          <p:cNvPr id="3" name="Content Placeholder 2">
            <a:extLst>
              <a:ext uri="{FF2B5EF4-FFF2-40B4-BE49-F238E27FC236}">
                <a16:creationId xmlns:a16="http://schemas.microsoft.com/office/drawing/2014/main" id="{9F6F9CF4-FD24-34B4-2122-CBBC37099384}"/>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2000" dirty="0">
                <a:latin typeface="Franklin Gothic Book"/>
              </a:rPr>
              <a:t>We are the Code Miners Team from Technology Division at Central Piedmont Community College, Charlotte, NC.</a:t>
            </a:r>
          </a:p>
          <a:p>
            <a:pPr marL="182880" indent="-182880">
              <a:lnSpc>
                <a:spcPct val="95000"/>
              </a:lnSpc>
            </a:pPr>
            <a:endParaRPr lang="en-US" sz="2000" dirty="0">
              <a:latin typeface="Franklin Gothic Book"/>
            </a:endParaRPr>
          </a:p>
          <a:p>
            <a:pPr marL="182880" indent="-182880">
              <a:lnSpc>
                <a:spcPct val="95000"/>
              </a:lnSpc>
            </a:pPr>
            <a:r>
              <a:rPr lang="en-US" sz="2000" b="1" dirty="0">
                <a:latin typeface="Franklin Gothic Book"/>
              </a:rPr>
              <a:t>Jaime Delgado-Guzman: </a:t>
            </a:r>
            <a:r>
              <a:rPr lang="en-US" sz="2000" dirty="0">
                <a:latin typeface="Franklin Gothic Book"/>
              </a:rPr>
              <a:t>CPCC Python Certificate student with background in _______.</a:t>
            </a:r>
          </a:p>
          <a:p>
            <a:pPr marL="182880" indent="-182880">
              <a:lnSpc>
                <a:spcPct val="95000"/>
              </a:lnSpc>
            </a:pPr>
            <a:endParaRPr lang="en-US" sz="2000" dirty="0">
              <a:latin typeface="Franklin Gothic Book"/>
            </a:endParaRPr>
          </a:p>
          <a:p>
            <a:pPr marL="182880" indent="-182880">
              <a:lnSpc>
                <a:spcPct val="95000"/>
              </a:lnSpc>
            </a:pPr>
            <a:r>
              <a:rPr lang="en-US" sz="2000" b="1" dirty="0">
                <a:latin typeface="Franklin Gothic Book"/>
              </a:rPr>
              <a:t>Maura Carter: </a:t>
            </a:r>
            <a:r>
              <a:rPr lang="en-US" sz="2000" dirty="0">
                <a:latin typeface="Franklin Gothic Book"/>
              </a:rPr>
              <a:t>CPCC AI Fundamentals Certificate student with a background in statistical modeling.</a:t>
            </a:r>
          </a:p>
          <a:p>
            <a:pPr marL="182880" indent="-182880">
              <a:lnSpc>
                <a:spcPct val="95000"/>
              </a:lnSpc>
            </a:pPr>
            <a:endParaRPr lang="en-US" sz="2000" dirty="0">
              <a:latin typeface="Franklin Gothic Book"/>
            </a:endParaRPr>
          </a:p>
          <a:p>
            <a:pPr marL="182880" indent="-182880">
              <a:lnSpc>
                <a:spcPct val="95000"/>
              </a:lnSpc>
            </a:pPr>
            <a:r>
              <a:rPr lang="en-US" sz="2000" b="1" dirty="0">
                <a:latin typeface="Franklin Gothic Book"/>
              </a:rPr>
              <a:t>David Diza: </a:t>
            </a:r>
            <a:r>
              <a:rPr lang="en-US" sz="2000" dirty="0">
                <a:latin typeface="Franklin Gothic Book"/>
              </a:rPr>
              <a:t>CPCC Computer Software Developer student with a background in _________.</a:t>
            </a:r>
          </a:p>
          <a:p>
            <a:pPr marL="182880" indent="-182880">
              <a:lnSpc>
                <a:spcPct val="95000"/>
              </a:lnSpc>
            </a:pPr>
            <a:endParaRPr lang="en-US" sz="2000" dirty="0">
              <a:latin typeface="Franklin Gothic Book"/>
            </a:endParaRPr>
          </a:p>
          <a:p>
            <a:pPr marL="182880" indent="-182880">
              <a:lnSpc>
                <a:spcPct val="95000"/>
              </a:lnSpc>
            </a:pPr>
            <a:r>
              <a:rPr lang="en-US" sz="2000" b="1" dirty="0">
                <a:latin typeface="Franklin Gothic Book"/>
              </a:rPr>
              <a:t>Zoe Ramirez: </a:t>
            </a:r>
            <a:r>
              <a:rPr lang="en-US" sz="2000" dirty="0">
                <a:latin typeface="Franklin Gothic Book"/>
              </a:rPr>
              <a:t>CPCC Student with a background in _____________________.</a:t>
            </a:r>
          </a:p>
          <a:p>
            <a:pPr marL="182880" indent="-182880">
              <a:lnSpc>
                <a:spcPct val="95000"/>
              </a:lnSpc>
            </a:pPr>
            <a:endParaRPr lang="en-US" sz="1800" dirty="0">
              <a:latin typeface="Franklin Gothic Book"/>
            </a:endParaRPr>
          </a:p>
          <a:p>
            <a:pPr marL="182880" indent="-182880">
              <a:lnSpc>
                <a:spcPct val="95000"/>
              </a:lnSpc>
            </a:pPr>
            <a:r>
              <a:rPr lang="en-US" sz="1800" dirty="0">
                <a:latin typeface="Franklin Gothic Book"/>
              </a:rPr>
              <a:t>IMAGE?</a:t>
            </a: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901128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BB58-983E-54C4-1427-B7F0FCBA2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C6E68-8AEE-61A4-BD80-4D51A96C5652}"/>
              </a:ext>
            </a:extLst>
          </p:cNvPr>
          <p:cNvSpPr>
            <a:spLocks noGrp="1"/>
          </p:cNvSpPr>
          <p:nvPr>
            <p:ph type="title"/>
          </p:nvPr>
        </p:nvSpPr>
        <p:spPr/>
        <p:txBody>
          <a:bodyPr>
            <a:normAutofit/>
          </a:bodyPr>
          <a:lstStyle/>
          <a:p>
            <a:r>
              <a:rPr lang="en-US" dirty="0">
                <a:latin typeface="Franklin Gothic Demi"/>
              </a:rPr>
              <a:t>Executive Summary/Problem</a:t>
            </a:r>
            <a:endParaRPr lang="en-US" dirty="0"/>
          </a:p>
        </p:txBody>
      </p:sp>
      <p:sp>
        <p:nvSpPr>
          <p:cNvPr id="3" name="Content Placeholder 2">
            <a:extLst>
              <a:ext uri="{FF2B5EF4-FFF2-40B4-BE49-F238E27FC236}">
                <a16:creationId xmlns:a16="http://schemas.microsoft.com/office/drawing/2014/main" id="{6957F61B-C574-C755-328A-8C72D9EBDB7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Each year, tens of thousands of dollars in student grant money go unclaimed. Students often need funding for college, and this can be a major barrier to matriculation or degree completion. </a:t>
            </a:r>
          </a:p>
          <a:p>
            <a:pPr marL="182880" indent="-182880">
              <a:lnSpc>
                <a:spcPct val="95000"/>
              </a:lnSpc>
            </a:pPr>
            <a:r>
              <a:rPr lang="en-US" sz="1800" dirty="0">
                <a:latin typeface="Franklin Gothic Book"/>
              </a:rPr>
              <a:t>Grantors want to give out grant money, but cannot do so unless students apply.</a:t>
            </a:r>
          </a:p>
          <a:p>
            <a:pPr marL="182880" indent="-182880">
              <a:lnSpc>
                <a:spcPct val="95000"/>
              </a:lnSpc>
            </a:pPr>
            <a:r>
              <a:rPr lang="en-US" sz="1800" dirty="0">
                <a:latin typeface="Franklin Gothic Book"/>
              </a:rPr>
              <a:t>Students often do not know about available grants, even if they are in an active search, and oftentimes, financial aid offices at universities are unaware of all the grants available to include in student aid packages or make known for students to apply</a:t>
            </a:r>
          </a:p>
          <a:p>
            <a:pPr marL="182880" indent="-182880">
              <a:lnSpc>
                <a:spcPct val="95000"/>
              </a:lnSpc>
            </a:pPr>
            <a:r>
              <a:rPr lang="en-US" sz="1800" dirty="0">
                <a:latin typeface="Franklin Gothic Book"/>
              </a:rPr>
              <a:t>The result is unclaimed funds, and students are either unable to afford to matriculate to any college, students attending a college that is less expensive but may not have their intended field of study, students matriculating but not having the funds to cover the cost of the entire degree program to graduation, or students taking out enormous student loans to finance their education</a:t>
            </a:r>
          </a:p>
          <a:p>
            <a:pPr marL="182880" indent="-182880">
              <a:lnSpc>
                <a:spcPct val="95000"/>
              </a:lnSpc>
            </a:pPr>
            <a:r>
              <a:rPr lang="en-US" sz="1800" dirty="0">
                <a:latin typeface="Franklin Gothic Book"/>
              </a:rPr>
              <a:t>Currently, there is over $ 3 trillion in unpaid student loan debt. Students are severely hindered in their future careers, often when they graduate with massive amounts of student loan debt, if they have found no other ways to finance their education</a:t>
            </a:r>
          </a:p>
          <a:p>
            <a:pPr marL="0" indent="0">
              <a:lnSpc>
                <a:spcPct val="95000"/>
              </a:lnSpc>
              <a:buNone/>
            </a:pPr>
            <a:endParaRPr lang="en-US" sz="1800" dirty="0">
              <a:latin typeface="Franklin Gothic Book"/>
            </a:endParaRPr>
          </a:p>
        </p:txBody>
      </p:sp>
    </p:spTree>
    <p:extLst>
      <p:ext uri="{BB962C8B-B14F-4D97-AF65-F5344CB8AC3E}">
        <p14:creationId xmlns:p14="http://schemas.microsoft.com/office/powerpoint/2010/main" val="123949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B345-2BB1-351F-4015-730580890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B6CF5-80C7-F0B4-5E83-0E42BFE7C8D6}"/>
              </a:ext>
            </a:extLst>
          </p:cNvPr>
          <p:cNvSpPr>
            <a:spLocks noGrp="1"/>
          </p:cNvSpPr>
          <p:nvPr>
            <p:ph type="title"/>
          </p:nvPr>
        </p:nvSpPr>
        <p:spPr/>
        <p:txBody>
          <a:bodyPr>
            <a:normAutofit fontScale="90000"/>
          </a:bodyPr>
          <a:lstStyle/>
          <a:p>
            <a:r>
              <a:rPr lang="en-US" dirty="0">
                <a:latin typeface="Franklin Gothic Demi"/>
              </a:rPr>
              <a:t>Problem: Thousands of dollars in grant money go unclaimed each year.</a:t>
            </a:r>
            <a:endParaRPr lang="en-US" dirty="0"/>
          </a:p>
        </p:txBody>
      </p:sp>
      <p:sp>
        <p:nvSpPr>
          <p:cNvPr id="3" name="Content Placeholder 2">
            <a:extLst>
              <a:ext uri="{FF2B5EF4-FFF2-40B4-BE49-F238E27FC236}">
                <a16:creationId xmlns:a16="http://schemas.microsoft.com/office/drawing/2014/main" id="{AB3A3A2B-0A36-2174-CB17-922E6DF90D32}"/>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Designs are chosen carefully for branding and accessibility best practices; do not change the font, text size, or colors. Avoid text smaller than 14 points bold. Do not use white text on a gold background, or gold text on a white background.</a:t>
            </a:r>
          </a:p>
          <a:p>
            <a:pPr marL="182880" indent="-182880">
              <a:lnSpc>
                <a:spcPct val="95000"/>
              </a:lnSpc>
            </a:pPr>
            <a:r>
              <a:rPr lang="en-US" sz="1800" dirty="0">
                <a:latin typeface="Franklin Gothic Book"/>
              </a:rPr>
              <a:t>Add alt text (alternative text) for all images, unless they are purely decorative. </a:t>
            </a:r>
          </a:p>
          <a:p>
            <a:pPr marL="182880" indent="-182880">
              <a:lnSpc>
                <a:spcPct val="95000"/>
              </a:lnSpc>
            </a:pPr>
            <a:r>
              <a:rPr lang="en-US" sz="1800" dirty="0">
                <a:latin typeface="Franklin Gothic Book"/>
              </a:rPr>
              <a:t>Check the reading order by using either the Reading Order Pane (for Windows desktop users) or the Selection Pane (for Mac users or the browser version of PowerPoint). Reading order cannot be confirmed by the visual order of the elements of a slide.</a:t>
            </a:r>
          </a:p>
          <a:p>
            <a:pPr marL="182880" indent="-182880">
              <a:lnSpc>
                <a:spcPct val="95000"/>
              </a:lnSpc>
            </a:pPr>
            <a:r>
              <a:rPr lang="en-US" sz="1800" dirty="0">
                <a:latin typeface="Franklin Gothic Book"/>
              </a:rPr>
              <a:t>Hide or delete any slides you do not plan to use. Keep in mind that deleting a slide may also remove its associated Master Slide if no other slides are using it.</a:t>
            </a:r>
          </a:p>
          <a:p>
            <a:pPr marL="182880" indent="-182880">
              <a:lnSpc>
                <a:spcPct val="95000"/>
              </a:lnSpc>
            </a:pPr>
            <a:r>
              <a:rPr lang="en-US" sz="1800" dirty="0">
                <a:latin typeface="Franklin Gothic Book"/>
              </a:rPr>
              <a:t>For more detailed instructions, refer to the </a:t>
            </a:r>
            <a:r>
              <a:rPr lang="en-US" sz="1800" dirty="0">
                <a:latin typeface="Franklin Gothic Book"/>
                <a:hlinkClick r:id="rId2"/>
              </a:rPr>
              <a:t>PowerPoint Accessibility Guide</a:t>
            </a:r>
            <a:r>
              <a:rPr lang="en-US" sz="1800" dirty="0">
                <a:latin typeface="Franklin Gothic Book"/>
              </a:rPr>
              <a:t> or the </a:t>
            </a:r>
            <a:r>
              <a:rPr lang="en-US" sz="1800" dirty="0">
                <a:latin typeface="Franklin Gothic Book"/>
                <a:hlinkClick r:id="rId3"/>
              </a:rPr>
              <a:t>CMPR Accessibility Guidelines</a:t>
            </a:r>
            <a:r>
              <a:rPr lang="en-US" sz="1800" dirty="0">
                <a:latin typeface="Franklin Gothic Book"/>
              </a:rPr>
              <a:t>. </a:t>
            </a:r>
          </a:p>
        </p:txBody>
      </p:sp>
    </p:spTree>
    <p:extLst>
      <p:ext uri="{BB962C8B-B14F-4D97-AF65-F5344CB8AC3E}">
        <p14:creationId xmlns:p14="http://schemas.microsoft.com/office/powerpoint/2010/main" val="372580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CF20-89F6-DB87-60EB-0FC885E31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91729-73F1-344A-2A0F-956E26BC9495}"/>
              </a:ext>
            </a:extLst>
          </p:cNvPr>
          <p:cNvSpPr>
            <a:spLocks noGrp="1"/>
          </p:cNvSpPr>
          <p:nvPr>
            <p:ph type="title"/>
          </p:nvPr>
        </p:nvSpPr>
        <p:spPr/>
        <p:txBody>
          <a:bodyPr>
            <a:normAutofit/>
          </a:bodyPr>
          <a:lstStyle/>
          <a:p>
            <a:r>
              <a:rPr lang="en-US" dirty="0">
                <a:latin typeface="Franklin Gothic Demi"/>
              </a:rPr>
              <a:t>S-Curve: Process with steps along the way (and who).</a:t>
            </a:r>
            <a:endParaRPr lang="en-US" dirty="0"/>
          </a:p>
        </p:txBody>
      </p:sp>
      <p:sp>
        <p:nvSpPr>
          <p:cNvPr id="3" name="Content Placeholder 2">
            <a:extLst>
              <a:ext uri="{FF2B5EF4-FFF2-40B4-BE49-F238E27FC236}">
                <a16:creationId xmlns:a16="http://schemas.microsoft.com/office/drawing/2014/main" id="{5C405D89-A6DD-6A36-3231-3362D714AB2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First, </a:t>
            </a:r>
          </a:p>
          <a:p>
            <a:pPr marL="182880" indent="-182880">
              <a:lnSpc>
                <a:spcPct val="95000"/>
              </a:lnSpc>
            </a:pPr>
            <a:r>
              <a:rPr lang="en-US" sz="1800" dirty="0">
                <a:latin typeface="Franklin Gothic Book"/>
              </a:rPr>
              <a:t>Second,</a:t>
            </a:r>
          </a:p>
          <a:p>
            <a:pPr marL="182880" indent="-182880">
              <a:lnSpc>
                <a:spcPct val="95000"/>
              </a:lnSpc>
            </a:pPr>
            <a:r>
              <a:rPr lang="en-US" sz="1800" dirty="0">
                <a:latin typeface="Franklin Gothic Book"/>
              </a:rPr>
              <a:t>Next,</a:t>
            </a:r>
          </a:p>
          <a:p>
            <a:pPr marL="182880" indent="-182880">
              <a:lnSpc>
                <a:spcPct val="95000"/>
              </a:lnSpc>
            </a:pPr>
            <a:r>
              <a:rPr lang="en-US" sz="1800" dirty="0">
                <a:latin typeface="Franklin Gothic Book"/>
              </a:rPr>
              <a:t>Lastly,</a:t>
            </a:r>
          </a:p>
        </p:txBody>
      </p:sp>
    </p:spTree>
    <p:extLst>
      <p:ext uri="{BB962C8B-B14F-4D97-AF65-F5344CB8AC3E}">
        <p14:creationId xmlns:p14="http://schemas.microsoft.com/office/powerpoint/2010/main" val="3510142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D8CF0-DF97-8AA7-4D91-4CE95AC17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80E06-1504-8AC6-AA83-FF3AC5EB68A6}"/>
              </a:ext>
            </a:extLst>
          </p:cNvPr>
          <p:cNvSpPr>
            <a:spLocks noGrp="1"/>
          </p:cNvSpPr>
          <p:nvPr>
            <p:ph type="title"/>
          </p:nvPr>
        </p:nvSpPr>
        <p:spPr/>
        <p:txBody>
          <a:bodyPr>
            <a:normAutofit fontScale="90000"/>
          </a:bodyPr>
          <a:lstStyle/>
          <a:p>
            <a:r>
              <a:rPr lang="en-US" dirty="0">
                <a:latin typeface="Franklin Gothic Demi"/>
              </a:rPr>
              <a:t>Solution: An application that automatically applies qualified students.</a:t>
            </a:r>
            <a:endParaRPr lang="en-US" dirty="0"/>
          </a:p>
        </p:txBody>
      </p:sp>
      <p:sp>
        <p:nvSpPr>
          <p:cNvPr id="3" name="Content Placeholder 2">
            <a:extLst>
              <a:ext uri="{FF2B5EF4-FFF2-40B4-BE49-F238E27FC236}">
                <a16:creationId xmlns:a16="http://schemas.microsoft.com/office/drawing/2014/main" id="{A0EF147C-F0A0-3086-02FB-69FA2053DFBE}"/>
              </a:ext>
            </a:extLst>
          </p:cNvPr>
          <p:cNvSpPr>
            <a:spLocks noGrp="1"/>
          </p:cNvSpPr>
          <p:nvPr>
            <p:ph sz="quarter" idx="13"/>
          </p:nvPr>
        </p:nvSpPr>
        <p:spPr>
          <a:xfrm>
            <a:off x="731520" y="1188720"/>
            <a:ext cx="10795462" cy="4297680"/>
          </a:xfrm>
        </p:spPr>
        <p:txBody>
          <a:bodyPr vert="horz" lIns="0" tIns="0" rIns="0" bIns="0" rtlCol="0" anchor="t">
            <a:noAutofit/>
          </a:bodyPr>
          <a:lstStyle/>
          <a:p>
            <a:pPr marL="182880" indent="-182880">
              <a:lnSpc>
                <a:spcPct val="95000"/>
              </a:lnSpc>
            </a:pPr>
            <a:r>
              <a:rPr lang="en-US" sz="1800" dirty="0">
                <a:latin typeface="Franklin Gothic Book"/>
              </a:rPr>
              <a:t>The </a:t>
            </a:r>
            <a:r>
              <a:rPr lang="en-US" sz="1800" dirty="0" err="1">
                <a:latin typeface="Franklin Gothic Book"/>
              </a:rPr>
              <a:t>grantMaster</a:t>
            </a:r>
            <a:r>
              <a:rPr lang="en-US" sz="1800" dirty="0">
                <a:latin typeface="Franklin Gothic Book"/>
              </a:rPr>
              <a:t> tool is opted into when students apply for admission to the college of their choice.</a:t>
            </a:r>
          </a:p>
          <a:p>
            <a:pPr marL="182880" indent="-182880">
              <a:lnSpc>
                <a:spcPct val="95000"/>
              </a:lnSpc>
            </a:pPr>
            <a:r>
              <a:rPr lang="en-US" sz="1800" dirty="0">
                <a:latin typeface="Franklin Gothic Book"/>
              </a:rPr>
              <a:t>This tool uses student data and grant data to automatically apply the student to applicable grants for which they meet the application requirements for</a:t>
            </a:r>
          </a:p>
          <a:p>
            <a:pPr marL="182880" indent="-182880">
              <a:lnSpc>
                <a:spcPct val="95000"/>
              </a:lnSpc>
            </a:pPr>
            <a:r>
              <a:rPr lang="en-US" sz="1800" dirty="0">
                <a:latin typeface="Franklin Gothic Book"/>
              </a:rPr>
              <a:t>Students receive an email notifying them of which grants were applied to, or which grants could be applied to if the students submit an additional piece of information, such as a resume or essay attachment.</a:t>
            </a:r>
          </a:p>
          <a:p>
            <a:pPr marL="182880" indent="-182880">
              <a:lnSpc>
                <a:spcPct val="95000"/>
              </a:lnSpc>
            </a:pPr>
            <a:r>
              <a:rPr lang="en-US" sz="1800" dirty="0">
                <a:latin typeface="Franklin Gothic Book"/>
              </a:rPr>
              <a:t>Universities could see an increase in matriculation and student retention, as students receive more grant funding for their education and less reliance on student loans or self-financing.</a:t>
            </a:r>
          </a:p>
          <a:p>
            <a:pPr marL="182880" indent="-182880">
              <a:lnSpc>
                <a:spcPct val="95000"/>
              </a:lnSpc>
            </a:pPr>
            <a:r>
              <a:rPr lang="en-US" sz="1800" dirty="0">
                <a:latin typeface="Franklin Gothic Book"/>
              </a:rPr>
              <a:t>Universities can use this as a marketing tool to increase application rates and university admissions</a:t>
            </a:r>
          </a:p>
          <a:p>
            <a:pPr marL="182880" indent="-182880">
              <a:lnSpc>
                <a:spcPct val="95000"/>
              </a:lnSpc>
            </a:pPr>
            <a:r>
              <a:rPr lang="en-US" sz="1800" dirty="0">
                <a:latin typeface="Franklin Gothic Book"/>
              </a:rPr>
              <a:t>Universities would see an increase in </a:t>
            </a:r>
            <a:r>
              <a:rPr lang="en-US" sz="1800" dirty="0" err="1">
                <a:latin typeface="Franklin Gothic Book"/>
              </a:rPr>
              <a:t>alumi</a:t>
            </a:r>
            <a:r>
              <a:rPr lang="en-US" sz="1800" dirty="0">
                <a:latin typeface="Franklin Gothic Book"/>
              </a:rPr>
              <a:t> starting more stable and lucrative careers of their choosing with less financial pressure of having to repay large student loans, in addition to alumni giving back to the college </a:t>
            </a:r>
          </a:p>
          <a:p>
            <a:pPr marL="182880" indent="-182880">
              <a:lnSpc>
                <a:spcPct val="95000"/>
              </a:lnSpc>
            </a:pPr>
            <a:endParaRPr lang="en-US" sz="1600" dirty="0">
              <a:latin typeface="Franklin Gothic Book"/>
            </a:endParaRPr>
          </a:p>
        </p:txBody>
      </p:sp>
    </p:spTree>
    <p:extLst>
      <p:ext uri="{BB962C8B-B14F-4D97-AF65-F5344CB8AC3E}">
        <p14:creationId xmlns:p14="http://schemas.microsoft.com/office/powerpoint/2010/main" val="7478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1755-97B7-B442-6012-1FCB59754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395B2-5C8C-2ACC-6EE1-32D433DEDC98}"/>
              </a:ext>
            </a:extLst>
          </p:cNvPr>
          <p:cNvSpPr>
            <a:spLocks noGrp="1"/>
          </p:cNvSpPr>
          <p:nvPr>
            <p:ph type="title"/>
          </p:nvPr>
        </p:nvSpPr>
        <p:spPr/>
        <p:txBody>
          <a:bodyPr>
            <a:normAutofit/>
          </a:bodyPr>
          <a:lstStyle/>
          <a:p>
            <a:r>
              <a:rPr lang="en-US" dirty="0">
                <a:latin typeface="Franklin Gothic Demi"/>
              </a:rPr>
              <a:t>Charts/Tables/Output</a:t>
            </a:r>
            <a:endParaRPr lang="en-US" dirty="0"/>
          </a:p>
        </p:txBody>
      </p:sp>
      <p:sp>
        <p:nvSpPr>
          <p:cNvPr id="3" name="Content Placeholder 2">
            <a:extLst>
              <a:ext uri="{FF2B5EF4-FFF2-40B4-BE49-F238E27FC236}">
                <a16:creationId xmlns:a16="http://schemas.microsoft.com/office/drawing/2014/main" id="{2A6CED1F-A1BB-91CA-F821-EC2C754C23AB}"/>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Final Layout/output</a:t>
            </a:r>
          </a:p>
          <a:p>
            <a:pPr marL="640080" lvl="1" indent="-182880">
              <a:lnSpc>
                <a:spcPct val="95000"/>
              </a:lnSpc>
            </a:pPr>
            <a:r>
              <a:rPr lang="en-US" sz="1600" dirty="0">
                <a:latin typeface="Franklin Gothic Book"/>
              </a:rPr>
              <a:t>See Admissions Form, Output emails to students about auto applications or essays needed.</a:t>
            </a:r>
          </a:p>
        </p:txBody>
      </p:sp>
    </p:spTree>
    <p:extLst>
      <p:ext uri="{BB962C8B-B14F-4D97-AF65-F5344CB8AC3E}">
        <p14:creationId xmlns:p14="http://schemas.microsoft.com/office/powerpoint/2010/main" val="2156891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58857-3CAA-5419-59BB-FB1663C94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15F87-1910-7F05-7293-62C6825E2ABA}"/>
              </a:ext>
            </a:extLst>
          </p:cNvPr>
          <p:cNvSpPr>
            <a:spLocks noGrp="1"/>
          </p:cNvSpPr>
          <p:nvPr>
            <p:ph type="title"/>
          </p:nvPr>
        </p:nvSpPr>
        <p:spPr/>
        <p:txBody>
          <a:bodyPr>
            <a:normAutofit/>
          </a:bodyPr>
          <a:lstStyle/>
          <a:p>
            <a:r>
              <a:rPr lang="en-US" dirty="0">
                <a:latin typeface="Franklin Gothic Demi"/>
              </a:rPr>
              <a:t>Timeline</a:t>
            </a:r>
            <a:endParaRPr lang="en-US" dirty="0"/>
          </a:p>
        </p:txBody>
      </p:sp>
      <p:sp>
        <p:nvSpPr>
          <p:cNvPr id="3" name="Content Placeholder 2">
            <a:extLst>
              <a:ext uri="{FF2B5EF4-FFF2-40B4-BE49-F238E27FC236}">
                <a16:creationId xmlns:a16="http://schemas.microsoft.com/office/drawing/2014/main" id="{8C365651-CAE4-2129-6B34-261E70C76B2D}"/>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Add Text here </a:t>
            </a:r>
          </a:p>
        </p:txBody>
      </p:sp>
    </p:spTree>
    <p:extLst>
      <p:ext uri="{BB962C8B-B14F-4D97-AF65-F5344CB8AC3E}">
        <p14:creationId xmlns:p14="http://schemas.microsoft.com/office/powerpoint/2010/main" val="1509405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862D-3482-B0E0-E67C-F0502084E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DD9C7-215E-77F8-BCD4-B11C58D876F9}"/>
              </a:ext>
            </a:extLst>
          </p:cNvPr>
          <p:cNvSpPr>
            <a:spLocks noGrp="1"/>
          </p:cNvSpPr>
          <p:nvPr>
            <p:ph type="title"/>
          </p:nvPr>
        </p:nvSpPr>
        <p:spPr/>
        <p:txBody>
          <a:bodyPr>
            <a:normAutofit/>
          </a:bodyPr>
          <a:lstStyle/>
          <a:p>
            <a:r>
              <a:rPr lang="en-US" dirty="0">
                <a:latin typeface="Franklin Gothic Demi"/>
              </a:rPr>
              <a:t>Thank you &amp; Contact Information</a:t>
            </a:r>
            <a:endParaRPr lang="en-US" dirty="0"/>
          </a:p>
        </p:txBody>
      </p:sp>
      <p:sp>
        <p:nvSpPr>
          <p:cNvPr id="3" name="Content Placeholder 2">
            <a:extLst>
              <a:ext uri="{FF2B5EF4-FFF2-40B4-BE49-F238E27FC236}">
                <a16:creationId xmlns:a16="http://schemas.microsoft.com/office/drawing/2014/main" id="{D33ABEC1-E2CC-8DA3-CA6A-384705DB33D7}"/>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Thank you for consideration of the </a:t>
            </a:r>
            <a:r>
              <a:rPr lang="en-US" sz="1800" dirty="0" err="1">
                <a:latin typeface="Franklin Gothic Book"/>
              </a:rPr>
              <a:t>grantMaster</a:t>
            </a:r>
            <a:r>
              <a:rPr lang="en-US" sz="1800" dirty="0">
                <a:latin typeface="Franklin Gothic Book"/>
              </a:rPr>
              <a:t> application. We appreciate your time.</a:t>
            </a:r>
          </a:p>
          <a:p>
            <a:pPr marL="182880" indent="-182880">
              <a:lnSpc>
                <a:spcPct val="95000"/>
              </a:lnSpc>
            </a:pPr>
            <a:r>
              <a:rPr lang="en-US" sz="1800" dirty="0">
                <a:latin typeface="Franklin Gothic Book"/>
              </a:rPr>
              <a:t>Please contact us if you have questions</a:t>
            </a:r>
          </a:p>
          <a:p>
            <a:pPr marL="182880" indent="-182880">
              <a:lnSpc>
                <a:spcPct val="95000"/>
              </a:lnSpc>
            </a:pPr>
            <a:r>
              <a:rPr lang="en-US" sz="1800" dirty="0">
                <a:latin typeface="Franklin Gothic Book"/>
              </a:rPr>
              <a:t>LinkedIn:</a:t>
            </a:r>
          </a:p>
          <a:p>
            <a:pPr marL="182880" indent="-182880">
              <a:lnSpc>
                <a:spcPct val="95000"/>
              </a:lnSpc>
            </a:pPr>
            <a:r>
              <a:rPr lang="en-US" sz="1800" dirty="0">
                <a:latin typeface="Franklin Gothic Book"/>
              </a:rPr>
              <a:t>Email:</a:t>
            </a:r>
          </a:p>
          <a:p>
            <a:pPr marL="182880" indent="-182880">
              <a:lnSpc>
                <a:spcPct val="95000"/>
              </a:lnSpc>
            </a:pPr>
            <a:r>
              <a:rPr lang="en-US" sz="1800" dirty="0">
                <a:latin typeface="Franklin Gothic Book"/>
              </a:rPr>
              <a:t>Phone:</a:t>
            </a:r>
          </a:p>
        </p:txBody>
      </p:sp>
    </p:spTree>
    <p:extLst>
      <p:ext uri="{BB962C8B-B14F-4D97-AF65-F5344CB8AC3E}">
        <p14:creationId xmlns:p14="http://schemas.microsoft.com/office/powerpoint/2010/main" val="414645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777C2-EE37-0FCE-DE29-4A02A27AA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862B9-44A6-5E50-5276-5C90D6C00020}"/>
              </a:ext>
            </a:extLst>
          </p:cNvPr>
          <p:cNvSpPr>
            <a:spLocks noGrp="1"/>
          </p:cNvSpPr>
          <p:nvPr>
            <p:ph type="title"/>
          </p:nvPr>
        </p:nvSpPr>
        <p:spPr/>
        <p:txBody>
          <a:bodyPr>
            <a:normAutofit fontScale="90000"/>
          </a:bodyPr>
          <a:lstStyle/>
          <a:p>
            <a:r>
              <a:rPr lang="en-US" dirty="0">
                <a:latin typeface="Franklin Gothic Demi"/>
              </a:rPr>
              <a:t>Problem: Thousands of dollars in grant money go unclaimed each year.</a:t>
            </a:r>
            <a:endParaRPr lang="en-US" dirty="0"/>
          </a:p>
        </p:txBody>
      </p:sp>
      <p:sp>
        <p:nvSpPr>
          <p:cNvPr id="3" name="Content Placeholder 2">
            <a:extLst>
              <a:ext uri="{FF2B5EF4-FFF2-40B4-BE49-F238E27FC236}">
                <a16:creationId xmlns:a16="http://schemas.microsoft.com/office/drawing/2014/main" id="{138284C7-1722-B472-38CF-CEBF4D231FE8}"/>
              </a:ext>
            </a:extLst>
          </p:cNvPr>
          <p:cNvSpPr>
            <a:spLocks noGrp="1"/>
          </p:cNvSpPr>
          <p:nvPr>
            <p:ph sz="quarter" idx="13"/>
          </p:nvPr>
        </p:nvSpPr>
        <p:spPr>
          <a:xfrm>
            <a:off x="731520" y="1188720"/>
            <a:ext cx="10424160" cy="4297680"/>
          </a:xfrm>
        </p:spPr>
        <p:txBody>
          <a:bodyPr vert="horz" lIns="0" tIns="0" rIns="0" bIns="0" rtlCol="0" anchor="t">
            <a:noAutofit/>
          </a:bodyPr>
          <a:lstStyle/>
          <a:p>
            <a:pPr marL="182880" indent="-182880">
              <a:lnSpc>
                <a:spcPct val="95000"/>
              </a:lnSpc>
            </a:pPr>
            <a:r>
              <a:rPr lang="en-US" sz="1800" dirty="0">
                <a:latin typeface="Franklin Gothic Book"/>
              </a:rPr>
              <a:t>Designs are chosen carefully for branding and accessibility best practices; do not change the font, text size, or colors. Avoid text smaller than 14 points bold. Do not use white text on a gold background, or gold text on a white background.</a:t>
            </a:r>
          </a:p>
          <a:p>
            <a:pPr marL="182880" indent="-182880">
              <a:lnSpc>
                <a:spcPct val="95000"/>
              </a:lnSpc>
            </a:pPr>
            <a:r>
              <a:rPr lang="en-US" sz="1800" dirty="0">
                <a:latin typeface="Franklin Gothic Book"/>
              </a:rPr>
              <a:t>Add alt text (alternative text) for all images, unless they are purely decorative. </a:t>
            </a:r>
          </a:p>
          <a:p>
            <a:pPr marL="182880" indent="-182880">
              <a:lnSpc>
                <a:spcPct val="95000"/>
              </a:lnSpc>
            </a:pPr>
            <a:r>
              <a:rPr lang="en-US" sz="1800" dirty="0">
                <a:latin typeface="Franklin Gothic Book"/>
              </a:rPr>
              <a:t>Check the reading order by using either the Reading Order Pane (for Windows desktop users) or the Selection Pane (for Mac users or the browser version of PowerPoint). Reading order cannot be confirmed by the visual order of the elements of a slide.</a:t>
            </a:r>
          </a:p>
          <a:p>
            <a:pPr marL="182880" indent="-182880">
              <a:lnSpc>
                <a:spcPct val="95000"/>
              </a:lnSpc>
            </a:pPr>
            <a:r>
              <a:rPr lang="en-US" sz="1800" dirty="0">
                <a:latin typeface="Franklin Gothic Book"/>
              </a:rPr>
              <a:t>Hide or delete any slides you do not plan to use. Keep in mind that deleting a slide may also remove its associated Master Slide if no other slides are using it.</a:t>
            </a:r>
          </a:p>
          <a:p>
            <a:pPr marL="182880" indent="-182880">
              <a:lnSpc>
                <a:spcPct val="95000"/>
              </a:lnSpc>
            </a:pPr>
            <a:r>
              <a:rPr lang="en-US" sz="1800" dirty="0">
                <a:latin typeface="Franklin Gothic Book"/>
              </a:rPr>
              <a:t>For more detailed instructions, refer to the </a:t>
            </a:r>
            <a:r>
              <a:rPr lang="en-US" sz="1800" dirty="0">
                <a:latin typeface="Franklin Gothic Book"/>
                <a:hlinkClick r:id="rId2"/>
              </a:rPr>
              <a:t>PowerPoint Accessibility Guide</a:t>
            </a:r>
            <a:r>
              <a:rPr lang="en-US" sz="1800" dirty="0">
                <a:latin typeface="Franklin Gothic Book"/>
              </a:rPr>
              <a:t> or the </a:t>
            </a:r>
            <a:r>
              <a:rPr lang="en-US" sz="1800" dirty="0">
                <a:latin typeface="Franklin Gothic Book"/>
                <a:hlinkClick r:id="rId3"/>
              </a:rPr>
              <a:t>CMPR Accessibility Guidelines</a:t>
            </a:r>
            <a:r>
              <a:rPr lang="en-US" sz="1800" dirty="0">
                <a:latin typeface="Franklin Gothic Book"/>
              </a:rPr>
              <a:t>. </a:t>
            </a:r>
          </a:p>
        </p:txBody>
      </p:sp>
    </p:spTree>
    <p:extLst>
      <p:ext uri="{BB962C8B-B14F-4D97-AF65-F5344CB8AC3E}">
        <p14:creationId xmlns:p14="http://schemas.microsoft.com/office/powerpoint/2010/main" val="1556915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55462-44D6-5A0E-6784-9B9239ECFE88}"/>
              </a:ext>
            </a:extLst>
          </p:cNvPr>
          <p:cNvSpPr>
            <a:spLocks noGrp="1"/>
          </p:cNvSpPr>
          <p:nvPr>
            <p:ph type="title"/>
          </p:nvPr>
        </p:nvSpPr>
        <p:spPr/>
        <p:txBody>
          <a:bodyPr/>
          <a:lstStyle/>
          <a:p>
            <a:r>
              <a:rPr lang="en-US" dirty="0"/>
              <a:t>Slide Template Categories at a Glance</a:t>
            </a:r>
          </a:p>
        </p:txBody>
      </p:sp>
      <p:pic>
        <p:nvPicPr>
          <p:cNvPr id="4" name="Picture 3" descr="A blue background with white text">
            <a:hlinkClick r:id="rId2" action="ppaction://hlinksldjump"/>
            <a:extLst>
              <a:ext uri="{FF2B5EF4-FFF2-40B4-BE49-F238E27FC236}">
                <a16:creationId xmlns:a16="http://schemas.microsoft.com/office/drawing/2014/main" id="{7CDC4B8E-DE08-C971-7654-AFA21F760574}"/>
              </a:ext>
            </a:extLst>
          </p:cNvPr>
          <p:cNvPicPr>
            <a:picLocks noChangeAspect="1"/>
          </p:cNvPicPr>
          <p:nvPr/>
        </p:nvPicPr>
        <p:blipFill>
          <a:blip r:embed="rId3"/>
          <a:stretch>
            <a:fillRect/>
          </a:stretch>
        </p:blipFill>
        <p:spPr>
          <a:xfrm>
            <a:off x="731520" y="1151015"/>
            <a:ext cx="2287257" cy="1286582"/>
          </a:xfrm>
          <a:prstGeom prst="rect">
            <a:avLst/>
          </a:prstGeom>
        </p:spPr>
      </p:pic>
      <p:pic>
        <p:nvPicPr>
          <p:cNvPr id="6" name="Picture 5" descr="A blue background with white text">
            <a:hlinkClick r:id="rId4" action="ppaction://hlinksldjump"/>
            <a:extLst>
              <a:ext uri="{FF2B5EF4-FFF2-40B4-BE49-F238E27FC236}">
                <a16:creationId xmlns:a16="http://schemas.microsoft.com/office/drawing/2014/main" id="{DBF7933A-1FD6-2FAE-3502-2558BC32522A}"/>
              </a:ext>
            </a:extLst>
          </p:cNvPr>
          <p:cNvPicPr>
            <a:picLocks noChangeAspect="1"/>
          </p:cNvPicPr>
          <p:nvPr/>
        </p:nvPicPr>
        <p:blipFill>
          <a:blip r:embed="rId5"/>
          <a:stretch>
            <a:fillRect/>
          </a:stretch>
        </p:blipFill>
        <p:spPr>
          <a:xfrm>
            <a:off x="3519656" y="1151015"/>
            <a:ext cx="2287257" cy="1286582"/>
          </a:xfrm>
          <a:prstGeom prst="rect">
            <a:avLst/>
          </a:prstGeom>
        </p:spPr>
      </p:pic>
      <p:pic>
        <p:nvPicPr>
          <p:cNvPr id="8" name="Picture 7" descr="A blue background with white text">
            <a:hlinkClick r:id="rId6" action="ppaction://hlinksldjump"/>
            <a:extLst>
              <a:ext uri="{FF2B5EF4-FFF2-40B4-BE49-F238E27FC236}">
                <a16:creationId xmlns:a16="http://schemas.microsoft.com/office/drawing/2014/main" id="{AC94E50F-26A7-C460-4191-71E4E2E67F3E}"/>
              </a:ext>
            </a:extLst>
          </p:cNvPr>
          <p:cNvPicPr>
            <a:picLocks noChangeAspect="1"/>
          </p:cNvPicPr>
          <p:nvPr/>
        </p:nvPicPr>
        <p:blipFill>
          <a:blip r:embed="rId7"/>
          <a:stretch>
            <a:fillRect/>
          </a:stretch>
        </p:blipFill>
        <p:spPr>
          <a:xfrm>
            <a:off x="6307792" y="1151015"/>
            <a:ext cx="2287257" cy="1286582"/>
          </a:xfrm>
          <a:prstGeom prst="rect">
            <a:avLst/>
          </a:prstGeom>
        </p:spPr>
      </p:pic>
      <p:pic>
        <p:nvPicPr>
          <p:cNvPr id="10" name="Picture 9" descr="A blue background with white text">
            <a:hlinkClick r:id="rId8" action="ppaction://hlinksldjump"/>
            <a:extLst>
              <a:ext uri="{FF2B5EF4-FFF2-40B4-BE49-F238E27FC236}">
                <a16:creationId xmlns:a16="http://schemas.microsoft.com/office/drawing/2014/main" id="{E7FC803C-B6D7-9BEC-65EF-A811F93CCC63}"/>
              </a:ext>
            </a:extLst>
          </p:cNvPr>
          <p:cNvPicPr>
            <a:picLocks noChangeAspect="1"/>
          </p:cNvPicPr>
          <p:nvPr/>
        </p:nvPicPr>
        <p:blipFill>
          <a:blip r:embed="rId9"/>
          <a:stretch>
            <a:fillRect/>
          </a:stretch>
        </p:blipFill>
        <p:spPr>
          <a:xfrm>
            <a:off x="9095928" y="1151015"/>
            <a:ext cx="2287257" cy="1286582"/>
          </a:xfrm>
          <a:prstGeom prst="rect">
            <a:avLst/>
          </a:prstGeom>
        </p:spPr>
      </p:pic>
      <p:pic>
        <p:nvPicPr>
          <p:cNvPr id="12" name="Picture 11" descr="A blue background with white text">
            <a:hlinkClick r:id="rId10" action="ppaction://hlinksldjump"/>
            <a:extLst>
              <a:ext uri="{FF2B5EF4-FFF2-40B4-BE49-F238E27FC236}">
                <a16:creationId xmlns:a16="http://schemas.microsoft.com/office/drawing/2014/main" id="{77B0AE96-53F3-7769-C19A-9412625884A0}"/>
              </a:ext>
            </a:extLst>
          </p:cNvPr>
          <p:cNvPicPr>
            <a:picLocks noChangeAspect="1"/>
          </p:cNvPicPr>
          <p:nvPr/>
        </p:nvPicPr>
        <p:blipFill>
          <a:blip r:embed="rId11"/>
          <a:stretch>
            <a:fillRect/>
          </a:stretch>
        </p:blipFill>
        <p:spPr>
          <a:xfrm>
            <a:off x="731520" y="2635261"/>
            <a:ext cx="2287257" cy="1286582"/>
          </a:xfrm>
          <a:prstGeom prst="rect">
            <a:avLst/>
          </a:prstGeom>
        </p:spPr>
      </p:pic>
      <p:pic>
        <p:nvPicPr>
          <p:cNvPr id="14" name="Picture 13" descr="A blue background with white text">
            <a:hlinkClick r:id="rId12" action="ppaction://hlinksldjump"/>
            <a:extLst>
              <a:ext uri="{FF2B5EF4-FFF2-40B4-BE49-F238E27FC236}">
                <a16:creationId xmlns:a16="http://schemas.microsoft.com/office/drawing/2014/main" id="{CB1B3A46-2625-47C0-E514-5074A69EBB28}"/>
              </a:ext>
            </a:extLst>
          </p:cNvPr>
          <p:cNvPicPr>
            <a:picLocks noChangeAspect="1"/>
          </p:cNvPicPr>
          <p:nvPr/>
        </p:nvPicPr>
        <p:blipFill>
          <a:blip r:embed="rId13"/>
          <a:stretch>
            <a:fillRect/>
          </a:stretch>
        </p:blipFill>
        <p:spPr>
          <a:xfrm>
            <a:off x="3519656" y="2635261"/>
            <a:ext cx="2287257" cy="1286582"/>
          </a:xfrm>
          <a:prstGeom prst="rect">
            <a:avLst/>
          </a:prstGeom>
        </p:spPr>
      </p:pic>
      <p:pic>
        <p:nvPicPr>
          <p:cNvPr id="16" name="Picture 15" descr="A blue background with white text">
            <a:hlinkClick r:id="rId14" action="ppaction://hlinksldjump"/>
            <a:extLst>
              <a:ext uri="{FF2B5EF4-FFF2-40B4-BE49-F238E27FC236}">
                <a16:creationId xmlns:a16="http://schemas.microsoft.com/office/drawing/2014/main" id="{BE1D8D84-61FE-6EC7-E254-5F8EE5B8CAE6}"/>
              </a:ext>
            </a:extLst>
          </p:cNvPr>
          <p:cNvPicPr>
            <a:picLocks noChangeAspect="1"/>
          </p:cNvPicPr>
          <p:nvPr/>
        </p:nvPicPr>
        <p:blipFill>
          <a:blip r:embed="rId15"/>
          <a:stretch>
            <a:fillRect/>
          </a:stretch>
        </p:blipFill>
        <p:spPr>
          <a:xfrm>
            <a:off x="6307792" y="2635261"/>
            <a:ext cx="2287257" cy="1286582"/>
          </a:xfrm>
          <a:prstGeom prst="rect">
            <a:avLst/>
          </a:prstGeom>
        </p:spPr>
      </p:pic>
      <p:pic>
        <p:nvPicPr>
          <p:cNvPr id="18" name="Picture 17" descr="A blue background with white text">
            <a:hlinkClick r:id="rId16" action="ppaction://hlinksldjump"/>
            <a:extLst>
              <a:ext uri="{FF2B5EF4-FFF2-40B4-BE49-F238E27FC236}">
                <a16:creationId xmlns:a16="http://schemas.microsoft.com/office/drawing/2014/main" id="{15A02331-BF73-D38D-33C3-40647A5270FA}"/>
              </a:ext>
            </a:extLst>
          </p:cNvPr>
          <p:cNvPicPr>
            <a:picLocks noChangeAspect="1"/>
          </p:cNvPicPr>
          <p:nvPr/>
        </p:nvPicPr>
        <p:blipFill>
          <a:blip r:embed="rId17"/>
          <a:stretch>
            <a:fillRect/>
          </a:stretch>
        </p:blipFill>
        <p:spPr>
          <a:xfrm>
            <a:off x="9095928" y="2635261"/>
            <a:ext cx="2287257" cy="1286582"/>
          </a:xfrm>
          <a:prstGeom prst="rect">
            <a:avLst/>
          </a:prstGeom>
        </p:spPr>
      </p:pic>
      <p:pic>
        <p:nvPicPr>
          <p:cNvPr id="20" name="Picture 19" descr="A blue background with white text">
            <a:hlinkClick r:id="rId18" action="ppaction://hlinksldjump"/>
            <a:extLst>
              <a:ext uri="{FF2B5EF4-FFF2-40B4-BE49-F238E27FC236}">
                <a16:creationId xmlns:a16="http://schemas.microsoft.com/office/drawing/2014/main" id="{126E3EE6-081A-47E0-A036-668CDA39769C}"/>
              </a:ext>
            </a:extLst>
          </p:cNvPr>
          <p:cNvPicPr>
            <a:picLocks noChangeAspect="1"/>
          </p:cNvPicPr>
          <p:nvPr/>
        </p:nvPicPr>
        <p:blipFill>
          <a:blip r:embed="rId19"/>
          <a:stretch>
            <a:fillRect/>
          </a:stretch>
        </p:blipFill>
        <p:spPr>
          <a:xfrm>
            <a:off x="731520" y="4119507"/>
            <a:ext cx="2287257" cy="1286582"/>
          </a:xfrm>
          <a:prstGeom prst="rect">
            <a:avLst/>
          </a:prstGeom>
        </p:spPr>
      </p:pic>
      <p:pic>
        <p:nvPicPr>
          <p:cNvPr id="22" name="Picture 21" descr="A blue background with white text">
            <a:hlinkClick r:id="rId20" action="ppaction://hlinksldjump"/>
            <a:extLst>
              <a:ext uri="{FF2B5EF4-FFF2-40B4-BE49-F238E27FC236}">
                <a16:creationId xmlns:a16="http://schemas.microsoft.com/office/drawing/2014/main" id="{71C81551-8A83-65F3-F754-8516491D747D}"/>
              </a:ext>
            </a:extLst>
          </p:cNvPr>
          <p:cNvPicPr>
            <a:picLocks noChangeAspect="1"/>
          </p:cNvPicPr>
          <p:nvPr/>
        </p:nvPicPr>
        <p:blipFill>
          <a:blip r:embed="rId21"/>
          <a:stretch>
            <a:fillRect/>
          </a:stretch>
        </p:blipFill>
        <p:spPr>
          <a:xfrm>
            <a:off x="3519656" y="4119507"/>
            <a:ext cx="2287257" cy="1286582"/>
          </a:xfrm>
          <a:prstGeom prst="rect">
            <a:avLst/>
          </a:prstGeom>
        </p:spPr>
      </p:pic>
    </p:spTree>
    <p:extLst>
      <p:ext uri="{BB962C8B-B14F-4D97-AF65-F5344CB8AC3E}">
        <p14:creationId xmlns:p14="http://schemas.microsoft.com/office/powerpoint/2010/main" val="299126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694C-A637-6F72-A9E6-69961A2A2D94}"/>
              </a:ext>
            </a:extLst>
          </p:cNvPr>
          <p:cNvSpPr>
            <a:spLocks noGrp="1"/>
          </p:cNvSpPr>
          <p:nvPr>
            <p:ph type="title"/>
          </p:nvPr>
        </p:nvSpPr>
        <p:spPr>
          <a:xfrm>
            <a:off x="731520" y="457200"/>
            <a:ext cx="8321040" cy="731520"/>
          </a:xfrm>
        </p:spPr>
        <p:txBody>
          <a:bodyPr/>
          <a:lstStyle/>
          <a:p>
            <a:r>
              <a:rPr lang="en-US"/>
              <a:t>SAFETY MOMENT</a:t>
            </a:r>
          </a:p>
        </p:txBody>
      </p:sp>
      <p:sp>
        <p:nvSpPr>
          <p:cNvPr id="3" name="Freeform 2">
            <a:extLst>
              <a:ext uri="{FF2B5EF4-FFF2-40B4-BE49-F238E27FC236}">
                <a16:creationId xmlns:a16="http://schemas.microsoft.com/office/drawing/2014/main" id="{D133805E-29DC-6733-0554-7EF314A7C62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rot="10800000">
            <a:off x="9392153" y="0"/>
            <a:ext cx="2547856" cy="2736802"/>
          </a:xfrm>
          <a:custGeom>
            <a:avLst/>
            <a:gdLst>
              <a:gd name="connsiteX0" fmla="*/ 2547856 w 2547856"/>
              <a:gd name="connsiteY0" fmla="*/ 2736802 h 2736802"/>
              <a:gd name="connsiteX1" fmla="*/ 0 w 2547856"/>
              <a:gd name="connsiteY1" fmla="*/ 2736802 h 2736802"/>
              <a:gd name="connsiteX2" fmla="*/ 0 w 2547856"/>
              <a:gd name="connsiteY2" fmla="*/ 801141 h 2736802"/>
              <a:gd name="connsiteX3" fmla="*/ 2702 w 2547856"/>
              <a:gd name="connsiteY3" fmla="*/ 801141 h 2736802"/>
              <a:gd name="connsiteX4" fmla="*/ 1273928 w 2547856"/>
              <a:gd name="connsiteY4" fmla="*/ 0 h 2736802"/>
              <a:gd name="connsiteX5" fmla="*/ 2545154 w 2547856"/>
              <a:gd name="connsiteY5" fmla="*/ 801141 h 2736802"/>
              <a:gd name="connsiteX6" fmla="*/ 2547856 w 2547856"/>
              <a:gd name="connsiteY6" fmla="*/ 801141 h 273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7856" h="2736802">
                <a:moveTo>
                  <a:pt x="2547856" y="2736802"/>
                </a:moveTo>
                <a:lnTo>
                  <a:pt x="0" y="2736802"/>
                </a:lnTo>
                <a:lnTo>
                  <a:pt x="0" y="801141"/>
                </a:lnTo>
                <a:lnTo>
                  <a:pt x="2702" y="801141"/>
                </a:lnTo>
                <a:lnTo>
                  <a:pt x="1273928" y="0"/>
                </a:lnTo>
                <a:lnTo>
                  <a:pt x="2545154" y="801141"/>
                </a:lnTo>
                <a:lnTo>
                  <a:pt x="2547856" y="801141"/>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ranklin Gothic Book" panose="020B0503020102020204" pitchFamily="34" charset="0"/>
            </a:endParaRPr>
          </a:p>
        </p:txBody>
      </p:sp>
      <p:sp>
        <p:nvSpPr>
          <p:cNvPr id="45" name="Text Placeholder 7">
            <a:extLst>
              <a:ext uri="{FF2B5EF4-FFF2-40B4-BE49-F238E27FC236}">
                <a16:creationId xmlns:a16="http://schemas.microsoft.com/office/drawing/2014/main" id="{18ADE43E-A7F7-8395-0DCE-386A3BCD4CF3}"/>
              </a:ext>
            </a:extLst>
          </p:cNvPr>
          <p:cNvSpPr txBox="1">
            <a:spLocks/>
          </p:cNvSpPr>
          <p:nvPr/>
        </p:nvSpPr>
        <p:spPr>
          <a:xfrm>
            <a:off x="9496574" y="336920"/>
            <a:ext cx="2339015" cy="1741717"/>
          </a:xfrm>
          <a:prstGeom prst="rect">
            <a:avLst/>
          </a:prstGeom>
        </p:spPr>
        <p:txBody>
          <a:bodyPr lIns="0" tIns="0" rIns="0" bIns="0" anchor="b">
            <a:noAutofit/>
          </a:bodyPr>
          <a:lstStyle>
            <a:lvl1pPr marL="0" indent="0" algn="ctr" defTabSz="914400" rtl="0" eaLnBrk="1" latinLnBrk="0" hangingPunct="1">
              <a:lnSpc>
                <a:spcPct val="90000"/>
              </a:lnSpc>
              <a:spcBef>
                <a:spcPts val="1000"/>
              </a:spcBef>
              <a:buClr>
                <a:schemeClr val="accent1"/>
              </a:buClr>
              <a:buFont typeface="Arial" panose="020B0604020202020204" pitchFamily="34" charset="0"/>
              <a:buNone/>
              <a:defRPr sz="1800" b="0" i="0" kern="1200">
                <a:solidFill>
                  <a:schemeClr val="bg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noProof="1">
                <a:solidFill>
                  <a:schemeClr val="tx1"/>
                </a:solidFill>
                <a:latin typeface="Franklin Gothic Medium"/>
                <a:ea typeface="等线"/>
              </a:rPr>
              <a:t>We are meeting at:</a:t>
            </a:r>
          </a:p>
          <a:p>
            <a:r>
              <a:rPr lang="en-US" altLang="zh-CN" noProof="1">
                <a:solidFill>
                  <a:srgbClr val="72126C"/>
                </a:solidFill>
                <a:latin typeface="Franklin Gothic Book"/>
                <a:ea typeface="等线"/>
              </a:rPr>
              <a:t>[Add the address of your meeting’s building, include room number, and change this text to black.]</a:t>
            </a:r>
          </a:p>
        </p:txBody>
      </p:sp>
      <p:sp>
        <p:nvSpPr>
          <p:cNvPr id="24" name="Content Placeholder 2">
            <a:extLst>
              <a:ext uri="{FF2B5EF4-FFF2-40B4-BE49-F238E27FC236}">
                <a16:creationId xmlns:a16="http://schemas.microsoft.com/office/drawing/2014/main" id="{F75E2A90-1DF1-6E3D-89C9-E93227FFD91D}"/>
              </a:ext>
            </a:extLst>
          </p:cNvPr>
          <p:cNvSpPr txBox="1">
            <a:spLocks/>
          </p:cNvSpPr>
          <p:nvPr/>
        </p:nvSpPr>
        <p:spPr>
          <a:xfrm>
            <a:off x="731520" y="1243010"/>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solidFill>
                  <a:schemeClr val="tx2"/>
                </a:solidFill>
                <a:latin typeface="Franklin Gothic Medium" panose="020B0603020102020204" pitchFamily="34" charset="0"/>
              </a:rPr>
              <a:t>Who will fulfill each role in an emergency?</a:t>
            </a:r>
          </a:p>
        </p:txBody>
      </p:sp>
      <p:sp>
        <p:nvSpPr>
          <p:cNvPr id="25" name="Google Shape;54;p8">
            <a:extLst>
              <a:ext uri="{FF2B5EF4-FFF2-40B4-BE49-F238E27FC236}">
                <a16:creationId xmlns:a16="http://schemas.microsoft.com/office/drawing/2014/main" id="{5172D8D5-E7C5-13E4-1C87-C68F1FA2D29F}"/>
              </a:ext>
            </a:extLst>
          </p:cNvPr>
          <p:cNvSpPr txBox="1">
            <a:spLocks/>
          </p:cNvSpPr>
          <p:nvPr/>
        </p:nvSpPr>
        <p:spPr>
          <a:xfrm>
            <a:off x="591963" y="3123803"/>
            <a:ext cx="1828800"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Call 6911</a:t>
            </a:r>
          </a:p>
          <a:p>
            <a:pPr marL="0" indent="0" algn="ctr">
              <a:lnSpc>
                <a:spcPct val="85000"/>
              </a:lnSpc>
              <a:spcBef>
                <a:spcPts val="0"/>
              </a:spcBef>
              <a:buClr>
                <a:schemeClr val="dk1"/>
              </a:buClr>
              <a:buSzPts val="1100"/>
              <a:buNone/>
            </a:pPr>
            <a:r>
              <a:rPr lang="en-US" sz="1800" b="1" dirty="0">
                <a:solidFill>
                  <a:srgbClr val="626366"/>
                </a:solidFill>
                <a:latin typeface="Franklin Gothic Book" panose="020B0503020102020204" pitchFamily="34" charset="0"/>
              </a:rPr>
              <a:t>or 911</a:t>
            </a:r>
          </a:p>
        </p:txBody>
      </p:sp>
      <p:pic>
        <p:nvPicPr>
          <p:cNvPr id="26" name="Graphic 25" descr="A purple circle with a phone icon and “911”.">
            <a:extLst>
              <a:ext uri="{FF2B5EF4-FFF2-40B4-BE49-F238E27FC236}">
                <a16:creationId xmlns:a16="http://schemas.microsoft.com/office/drawing/2014/main" id="{B1A0F5DF-FE76-0C01-1CF1-D7B81B3C39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1034" y="1705426"/>
            <a:ext cx="1435607" cy="1435607"/>
          </a:xfrm>
          <a:prstGeom prst="rect">
            <a:avLst/>
          </a:prstGeom>
        </p:spPr>
      </p:pic>
      <p:sp>
        <p:nvSpPr>
          <p:cNvPr id="27" name="Google Shape;54;p8">
            <a:extLst>
              <a:ext uri="{FF2B5EF4-FFF2-40B4-BE49-F238E27FC236}">
                <a16:creationId xmlns:a16="http://schemas.microsoft.com/office/drawing/2014/main" id="{0F896BC4-AD79-959E-AB72-ED92E93AE418}"/>
              </a:ext>
            </a:extLst>
          </p:cNvPr>
          <p:cNvSpPr txBox="1">
            <a:spLocks/>
          </p:cNvSpPr>
          <p:nvPr/>
        </p:nvSpPr>
        <p:spPr>
          <a:xfrm>
            <a:off x="2943998"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Use</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AED/CPR</a:t>
            </a:r>
          </a:p>
        </p:txBody>
      </p:sp>
      <p:pic>
        <p:nvPicPr>
          <p:cNvPr id="28" name="Graphic 27" descr="A red circle with a heart icon and a pulse line running horizontally through the heart.">
            <a:extLst>
              <a:ext uri="{FF2B5EF4-FFF2-40B4-BE49-F238E27FC236}">
                <a16:creationId xmlns:a16="http://schemas.microsoft.com/office/drawing/2014/main" id="{DFC7E241-2487-594A-FA9C-FB5B005DFA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4794" y="1705426"/>
            <a:ext cx="1435607" cy="1435607"/>
          </a:xfrm>
          <a:prstGeom prst="rect">
            <a:avLst/>
          </a:prstGeom>
        </p:spPr>
      </p:pic>
      <p:sp>
        <p:nvSpPr>
          <p:cNvPr id="29" name="Google Shape;54;p8">
            <a:extLst>
              <a:ext uri="{FF2B5EF4-FFF2-40B4-BE49-F238E27FC236}">
                <a16:creationId xmlns:a16="http://schemas.microsoft.com/office/drawing/2014/main" id="{AB697065-A06F-D3FB-71DE-FE181B0AFF1E}"/>
              </a:ext>
            </a:extLst>
          </p:cNvPr>
          <p:cNvSpPr txBox="1">
            <a:spLocks/>
          </p:cNvSpPr>
          <p:nvPr/>
        </p:nvSpPr>
        <p:spPr>
          <a:xfrm>
            <a:off x="5296360"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Meet Emergency </a:t>
            </a:r>
          </a:p>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Personnel</a:t>
            </a:r>
          </a:p>
        </p:txBody>
      </p:sp>
      <p:pic>
        <p:nvPicPr>
          <p:cNvPr id="30" name="Graphic 29" descr="A blue circle with ambulance vehicle icon.">
            <a:extLst>
              <a:ext uri="{FF2B5EF4-FFF2-40B4-BE49-F238E27FC236}">
                <a16:creationId xmlns:a16="http://schemas.microsoft.com/office/drawing/2014/main" id="{2E4081FF-EACF-6D88-4502-1566EAD9C1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0138" y="1705426"/>
            <a:ext cx="1435607" cy="1435607"/>
          </a:xfrm>
          <a:prstGeom prst="rect">
            <a:avLst/>
          </a:prstGeom>
        </p:spPr>
      </p:pic>
      <p:sp>
        <p:nvSpPr>
          <p:cNvPr id="31" name="Google Shape;54;p8">
            <a:extLst>
              <a:ext uri="{FF2B5EF4-FFF2-40B4-BE49-F238E27FC236}">
                <a16:creationId xmlns:a16="http://schemas.microsoft.com/office/drawing/2014/main" id="{3A12AA2C-AB7B-6BDE-96DC-E070D0BB15D8}"/>
              </a:ext>
            </a:extLst>
          </p:cNvPr>
          <p:cNvSpPr txBox="1">
            <a:spLocks/>
          </p:cNvSpPr>
          <p:nvPr/>
        </p:nvSpPr>
        <p:spPr>
          <a:xfrm>
            <a:off x="7648721" y="312380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Evacuate</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Lead out/Last out</a:t>
            </a:r>
          </a:p>
        </p:txBody>
      </p:sp>
      <p:pic>
        <p:nvPicPr>
          <p:cNvPr id="32" name="Graphic 31" descr="An orange circle with a person icon running through a doorway icon.">
            <a:extLst>
              <a:ext uri="{FF2B5EF4-FFF2-40B4-BE49-F238E27FC236}">
                <a16:creationId xmlns:a16="http://schemas.microsoft.com/office/drawing/2014/main" id="{E208A7DE-B7BB-0587-9BBE-9FCD9F7660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8463" y="1705426"/>
            <a:ext cx="1435607" cy="1435607"/>
          </a:xfrm>
          <a:prstGeom prst="rect">
            <a:avLst/>
          </a:prstGeom>
        </p:spPr>
      </p:pic>
      <p:sp>
        <p:nvSpPr>
          <p:cNvPr id="33" name="Content Placeholder 2">
            <a:extLst>
              <a:ext uri="{FF2B5EF4-FFF2-40B4-BE49-F238E27FC236}">
                <a16:creationId xmlns:a16="http://schemas.microsoft.com/office/drawing/2014/main" id="{C2D9E79A-9279-F440-1541-E453CCD2C1E7}"/>
              </a:ext>
            </a:extLst>
          </p:cNvPr>
          <p:cNvSpPr txBox="1">
            <a:spLocks/>
          </p:cNvSpPr>
          <p:nvPr/>
        </p:nvSpPr>
        <p:spPr>
          <a:xfrm>
            <a:off x="731520" y="3951511"/>
            <a:ext cx="8015514" cy="462416"/>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solidFill>
                  <a:schemeClr val="tx2"/>
                </a:solidFill>
                <a:latin typeface="Franklin Gothic Medium" panose="020B0603020102020204" pitchFamily="34" charset="0"/>
              </a:rPr>
              <a:t>Evaluate your own response in these situations:</a:t>
            </a:r>
          </a:p>
        </p:txBody>
      </p:sp>
      <p:sp>
        <p:nvSpPr>
          <p:cNvPr id="34" name="Google Shape;54;p8">
            <a:extLst>
              <a:ext uri="{FF2B5EF4-FFF2-40B4-BE49-F238E27FC236}">
                <a16:creationId xmlns:a16="http://schemas.microsoft.com/office/drawing/2014/main" id="{D05A35F8-C9D2-709C-8A2D-DC6949388647}"/>
              </a:ext>
            </a:extLst>
          </p:cNvPr>
          <p:cNvSpPr txBox="1">
            <a:spLocks/>
          </p:cNvSpPr>
          <p:nvPr/>
        </p:nvSpPr>
        <p:spPr>
          <a:xfrm>
            <a:off x="591963" y="5808023"/>
            <a:ext cx="1829126" cy="568738"/>
          </a:xfrm>
          <a:prstGeom prst="rect">
            <a:avLst/>
          </a:prstGeom>
          <a:noFill/>
          <a:ln>
            <a:noFill/>
          </a:ln>
        </p:spPr>
        <p:txBody>
          <a:bodyPr spcFirstLastPara="1" wrap="square" lIns="0" tIns="45700" rIns="0" bIns="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Active Shooter</a:t>
            </a:r>
          </a:p>
          <a:p>
            <a:pPr marL="0" indent="0" algn="ctr">
              <a:lnSpc>
                <a:spcPct val="85000"/>
              </a:lnSpc>
              <a:spcBef>
                <a:spcPts val="0"/>
              </a:spcBef>
              <a:buClr>
                <a:schemeClr val="dk1"/>
              </a:buClr>
              <a:buSzPts val="1100"/>
              <a:buNone/>
            </a:pPr>
            <a:r>
              <a:rPr lang="en-US" sz="1600">
                <a:solidFill>
                  <a:srgbClr val="626366"/>
                </a:solidFill>
                <a:latin typeface="Franklin Gothic Book" panose="020B0503020102020204" pitchFamily="34" charset="0"/>
              </a:rPr>
              <a:t>Run, Hide, Fight</a:t>
            </a:r>
          </a:p>
          <a:p>
            <a:pPr marL="0" indent="0" algn="ctr">
              <a:lnSpc>
                <a:spcPct val="85000"/>
              </a:lnSpc>
              <a:spcBef>
                <a:spcPts val="0"/>
              </a:spcBef>
              <a:buClr>
                <a:schemeClr val="dk1"/>
              </a:buClr>
              <a:buSzPts val="1100"/>
              <a:buNone/>
            </a:pPr>
            <a:r>
              <a:rPr lang="en-US" sz="1400">
                <a:solidFill>
                  <a:srgbClr val="626366"/>
                </a:solidFill>
                <a:latin typeface="Franklin Gothic Book" panose="020B0503020102020204" pitchFamily="34" charset="0"/>
              </a:rPr>
              <a:t>(Lock and Barricade)</a:t>
            </a:r>
          </a:p>
        </p:txBody>
      </p:sp>
      <p:pic>
        <p:nvPicPr>
          <p:cNvPr id="35" name="Graphic 34" descr="A gray circle with a gun icon.">
            <a:extLst>
              <a:ext uri="{FF2B5EF4-FFF2-40B4-BE49-F238E27FC236}">
                <a16:creationId xmlns:a16="http://schemas.microsoft.com/office/drawing/2014/main" id="{E3477FBB-3B51-FE66-6D56-9DE9C118B7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1034" y="4370388"/>
            <a:ext cx="1435607" cy="1435607"/>
          </a:xfrm>
          <a:prstGeom prst="rect">
            <a:avLst/>
          </a:prstGeom>
        </p:spPr>
      </p:pic>
      <p:sp>
        <p:nvSpPr>
          <p:cNvPr id="36" name="Google Shape;54;p8">
            <a:extLst>
              <a:ext uri="{FF2B5EF4-FFF2-40B4-BE49-F238E27FC236}">
                <a16:creationId xmlns:a16="http://schemas.microsoft.com/office/drawing/2014/main" id="{3C0756B7-C52C-0CDA-F3E0-0C1426163082}"/>
              </a:ext>
            </a:extLst>
          </p:cNvPr>
          <p:cNvSpPr txBox="1">
            <a:spLocks/>
          </p:cNvSpPr>
          <p:nvPr/>
        </p:nvSpPr>
        <p:spPr>
          <a:xfrm>
            <a:off x="2943997" y="5808023"/>
            <a:ext cx="1829127" cy="568738"/>
          </a:xfrm>
          <a:prstGeom prst="rect">
            <a:avLst/>
          </a:prstGeom>
          <a:noFill/>
          <a:ln>
            <a:noFill/>
          </a:ln>
        </p:spPr>
        <p:txBody>
          <a:bodyPr spcFirstLastPara="1" wrap="square" lIns="91425" tIns="45700" rIns="0" bIns="45700" numCol="1"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rgbClr val="636466"/>
              </a:buClr>
              <a:buSzPts val="2800"/>
              <a:buFont typeface="Arial"/>
              <a:buChar char="•"/>
              <a:defRPr sz="2800" b="0" i="0" u="none" strike="noStrike" cap="none">
                <a:solidFill>
                  <a:srgbClr val="636466"/>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rgbClr val="636466"/>
              </a:buClr>
              <a:buSzPts val="2400"/>
              <a:buFont typeface="Arial"/>
              <a:buChar char="•"/>
              <a:defRPr sz="2400" b="0" i="0" u="none" strike="noStrike" cap="none">
                <a:solidFill>
                  <a:srgbClr val="636466"/>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rgbClr val="636466"/>
              </a:buClr>
              <a:buSzPts val="2000"/>
              <a:buFont typeface="Arial"/>
              <a:buChar char="•"/>
              <a:defRPr sz="2000" b="0" i="0" u="none" strike="noStrike" cap="none">
                <a:solidFill>
                  <a:srgbClr val="636466"/>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rgbClr val="636466"/>
              </a:buClr>
              <a:buSzPts val="1800"/>
              <a:buFont typeface="Arial"/>
              <a:buChar char="•"/>
              <a:defRPr sz="1800" b="0" i="0" u="none" strike="noStrike" cap="none">
                <a:solidFill>
                  <a:srgbClr val="636466"/>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pPr marL="0" indent="0" algn="ctr">
              <a:lnSpc>
                <a:spcPct val="85000"/>
              </a:lnSpc>
              <a:spcBef>
                <a:spcPts val="0"/>
              </a:spcBef>
              <a:buClr>
                <a:schemeClr val="dk1"/>
              </a:buClr>
              <a:buSzPts val="1100"/>
              <a:buNone/>
            </a:pPr>
            <a:r>
              <a:rPr lang="en-US" sz="1800" b="1">
                <a:solidFill>
                  <a:srgbClr val="626366"/>
                </a:solidFill>
                <a:latin typeface="Franklin Gothic Book" panose="020B0503020102020204" pitchFamily="34" charset="0"/>
              </a:rPr>
              <a:t>Shelter </a:t>
            </a:r>
            <a:br>
              <a:rPr lang="en-US" sz="1800" b="1">
                <a:solidFill>
                  <a:srgbClr val="626366"/>
                </a:solidFill>
                <a:latin typeface="Franklin Gothic Book" panose="020B0503020102020204" pitchFamily="34" charset="0"/>
              </a:rPr>
            </a:br>
            <a:r>
              <a:rPr lang="en-US" sz="1800" b="1">
                <a:solidFill>
                  <a:srgbClr val="626366"/>
                </a:solidFill>
                <a:latin typeface="Franklin Gothic Book" panose="020B0503020102020204" pitchFamily="34" charset="0"/>
              </a:rPr>
              <a:t>in Place</a:t>
            </a:r>
          </a:p>
        </p:txBody>
      </p:sp>
      <p:pic>
        <p:nvPicPr>
          <p:cNvPr id="37" name="Graphic 36" descr="A gold circle with a house icon. Inside the house is an arrow pointing down.">
            <a:extLst>
              <a:ext uri="{FF2B5EF4-FFF2-40B4-BE49-F238E27FC236}">
                <a16:creationId xmlns:a16="http://schemas.microsoft.com/office/drawing/2014/main" id="{E83B0CC3-CEA1-1CBD-ACDD-CC40B609704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34794" y="4370388"/>
            <a:ext cx="1435607" cy="1435607"/>
          </a:xfrm>
          <a:prstGeom prst="rect">
            <a:avLst/>
          </a:prstGeom>
        </p:spPr>
      </p:pic>
    </p:spTree>
    <p:extLst>
      <p:ext uri="{BB962C8B-B14F-4D97-AF65-F5344CB8AC3E}">
        <p14:creationId xmlns:p14="http://schemas.microsoft.com/office/powerpoint/2010/main" val="912515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A89DF6-AD0C-84D3-4855-6BB412247D38}"/>
              </a:ext>
            </a:extLst>
          </p:cNvPr>
          <p:cNvSpPr>
            <a:spLocks noGrp="1"/>
          </p:cNvSpPr>
          <p:nvPr>
            <p:ph type="body" sz="quarter" idx="29"/>
          </p:nvPr>
        </p:nvSpPr>
        <p:spPr/>
        <p:txBody>
          <a:bodyPr/>
          <a:lstStyle/>
          <a:p>
            <a:r>
              <a:rPr lang="en-US"/>
              <a:t>01</a:t>
            </a:r>
          </a:p>
        </p:txBody>
      </p:sp>
      <p:sp>
        <p:nvSpPr>
          <p:cNvPr id="3" name="Title 2">
            <a:extLst>
              <a:ext uri="{FF2B5EF4-FFF2-40B4-BE49-F238E27FC236}">
                <a16:creationId xmlns:a16="http://schemas.microsoft.com/office/drawing/2014/main" id="{4476C632-DE95-14BF-4A7D-E6EA71D1DD9D}"/>
              </a:ext>
            </a:extLst>
          </p:cNvPr>
          <p:cNvSpPr>
            <a:spLocks noGrp="1"/>
          </p:cNvSpPr>
          <p:nvPr>
            <p:ph type="ctrTitle"/>
          </p:nvPr>
        </p:nvSpPr>
        <p:spPr/>
        <p:txBody>
          <a:bodyPr/>
          <a:lstStyle/>
          <a:p>
            <a:r>
              <a:rPr lang="en-US"/>
              <a:t>TITLE SLIDES &amp; </a:t>
            </a:r>
            <a:br>
              <a:rPr lang="en-US"/>
            </a:br>
            <a:r>
              <a:rPr lang="en-US"/>
              <a:t>SECTION DIVIDERS</a:t>
            </a:r>
          </a:p>
        </p:txBody>
      </p:sp>
    </p:spTree>
    <p:extLst>
      <p:ext uri="{BB962C8B-B14F-4D97-AF65-F5344CB8AC3E}">
        <p14:creationId xmlns:p14="http://schemas.microsoft.com/office/powerpoint/2010/main" val="1413928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D57-9783-46F0-11B9-2C5243449470}"/>
              </a:ext>
            </a:extLst>
          </p:cNvPr>
          <p:cNvSpPr>
            <a:spLocks noGrp="1"/>
          </p:cNvSpPr>
          <p:nvPr>
            <p:ph type="title"/>
          </p:nvPr>
        </p:nvSpPr>
        <p:spPr/>
        <p:txBody>
          <a:bodyPr/>
          <a:lstStyle/>
          <a:p>
            <a:r>
              <a:rPr lang="en-US">
                <a:latin typeface="Franklin Gothic Demi"/>
              </a:rPr>
              <a:t>Title Slide </a:t>
            </a:r>
            <a:br>
              <a:rPr lang="en-US"/>
            </a:br>
            <a:r>
              <a:rPr lang="en-US">
                <a:latin typeface="Franklin Gothic Demi"/>
              </a:rPr>
              <a:t>with Central Piedmont Logo</a:t>
            </a:r>
          </a:p>
        </p:txBody>
      </p:sp>
      <p:sp>
        <p:nvSpPr>
          <p:cNvPr id="3" name="Subtitle 2">
            <a:extLst>
              <a:ext uri="{FF2B5EF4-FFF2-40B4-BE49-F238E27FC236}">
                <a16:creationId xmlns:a16="http://schemas.microsoft.com/office/drawing/2014/main" id="{200959C3-7247-4A04-6846-098A4CD7D22A}"/>
              </a:ext>
            </a:extLst>
          </p:cNvPr>
          <p:cNvSpPr>
            <a:spLocks noGrp="1"/>
          </p:cNvSpPr>
          <p:nvPr>
            <p:ph type="subTitle" idx="1"/>
          </p:nvPr>
        </p:nvSpPr>
        <p:spPr/>
        <p:txBody>
          <a:bodyPr/>
          <a:lstStyle/>
          <a:p>
            <a:r>
              <a:rPr lang="en-US"/>
              <a:t>There is also a Title Slide without the Central Piedmont Logo</a:t>
            </a:r>
          </a:p>
        </p:txBody>
      </p:sp>
    </p:spTree>
    <p:extLst>
      <p:ext uri="{BB962C8B-B14F-4D97-AF65-F5344CB8AC3E}">
        <p14:creationId xmlns:p14="http://schemas.microsoft.com/office/powerpoint/2010/main" val="4126876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1FC22A-1A61-EC53-6656-434CF7178D03}"/>
              </a:ext>
            </a:extLst>
          </p:cNvPr>
          <p:cNvSpPr>
            <a:spLocks noGrp="1"/>
          </p:cNvSpPr>
          <p:nvPr>
            <p:ph type="title"/>
          </p:nvPr>
        </p:nvSpPr>
        <p:spPr/>
        <p:txBody>
          <a:bodyPr/>
          <a:lstStyle/>
          <a:p>
            <a:r>
              <a:rPr lang="en-US"/>
              <a:t>Title Slide Gray Background Plus Logo</a:t>
            </a:r>
          </a:p>
        </p:txBody>
      </p:sp>
      <p:sp>
        <p:nvSpPr>
          <p:cNvPr id="2" name="Subtitle 1">
            <a:extLst>
              <a:ext uri="{FF2B5EF4-FFF2-40B4-BE49-F238E27FC236}">
                <a16:creationId xmlns:a16="http://schemas.microsoft.com/office/drawing/2014/main" id="{B802B30A-A8F7-5858-9461-FDCF45C7C1DC}"/>
              </a:ext>
            </a:extLst>
          </p:cNvPr>
          <p:cNvSpPr>
            <a:spLocks noGrp="1"/>
          </p:cNvSpPr>
          <p:nvPr>
            <p:ph type="subTitle" idx="1"/>
          </p:nvPr>
        </p:nvSpPr>
        <p:spPr/>
        <p:txBody>
          <a:bodyPr/>
          <a:lstStyle/>
          <a:p>
            <a:r>
              <a:rPr lang="en-US"/>
              <a:t>There is also a Second Gray Background Title Slide that Does Not Have a Logo in Lower Left Corner</a:t>
            </a:r>
          </a:p>
        </p:txBody>
      </p:sp>
    </p:spTree>
    <p:extLst>
      <p:ext uri="{BB962C8B-B14F-4D97-AF65-F5344CB8AC3E}">
        <p14:creationId xmlns:p14="http://schemas.microsoft.com/office/powerpoint/2010/main" val="821008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B8B2-F1B8-F2E2-9047-63555AA7C4D6}"/>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9ACBB6-1F3A-B7B3-1496-5892DE6A94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2243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E365-3DF6-F043-4194-7C1A925BE8DF}"/>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DCF9B23-6A8E-471C-A28F-C28B9DFFE8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9768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41FE-975C-975A-36E4-9327CF9F0B3D}"/>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2F5759EA-550D-77AE-0C85-CC0A0CF9253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64480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6666995-F22C-2048-5787-82AF35C96592}"/>
              </a:ext>
            </a:extLst>
          </p:cNvPr>
          <p:cNvSpPr>
            <a:spLocks noGrp="1"/>
          </p:cNvSpPr>
          <p:nvPr>
            <p:ph type="pic" sz="quarter" idx="27"/>
          </p:nvPr>
        </p:nvSpPr>
        <p:spPr/>
        <p:txBody>
          <a:bodyPr/>
          <a:lstStyle/>
          <a:p>
            <a:r>
              <a:rPr lang="en-US"/>
              <a:t> </a:t>
            </a:r>
          </a:p>
        </p:txBody>
      </p:sp>
      <p:sp>
        <p:nvSpPr>
          <p:cNvPr id="4" name="Title 3">
            <a:extLst>
              <a:ext uri="{FF2B5EF4-FFF2-40B4-BE49-F238E27FC236}">
                <a16:creationId xmlns:a16="http://schemas.microsoft.com/office/drawing/2014/main" id="{7042B958-80D1-C9E1-5F67-1120B73BDADA}"/>
              </a:ext>
            </a:extLst>
          </p:cNvPr>
          <p:cNvSpPr>
            <a:spLocks noGrp="1"/>
          </p:cNvSpPr>
          <p:nvPr>
            <p:ph type="ctrTitle"/>
          </p:nvPr>
        </p:nvSpPr>
        <p:spPr/>
        <p:txBody>
          <a:bodyPr/>
          <a:lstStyle/>
          <a:p>
            <a:endParaRPr lang="en-US"/>
          </a:p>
        </p:txBody>
      </p:sp>
      <p:sp>
        <p:nvSpPr>
          <p:cNvPr id="5" name="Subtitle 4">
            <a:extLst>
              <a:ext uri="{FF2B5EF4-FFF2-40B4-BE49-F238E27FC236}">
                <a16:creationId xmlns:a16="http://schemas.microsoft.com/office/drawing/2014/main" id="{B12BED4C-49DA-6D6D-8284-A33D2CB831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96903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FAA7B93-BDD5-1587-10A3-C3A4BE6A56F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5097A536-FE4A-C1CB-9A2A-7F7D51F50742}"/>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2A5608DE-0F2D-08B7-ECBC-7CD41E9B208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730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46C6CA4-3B89-3E61-C72D-718776A9082B}"/>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7DA4607B-AB5D-EB8E-8F04-56FB36011AEB}"/>
              </a:ext>
            </a:extLst>
          </p:cNvPr>
          <p:cNvSpPr>
            <a:spLocks noGrp="1"/>
          </p:cNvSpPr>
          <p:nvPr>
            <p:ph type="ctrTitle"/>
          </p:nvPr>
        </p:nvSpPr>
        <p:spPr/>
        <p:txBody>
          <a:bodyPr/>
          <a:lstStyle/>
          <a:p>
            <a:endParaRPr lang="en-US"/>
          </a:p>
        </p:txBody>
      </p:sp>
      <p:sp>
        <p:nvSpPr>
          <p:cNvPr id="4" name="Subtitle 3">
            <a:extLst>
              <a:ext uri="{FF2B5EF4-FFF2-40B4-BE49-F238E27FC236}">
                <a16:creationId xmlns:a16="http://schemas.microsoft.com/office/drawing/2014/main" id="{33124023-4136-787D-283B-673965A32B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0257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F41928-1738-D95D-4225-1DD0FACB2E53}"/>
              </a:ext>
            </a:extLst>
          </p:cNvPr>
          <p:cNvSpPr>
            <a:spLocks noGrp="1"/>
          </p:cNvSpPr>
          <p:nvPr>
            <p:ph type="title"/>
          </p:nvPr>
        </p:nvSpPr>
        <p:spPr/>
        <p:txBody>
          <a:bodyPr/>
          <a:lstStyle/>
          <a:p>
            <a:endParaRPr lang="en-US"/>
          </a:p>
        </p:txBody>
      </p:sp>
      <p:sp>
        <p:nvSpPr>
          <p:cNvPr id="6" name="Subtitle 5">
            <a:extLst>
              <a:ext uri="{FF2B5EF4-FFF2-40B4-BE49-F238E27FC236}">
                <a16:creationId xmlns:a16="http://schemas.microsoft.com/office/drawing/2014/main" id="{5A200A27-FA14-104A-ECD6-412A9229BA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07009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5AF0DCB-AEAC-E003-6D27-37D8BB3465E0}"/>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A4A511B5-8884-DC35-0296-68BD5AAC5E6F}"/>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AA233731-F6D9-ABFE-357C-B33D84B9F5A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1476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D20D31-F6F7-FFE2-A15F-55B6956A1608}"/>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E2027DFC-2D8F-7C80-9149-86F7ECAC5331}"/>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855C0848-D148-4826-8354-D3D4434B020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6277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4459549-AB15-ADC5-A76F-F5B3E4185DED}"/>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60FEFFBB-A828-DAC5-0769-C22E78916513}"/>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3FA5853E-BDA4-1923-C8D2-949BB6A122E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463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94A145A-961C-7DDC-14CB-6BA88121C7B9}"/>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2A2400B5-5E30-C2F0-E010-B0D2F89AE9CC}"/>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C79CB545-1069-BBB7-7C59-F411C7CE206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94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64019-1037-4DCD-339C-6FE893F761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4D5725-2183-9BBD-718C-89D1F4BA8315}"/>
              </a:ext>
            </a:extLst>
          </p:cNvPr>
          <p:cNvSpPr>
            <a:spLocks noGrp="1"/>
          </p:cNvSpPr>
          <p:nvPr>
            <p:ph type="body" sz="quarter" idx="29"/>
          </p:nvPr>
        </p:nvSpPr>
        <p:spPr/>
        <p:txBody>
          <a:bodyPr/>
          <a:lstStyle/>
          <a:p>
            <a:r>
              <a:rPr lang="en-US"/>
              <a:t>02</a:t>
            </a:r>
          </a:p>
        </p:txBody>
      </p:sp>
      <p:sp>
        <p:nvSpPr>
          <p:cNvPr id="3" name="Title 2">
            <a:extLst>
              <a:ext uri="{FF2B5EF4-FFF2-40B4-BE49-F238E27FC236}">
                <a16:creationId xmlns:a16="http://schemas.microsoft.com/office/drawing/2014/main" id="{59CCDC9A-FA71-1E5C-BC8E-FCD801C405E2}"/>
              </a:ext>
            </a:extLst>
          </p:cNvPr>
          <p:cNvSpPr>
            <a:spLocks noGrp="1"/>
          </p:cNvSpPr>
          <p:nvPr>
            <p:ph type="ctrTitle"/>
          </p:nvPr>
        </p:nvSpPr>
        <p:spPr/>
        <p:txBody>
          <a:bodyPr/>
          <a:lstStyle/>
          <a:p>
            <a:r>
              <a:rPr lang="en-US"/>
              <a:t>TABLE OF CONTENTS, AGENDA, AND </a:t>
            </a:r>
            <a:br>
              <a:rPr lang="en-US"/>
            </a:br>
            <a:r>
              <a:rPr lang="en-US"/>
              <a:t>OBJECTIVE SLIDES</a:t>
            </a:r>
          </a:p>
        </p:txBody>
      </p:sp>
    </p:spTree>
    <p:extLst>
      <p:ext uri="{BB962C8B-B14F-4D97-AF65-F5344CB8AC3E}">
        <p14:creationId xmlns:p14="http://schemas.microsoft.com/office/powerpoint/2010/main" val="2467560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7A105-7650-CFDC-5F1A-A13E44B9945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9675D4-D1CF-A881-0AC5-41EB3D97C56C}"/>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402FED5C-2F48-B384-E1B0-5543154BFA5E}"/>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2203E3BB-A7F6-4FC0-4E88-1625F653DC8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C1C21119-8AB2-4383-F419-434E3122C3CD}"/>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505303E0-EAE0-07EC-85F5-EB0ED46254DB}"/>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0D1AA8AB-9BAB-1BB7-3626-3B5CA2AE871D}"/>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FC4DB260-2FD6-0FD0-9834-495068C5FEF5}"/>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CC6CC082-530C-4A43-8415-A31C3FDDC440}"/>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1291280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05F8-8A52-D1DB-F5A0-9877682B6BB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3A17D70-7FAF-9626-BC3A-5D3341B107C2}"/>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F4C8279A-F598-777C-61D8-9A20518D8F53}"/>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55E22726-9A4E-8745-8B8C-F1FEC25E261B}"/>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6C4AF954-9E61-E509-E65F-8E7972079E86}"/>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425C1FB6-ABEB-D4CD-5D2C-CE8A55AEF6F3}"/>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6F36DCE9-C2BE-C843-2B92-A9FDBE5B415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708D6B94-E676-25BE-F34F-53F129D4AE61}"/>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267DAF93-2C45-6A91-CC08-28418E548D3E}"/>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4042038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614F-6525-EFB6-C940-71373C73E1D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F9A87E5-43DD-1D16-3995-A4325D7E41DC}"/>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9BC2423E-58D5-4933-091A-42081965E124}"/>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340AF1D9-2B53-AE95-383F-E2144415F23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8DF5591A-0A21-AE53-4EB1-401026F30EFE}"/>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C86795B-3352-58E6-DA02-6AA7353A3A1C}"/>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56202D7C-6D31-089F-666D-0B67829FBA1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F88F111-1477-E521-C940-02C325A37256}"/>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0B51FD8E-6736-2CCA-0FFC-2621DA7E86F1}"/>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9F345905-383B-C22C-0211-44F8AB18F6C1}"/>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35D6539B-8FCE-62B3-C436-2DBDFE2D1CD0}"/>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04729279-B82B-5B74-EFCB-BB27237415FE}"/>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45A431A9-F875-BE51-9A07-38C0C735572F}"/>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5D42219D-C314-3681-2307-33051A0C3BF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995F4DA7-0F5C-699D-047C-79B2552E161E}"/>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71D109D4-30E3-7789-391A-B133EE00915A}"/>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156DE7A7-1548-C960-5360-F5D1C283E64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3311142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B7278-66D4-2B6D-584A-170DDFD5AC0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7544FFE-7FF9-DCE3-DCD5-0033CE15CD89}"/>
              </a:ext>
            </a:extLst>
          </p:cNvPr>
          <p:cNvSpPr>
            <a:spLocks noGrp="1"/>
          </p:cNvSpPr>
          <p:nvPr>
            <p:ph type="body" sz="quarter" idx="29"/>
          </p:nvPr>
        </p:nvSpPr>
        <p:spPr/>
        <p:txBody>
          <a:bodyPr/>
          <a:lstStyle/>
          <a:p>
            <a:endParaRPr lang="en-US"/>
          </a:p>
        </p:txBody>
      </p:sp>
      <p:sp>
        <p:nvSpPr>
          <p:cNvPr id="4" name="Subtitle 3">
            <a:extLst>
              <a:ext uri="{FF2B5EF4-FFF2-40B4-BE49-F238E27FC236}">
                <a16:creationId xmlns:a16="http://schemas.microsoft.com/office/drawing/2014/main" id="{646C4961-19AC-CD33-1F76-5946882534B5}"/>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BED3D963-6C5B-2929-69F0-58C2C2263021}"/>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5DC66D9F-7368-5A9D-D87C-B5CD63465565}"/>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9852862F-7B22-E37E-DBC3-4E8DF722EF96}"/>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E5FF41DD-0D91-91E5-05AC-31C3C19C1763}"/>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3ECDC09-E134-6FE7-48D0-4DF271B47D3B}"/>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8BEE02C0-FA4F-1E9E-8B58-71EB36C3FC86}"/>
              </a:ext>
            </a:extLst>
          </p:cNvPr>
          <p:cNvSpPr>
            <a:spLocks noGrp="1"/>
          </p:cNvSpPr>
          <p:nvPr>
            <p:ph type="body" sz="quarter" idx="44"/>
          </p:nvPr>
        </p:nvSpPr>
        <p:spPr/>
        <p:txBody>
          <a:bodyPr/>
          <a:lstStyle/>
          <a:p>
            <a:endParaRPr lang="en-US"/>
          </a:p>
        </p:txBody>
      </p:sp>
      <p:sp>
        <p:nvSpPr>
          <p:cNvPr id="11" name="Text Placeholder 10">
            <a:extLst>
              <a:ext uri="{FF2B5EF4-FFF2-40B4-BE49-F238E27FC236}">
                <a16:creationId xmlns:a16="http://schemas.microsoft.com/office/drawing/2014/main" id="{08B25C9C-181B-C571-B467-ED03DD150250}"/>
              </a:ext>
            </a:extLst>
          </p:cNvPr>
          <p:cNvSpPr>
            <a:spLocks noGrp="1"/>
          </p:cNvSpPr>
          <p:nvPr>
            <p:ph type="body" sz="quarter" idx="38"/>
          </p:nvPr>
        </p:nvSpPr>
        <p:spPr/>
        <p:txBody>
          <a:bodyPr/>
          <a:lstStyle/>
          <a:p>
            <a:endParaRPr lang="en-US"/>
          </a:p>
        </p:txBody>
      </p:sp>
      <p:sp>
        <p:nvSpPr>
          <p:cNvPr id="12" name="Text Placeholder 11">
            <a:extLst>
              <a:ext uri="{FF2B5EF4-FFF2-40B4-BE49-F238E27FC236}">
                <a16:creationId xmlns:a16="http://schemas.microsoft.com/office/drawing/2014/main" id="{21D6AF3A-4A30-F46D-FC73-E7BDF338FDBA}"/>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3324540D-38D1-E4C4-0229-6FE205BE5A12}"/>
              </a:ext>
            </a:extLst>
          </p:cNvPr>
          <p:cNvSpPr>
            <a:spLocks noGrp="1"/>
          </p:cNvSpPr>
          <p:nvPr>
            <p:ph type="body" sz="quarter" idx="39"/>
          </p:nvPr>
        </p:nvSpPr>
        <p:spPr/>
        <p:txBody>
          <a:bodyPr/>
          <a:lstStyle/>
          <a:p>
            <a:endParaRPr lang="en-US"/>
          </a:p>
        </p:txBody>
      </p:sp>
      <p:sp>
        <p:nvSpPr>
          <p:cNvPr id="14" name="Text Placeholder 13">
            <a:extLst>
              <a:ext uri="{FF2B5EF4-FFF2-40B4-BE49-F238E27FC236}">
                <a16:creationId xmlns:a16="http://schemas.microsoft.com/office/drawing/2014/main" id="{A061A4D6-2038-9B76-2F8A-90D4372F6492}"/>
              </a:ext>
            </a:extLst>
          </p:cNvPr>
          <p:cNvSpPr>
            <a:spLocks noGrp="1"/>
          </p:cNvSpPr>
          <p:nvPr>
            <p:ph type="body" sz="quarter" idx="41"/>
          </p:nvPr>
        </p:nvSpPr>
        <p:spPr/>
        <p:txBody>
          <a:bodyPr/>
          <a:lstStyle/>
          <a:p>
            <a:endParaRPr lang="en-US"/>
          </a:p>
        </p:txBody>
      </p:sp>
      <p:sp>
        <p:nvSpPr>
          <p:cNvPr id="15" name="Text Placeholder 14">
            <a:extLst>
              <a:ext uri="{FF2B5EF4-FFF2-40B4-BE49-F238E27FC236}">
                <a16:creationId xmlns:a16="http://schemas.microsoft.com/office/drawing/2014/main" id="{C8241159-06F3-5EB8-8323-208F1CFA3695}"/>
              </a:ext>
            </a:extLst>
          </p:cNvPr>
          <p:cNvSpPr>
            <a:spLocks noGrp="1"/>
          </p:cNvSpPr>
          <p:nvPr>
            <p:ph type="body" sz="quarter" idx="42"/>
          </p:nvPr>
        </p:nvSpPr>
        <p:spPr/>
        <p:txBody>
          <a:bodyPr/>
          <a:lstStyle/>
          <a:p>
            <a:endParaRPr lang="en-US"/>
          </a:p>
        </p:txBody>
      </p:sp>
      <p:sp>
        <p:nvSpPr>
          <p:cNvPr id="16" name="Text Placeholder 15">
            <a:extLst>
              <a:ext uri="{FF2B5EF4-FFF2-40B4-BE49-F238E27FC236}">
                <a16:creationId xmlns:a16="http://schemas.microsoft.com/office/drawing/2014/main" id="{62F22D83-8230-07DF-9AA7-2D35E3938E9C}"/>
              </a:ext>
            </a:extLst>
          </p:cNvPr>
          <p:cNvSpPr>
            <a:spLocks noGrp="1"/>
          </p:cNvSpPr>
          <p:nvPr>
            <p:ph type="body" sz="quarter" idx="43"/>
          </p:nvPr>
        </p:nvSpPr>
        <p:spPr/>
        <p:txBody>
          <a:bodyPr/>
          <a:lstStyle/>
          <a:p>
            <a:endParaRPr lang="en-US"/>
          </a:p>
        </p:txBody>
      </p:sp>
      <p:sp>
        <p:nvSpPr>
          <p:cNvPr id="17" name="Text Placeholder 16">
            <a:extLst>
              <a:ext uri="{FF2B5EF4-FFF2-40B4-BE49-F238E27FC236}">
                <a16:creationId xmlns:a16="http://schemas.microsoft.com/office/drawing/2014/main" id="{DDF2BBE4-17AA-6CB5-411E-84A873234031}"/>
              </a:ext>
            </a:extLst>
          </p:cNvPr>
          <p:cNvSpPr>
            <a:spLocks noGrp="1"/>
          </p:cNvSpPr>
          <p:nvPr>
            <p:ph type="body" sz="quarter" idx="45"/>
          </p:nvPr>
        </p:nvSpPr>
        <p:spPr/>
        <p:txBody>
          <a:bodyPr/>
          <a:lstStyle/>
          <a:p>
            <a:endParaRPr lang="en-US"/>
          </a:p>
        </p:txBody>
      </p:sp>
      <p:sp>
        <p:nvSpPr>
          <p:cNvPr id="18" name="Text Placeholder 17">
            <a:extLst>
              <a:ext uri="{FF2B5EF4-FFF2-40B4-BE49-F238E27FC236}">
                <a16:creationId xmlns:a16="http://schemas.microsoft.com/office/drawing/2014/main" id="{FA7AFADE-8F17-035B-F59B-0A3C4F11B7E6}"/>
              </a:ext>
            </a:extLst>
          </p:cNvPr>
          <p:cNvSpPr>
            <a:spLocks noGrp="1"/>
          </p:cNvSpPr>
          <p:nvPr>
            <p:ph type="body" sz="quarter" idx="46"/>
          </p:nvPr>
        </p:nvSpPr>
        <p:spPr/>
        <p:txBody>
          <a:bodyPr/>
          <a:lstStyle/>
          <a:p>
            <a:endParaRPr lang="en-US"/>
          </a:p>
        </p:txBody>
      </p:sp>
    </p:spTree>
    <p:extLst>
      <p:ext uri="{BB962C8B-B14F-4D97-AF65-F5344CB8AC3E}">
        <p14:creationId xmlns:p14="http://schemas.microsoft.com/office/powerpoint/2010/main" val="1644309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8F93-C9B5-F269-0584-1FD80CC1EE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AEFCC8-5BEC-8298-5268-2FA21E704484}"/>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5C0E432F-3FA7-DCA2-46B9-E6099142ED6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D5FF1F9-1A95-5BF6-DE93-BCFCA5452440}"/>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1AD35653-86C0-74E8-20EB-9AAE7F04A5F4}"/>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843098EC-8E2E-5830-C289-9AAFBEB3B6B4}"/>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A282F5DE-3ADC-4051-8171-8447503042D5}"/>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1DA4E44E-8A4E-1D98-46F2-E62870C6B540}"/>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2E15D8C-1C69-D429-D07A-1F015BB27E17}"/>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F2F99B4C-BC20-A93B-02BB-133C19E2FEF2}"/>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D69DADC2-9DA2-2569-611C-16698979939B}"/>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8942D239-3134-7D3B-2ECE-8388CAB69C79}"/>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937A9C44-E8EC-2CC6-7E12-930D99B467B5}"/>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FBF2B71B-0B07-3BF4-D345-908F8DE1CBC0}"/>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19252673-AFFB-1DBC-03AB-9BD0B704FEBE}"/>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2AC04B1A-CE24-462D-8D70-B327547E3316}"/>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720894EB-1CB0-ECA7-3914-E08B76E8DA46}"/>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12FF9CF8-1891-24AF-BD87-BE21083239B0}"/>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EAAD5F26-D9F5-C7FB-D558-92A4336AC5D0}"/>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835017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1D02-05A6-A1FB-CFD9-8D4AAA0DC6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5C66F0-0E8F-5ADF-5EA4-7BE602375092}"/>
              </a:ext>
            </a:extLst>
          </p:cNvPr>
          <p:cNvSpPr>
            <a:spLocks noGrp="1"/>
          </p:cNvSpPr>
          <p:nvPr>
            <p:ph idx="10"/>
          </p:nvPr>
        </p:nvSpPr>
        <p:spPr/>
        <p:txBody>
          <a:bodyPr/>
          <a:lstStyle/>
          <a:p>
            <a:endParaRPr lang="en-US"/>
          </a:p>
        </p:txBody>
      </p:sp>
      <p:sp>
        <p:nvSpPr>
          <p:cNvPr id="4" name="Content Placeholder 3">
            <a:extLst>
              <a:ext uri="{FF2B5EF4-FFF2-40B4-BE49-F238E27FC236}">
                <a16:creationId xmlns:a16="http://schemas.microsoft.com/office/drawing/2014/main" id="{FCABAEC4-3B1E-9BA6-C8B9-DE9D1E1875B8}"/>
              </a:ext>
            </a:extLst>
          </p:cNvPr>
          <p:cNvSpPr>
            <a:spLocks noGrp="1"/>
          </p:cNvSpPr>
          <p:nvPr>
            <p:ph idx="1"/>
          </p:nvPr>
        </p:nvSpPr>
        <p:spPr/>
        <p:txBody>
          <a:bodyPr/>
          <a:lstStyle/>
          <a:p>
            <a:endParaRPr lang="en-US"/>
          </a:p>
        </p:txBody>
      </p:sp>
      <p:sp>
        <p:nvSpPr>
          <p:cNvPr id="5" name="Content Placeholder 4">
            <a:extLst>
              <a:ext uri="{FF2B5EF4-FFF2-40B4-BE49-F238E27FC236}">
                <a16:creationId xmlns:a16="http://schemas.microsoft.com/office/drawing/2014/main" id="{E3C35BFE-D3B8-1198-EB43-09AC22FFCA81}"/>
              </a:ext>
            </a:extLst>
          </p:cNvPr>
          <p:cNvSpPr>
            <a:spLocks noGrp="1"/>
          </p:cNvSpPr>
          <p:nvPr>
            <p:ph idx="12"/>
          </p:nvPr>
        </p:nvSpPr>
        <p:spPr/>
        <p:txBody>
          <a:bodyPr/>
          <a:lstStyle/>
          <a:p>
            <a:endParaRPr lang="en-US"/>
          </a:p>
        </p:txBody>
      </p:sp>
      <p:sp>
        <p:nvSpPr>
          <p:cNvPr id="6" name="Content Placeholder 5">
            <a:extLst>
              <a:ext uri="{FF2B5EF4-FFF2-40B4-BE49-F238E27FC236}">
                <a16:creationId xmlns:a16="http://schemas.microsoft.com/office/drawing/2014/main" id="{C64AC357-ADC3-37FF-6E29-A5FB4D258F13}"/>
              </a:ext>
            </a:extLst>
          </p:cNvPr>
          <p:cNvSpPr>
            <a:spLocks noGrp="1"/>
          </p:cNvSpPr>
          <p:nvPr>
            <p:ph idx="11"/>
          </p:nvPr>
        </p:nvSpPr>
        <p:spPr/>
        <p:txBody>
          <a:bodyPr/>
          <a:lstStyle/>
          <a:p>
            <a:endParaRPr lang="en-US"/>
          </a:p>
        </p:txBody>
      </p:sp>
      <p:sp>
        <p:nvSpPr>
          <p:cNvPr id="7" name="Content Placeholder 6">
            <a:extLst>
              <a:ext uri="{FF2B5EF4-FFF2-40B4-BE49-F238E27FC236}">
                <a16:creationId xmlns:a16="http://schemas.microsoft.com/office/drawing/2014/main" id="{D642C260-A9F4-0FAF-631C-FC0DFD694795}"/>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4A82CE47-774C-ED3A-9541-FD8654897C64}"/>
              </a:ext>
            </a:extLst>
          </p:cNvPr>
          <p:cNvSpPr>
            <a:spLocks noGrp="1"/>
          </p:cNvSpPr>
          <p:nvPr>
            <p:ph idx="13"/>
          </p:nvPr>
        </p:nvSpPr>
        <p:spPr/>
        <p:txBody>
          <a:bodyPr/>
          <a:lstStyle/>
          <a:p>
            <a:endParaRPr lang="en-US"/>
          </a:p>
        </p:txBody>
      </p:sp>
      <p:sp>
        <p:nvSpPr>
          <p:cNvPr id="9" name="Content Placeholder 8">
            <a:extLst>
              <a:ext uri="{FF2B5EF4-FFF2-40B4-BE49-F238E27FC236}">
                <a16:creationId xmlns:a16="http://schemas.microsoft.com/office/drawing/2014/main" id="{F9D78D64-16EA-4420-7DE0-5C599DD4B3DD}"/>
              </a:ext>
            </a:extLst>
          </p:cNvPr>
          <p:cNvSpPr>
            <a:spLocks noGrp="1"/>
          </p:cNvSpPr>
          <p:nvPr>
            <p:ph idx="16"/>
          </p:nvPr>
        </p:nvSpPr>
        <p:spPr/>
        <p:txBody>
          <a:bodyPr/>
          <a:lstStyle/>
          <a:p>
            <a:endParaRPr lang="en-US"/>
          </a:p>
        </p:txBody>
      </p:sp>
      <p:sp>
        <p:nvSpPr>
          <p:cNvPr id="10" name="Content Placeholder 9">
            <a:extLst>
              <a:ext uri="{FF2B5EF4-FFF2-40B4-BE49-F238E27FC236}">
                <a16:creationId xmlns:a16="http://schemas.microsoft.com/office/drawing/2014/main" id="{ED15CEB5-F238-F80F-A179-198BC2E6B566}"/>
              </a:ext>
            </a:extLst>
          </p:cNvPr>
          <p:cNvSpPr>
            <a:spLocks noGrp="1"/>
          </p:cNvSpPr>
          <p:nvPr>
            <p:ph idx="15"/>
          </p:nvPr>
        </p:nvSpPr>
        <p:spPr/>
        <p:txBody>
          <a:bodyPr/>
          <a:lstStyle/>
          <a:p>
            <a:endParaRPr lang="en-US"/>
          </a:p>
        </p:txBody>
      </p:sp>
      <p:sp>
        <p:nvSpPr>
          <p:cNvPr id="11" name="Content Placeholder 10">
            <a:extLst>
              <a:ext uri="{FF2B5EF4-FFF2-40B4-BE49-F238E27FC236}">
                <a16:creationId xmlns:a16="http://schemas.microsoft.com/office/drawing/2014/main" id="{1AA4143E-C926-325F-F225-90509734E895}"/>
              </a:ext>
            </a:extLst>
          </p:cNvPr>
          <p:cNvSpPr>
            <a:spLocks noGrp="1"/>
          </p:cNvSpPr>
          <p:nvPr>
            <p:ph idx="18"/>
          </p:nvPr>
        </p:nvSpPr>
        <p:spPr/>
        <p:txBody>
          <a:bodyPr/>
          <a:lstStyle/>
          <a:p>
            <a:endParaRPr lang="en-US"/>
          </a:p>
        </p:txBody>
      </p:sp>
      <p:sp>
        <p:nvSpPr>
          <p:cNvPr id="12" name="Content Placeholder 11">
            <a:extLst>
              <a:ext uri="{FF2B5EF4-FFF2-40B4-BE49-F238E27FC236}">
                <a16:creationId xmlns:a16="http://schemas.microsoft.com/office/drawing/2014/main" id="{EA698688-02CC-AB55-196D-C4CB927EBC29}"/>
              </a:ext>
            </a:extLst>
          </p:cNvPr>
          <p:cNvSpPr>
            <a:spLocks noGrp="1"/>
          </p:cNvSpPr>
          <p:nvPr>
            <p:ph idx="17"/>
          </p:nvPr>
        </p:nvSpPr>
        <p:spPr/>
        <p:txBody>
          <a:bodyPr/>
          <a:lstStyle/>
          <a:p>
            <a:endParaRPr lang="en-US"/>
          </a:p>
        </p:txBody>
      </p:sp>
      <p:sp>
        <p:nvSpPr>
          <p:cNvPr id="13" name="Content Placeholder 12">
            <a:extLst>
              <a:ext uri="{FF2B5EF4-FFF2-40B4-BE49-F238E27FC236}">
                <a16:creationId xmlns:a16="http://schemas.microsoft.com/office/drawing/2014/main" id="{5F738772-FCF0-1A63-F87F-DA8C969E9CCA}"/>
              </a:ext>
            </a:extLst>
          </p:cNvPr>
          <p:cNvSpPr>
            <a:spLocks noGrp="1"/>
          </p:cNvSpPr>
          <p:nvPr>
            <p:ph idx="20"/>
          </p:nvPr>
        </p:nvSpPr>
        <p:spPr/>
        <p:txBody>
          <a:bodyPr/>
          <a:lstStyle/>
          <a:p>
            <a:endParaRPr lang="en-US"/>
          </a:p>
        </p:txBody>
      </p:sp>
      <p:sp>
        <p:nvSpPr>
          <p:cNvPr id="14" name="Content Placeholder 13">
            <a:extLst>
              <a:ext uri="{FF2B5EF4-FFF2-40B4-BE49-F238E27FC236}">
                <a16:creationId xmlns:a16="http://schemas.microsoft.com/office/drawing/2014/main" id="{24F06EF0-9584-93D0-1A37-EDFC1F756469}"/>
              </a:ext>
            </a:extLst>
          </p:cNvPr>
          <p:cNvSpPr>
            <a:spLocks noGrp="1"/>
          </p:cNvSpPr>
          <p:nvPr>
            <p:ph idx="19"/>
          </p:nvPr>
        </p:nvSpPr>
        <p:spPr/>
        <p:txBody>
          <a:bodyPr/>
          <a:lstStyle/>
          <a:p>
            <a:endParaRPr lang="en-US"/>
          </a:p>
        </p:txBody>
      </p:sp>
      <p:sp>
        <p:nvSpPr>
          <p:cNvPr id="15" name="Content Placeholder 14">
            <a:extLst>
              <a:ext uri="{FF2B5EF4-FFF2-40B4-BE49-F238E27FC236}">
                <a16:creationId xmlns:a16="http://schemas.microsoft.com/office/drawing/2014/main" id="{B0D8B08E-C6AF-C065-93E0-1DD1AF007FC2}"/>
              </a:ext>
            </a:extLst>
          </p:cNvPr>
          <p:cNvSpPr>
            <a:spLocks noGrp="1"/>
          </p:cNvSpPr>
          <p:nvPr>
            <p:ph idx="22"/>
          </p:nvPr>
        </p:nvSpPr>
        <p:spPr/>
        <p:txBody>
          <a:bodyPr/>
          <a:lstStyle/>
          <a:p>
            <a:endParaRPr lang="en-US"/>
          </a:p>
        </p:txBody>
      </p:sp>
      <p:sp>
        <p:nvSpPr>
          <p:cNvPr id="16" name="Content Placeholder 15">
            <a:extLst>
              <a:ext uri="{FF2B5EF4-FFF2-40B4-BE49-F238E27FC236}">
                <a16:creationId xmlns:a16="http://schemas.microsoft.com/office/drawing/2014/main" id="{AEE00AF4-A03C-1018-F52D-2F7A2A728797}"/>
              </a:ext>
            </a:extLst>
          </p:cNvPr>
          <p:cNvSpPr>
            <a:spLocks noGrp="1"/>
          </p:cNvSpPr>
          <p:nvPr>
            <p:ph idx="21"/>
          </p:nvPr>
        </p:nvSpPr>
        <p:spPr/>
        <p:txBody>
          <a:bodyPr/>
          <a:lstStyle/>
          <a:p>
            <a:endParaRPr lang="en-US"/>
          </a:p>
        </p:txBody>
      </p:sp>
      <p:sp>
        <p:nvSpPr>
          <p:cNvPr id="17" name="Content Placeholder 16">
            <a:extLst>
              <a:ext uri="{FF2B5EF4-FFF2-40B4-BE49-F238E27FC236}">
                <a16:creationId xmlns:a16="http://schemas.microsoft.com/office/drawing/2014/main" id="{FDC9AEF2-9CE2-FAE8-4891-6D550011B1E5}"/>
              </a:ext>
            </a:extLst>
          </p:cNvPr>
          <p:cNvSpPr>
            <a:spLocks noGrp="1"/>
          </p:cNvSpPr>
          <p:nvPr>
            <p:ph idx="24"/>
          </p:nvPr>
        </p:nvSpPr>
        <p:spPr/>
        <p:txBody>
          <a:bodyPr/>
          <a:lstStyle/>
          <a:p>
            <a:endParaRPr lang="en-US"/>
          </a:p>
        </p:txBody>
      </p:sp>
      <p:sp>
        <p:nvSpPr>
          <p:cNvPr id="18" name="Content Placeholder 17">
            <a:extLst>
              <a:ext uri="{FF2B5EF4-FFF2-40B4-BE49-F238E27FC236}">
                <a16:creationId xmlns:a16="http://schemas.microsoft.com/office/drawing/2014/main" id="{003286F8-23D8-9A81-F34C-96C6F655074F}"/>
              </a:ext>
            </a:extLst>
          </p:cNvPr>
          <p:cNvSpPr>
            <a:spLocks noGrp="1"/>
          </p:cNvSpPr>
          <p:nvPr>
            <p:ph idx="23"/>
          </p:nvPr>
        </p:nvSpPr>
        <p:spPr/>
        <p:txBody>
          <a:bodyPr/>
          <a:lstStyle/>
          <a:p>
            <a:endParaRPr lang="en-US"/>
          </a:p>
        </p:txBody>
      </p:sp>
      <p:sp>
        <p:nvSpPr>
          <p:cNvPr id="19" name="Content Placeholder 18">
            <a:extLst>
              <a:ext uri="{FF2B5EF4-FFF2-40B4-BE49-F238E27FC236}">
                <a16:creationId xmlns:a16="http://schemas.microsoft.com/office/drawing/2014/main" id="{587C13E2-F154-8B58-36C5-A94D273675F2}"/>
              </a:ext>
            </a:extLst>
          </p:cNvPr>
          <p:cNvSpPr>
            <a:spLocks noGrp="1"/>
          </p:cNvSpPr>
          <p:nvPr>
            <p:ph idx="26"/>
          </p:nvPr>
        </p:nvSpPr>
        <p:spPr/>
        <p:txBody>
          <a:bodyPr/>
          <a:lstStyle/>
          <a:p>
            <a:endParaRPr lang="en-US"/>
          </a:p>
        </p:txBody>
      </p:sp>
      <p:sp>
        <p:nvSpPr>
          <p:cNvPr id="20" name="Content Placeholder 19">
            <a:extLst>
              <a:ext uri="{FF2B5EF4-FFF2-40B4-BE49-F238E27FC236}">
                <a16:creationId xmlns:a16="http://schemas.microsoft.com/office/drawing/2014/main" id="{1F2E95FE-59F8-EBD7-4B05-026D194E1619}"/>
              </a:ext>
            </a:extLst>
          </p:cNvPr>
          <p:cNvSpPr>
            <a:spLocks noGrp="1"/>
          </p:cNvSpPr>
          <p:nvPr>
            <p:ph idx="25"/>
          </p:nvPr>
        </p:nvSpPr>
        <p:spPr/>
        <p:txBody>
          <a:bodyPr/>
          <a:lstStyle/>
          <a:p>
            <a:endParaRPr lang="en-US"/>
          </a:p>
        </p:txBody>
      </p:sp>
    </p:spTree>
    <p:extLst>
      <p:ext uri="{BB962C8B-B14F-4D97-AF65-F5344CB8AC3E}">
        <p14:creationId xmlns:p14="http://schemas.microsoft.com/office/powerpoint/2010/main" val="1492949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9630-9FAA-8ED7-7D01-1A141680454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390BCA-EAC1-EDA1-6349-08B511F0BDAA}"/>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3772026D-6AC3-6E17-861B-5335EDC0A17E}"/>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56BF4920-7877-579A-B123-68EA8DA56427}"/>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3AEF6331-AB33-5739-0EAF-8B305ED0FB57}"/>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CE4EEC24-C9E6-60C5-FE6C-7B4E8AE62F7B}"/>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988FACBC-74FB-C281-2EA2-8C8D2B4B9FBF}"/>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D0A7298B-AB52-5A93-6C44-8286F8A35375}"/>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6653A630-C89A-3DE3-DC9C-2FC183BA0081}"/>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2E6F7B11-956A-18E7-663B-3BEE4AD16B7C}"/>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06F8C0BA-4CC4-29DC-422E-E36E21EF95F5}"/>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46551084-1A0A-4B5D-DD75-A8391C898008}"/>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B78FA66F-46D7-8929-41F2-D1287131C3D9}"/>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2187250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E4D1-397B-C286-4AE2-345D6134D02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5A7E61-4D18-6038-2F50-8A9333393C84}"/>
              </a:ext>
            </a:extLst>
          </p:cNvPr>
          <p:cNvSpPr>
            <a:spLocks noGrp="1"/>
          </p:cNvSpPr>
          <p:nvPr>
            <p:ph type="body" sz="quarter" idx="29"/>
          </p:nvPr>
        </p:nvSpPr>
        <p:spPr/>
        <p:txBody>
          <a:bodyPr/>
          <a:lstStyle/>
          <a:p>
            <a:endParaRPr lang="en-US"/>
          </a:p>
        </p:txBody>
      </p:sp>
      <p:sp>
        <p:nvSpPr>
          <p:cNvPr id="4" name="Text Placeholder 3">
            <a:extLst>
              <a:ext uri="{FF2B5EF4-FFF2-40B4-BE49-F238E27FC236}">
                <a16:creationId xmlns:a16="http://schemas.microsoft.com/office/drawing/2014/main" id="{8C8E44F4-EC24-0731-03C4-A1320D1427AB}"/>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A230C008-536D-2695-A104-CF3C08DE285A}"/>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E32F70BB-AFB2-F4FD-6FE5-2F50E6D97349}"/>
              </a:ext>
            </a:extLst>
          </p:cNvPr>
          <p:cNvSpPr>
            <a:spLocks noGrp="1"/>
          </p:cNvSpPr>
          <p:nvPr>
            <p:ph type="body" sz="quarter" idx="35"/>
          </p:nvPr>
        </p:nvSpPr>
        <p:spPr/>
        <p:txBody>
          <a:bodyPr/>
          <a:lstStyle/>
          <a:p>
            <a:endParaRPr lang="en-US"/>
          </a:p>
        </p:txBody>
      </p:sp>
      <p:sp>
        <p:nvSpPr>
          <p:cNvPr id="7" name="Text Placeholder 6">
            <a:extLst>
              <a:ext uri="{FF2B5EF4-FFF2-40B4-BE49-F238E27FC236}">
                <a16:creationId xmlns:a16="http://schemas.microsoft.com/office/drawing/2014/main" id="{6D6718B8-C5B1-77B6-7193-F80CD9B4AB22}"/>
              </a:ext>
            </a:extLst>
          </p:cNvPr>
          <p:cNvSpPr>
            <a:spLocks noGrp="1"/>
          </p:cNvSpPr>
          <p:nvPr>
            <p:ph type="body" sz="quarter" idx="31"/>
          </p:nvPr>
        </p:nvSpPr>
        <p:spPr/>
        <p:txBody>
          <a:bodyPr/>
          <a:lstStyle/>
          <a:p>
            <a:endParaRPr lang="en-US"/>
          </a:p>
        </p:txBody>
      </p:sp>
      <p:sp>
        <p:nvSpPr>
          <p:cNvPr id="8" name="Text Placeholder 7">
            <a:extLst>
              <a:ext uri="{FF2B5EF4-FFF2-40B4-BE49-F238E27FC236}">
                <a16:creationId xmlns:a16="http://schemas.microsoft.com/office/drawing/2014/main" id="{29ED3FFC-75A2-60D1-D171-2365712A4313}"/>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BFDE8242-64FF-2623-B2D2-778A593CFEEB}"/>
              </a:ext>
            </a:extLst>
          </p:cNvPr>
          <p:cNvSpPr>
            <a:spLocks noGrp="1"/>
          </p:cNvSpPr>
          <p:nvPr>
            <p:ph type="body" sz="quarter" idx="32"/>
          </p:nvPr>
        </p:nvSpPr>
        <p:spPr/>
        <p:txBody>
          <a:bodyPr/>
          <a:lstStyle/>
          <a:p>
            <a:endParaRPr lang="en-US"/>
          </a:p>
        </p:txBody>
      </p:sp>
      <p:sp>
        <p:nvSpPr>
          <p:cNvPr id="10" name="Text Placeholder 9">
            <a:extLst>
              <a:ext uri="{FF2B5EF4-FFF2-40B4-BE49-F238E27FC236}">
                <a16:creationId xmlns:a16="http://schemas.microsoft.com/office/drawing/2014/main" id="{B4FD9872-72EC-4FBE-B89D-9B5EC6647E38}"/>
              </a:ext>
            </a:extLst>
          </p:cNvPr>
          <p:cNvSpPr>
            <a:spLocks noGrp="1"/>
          </p:cNvSpPr>
          <p:nvPr>
            <p:ph type="body" sz="quarter" idx="39"/>
          </p:nvPr>
        </p:nvSpPr>
        <p:spPr/>
        <p:txBody>
          <a:bodyPr/>
          <a:lstStyle/>
          <a:p>
            <a:endParaRPr lang="en-US"/>
          </a:p>
        </p:txBody>
      </p:sp>
      <p:sp>
        <p:nvSpPr>
          <p:cNvPr id="11" name="Text Placeholder 10">
            <a:extLst>
              <a:ext uri="{FF2B5EF4-FFF2-40B4-BE49-F238E27FC236}">
                <a16:creationId xmlns:a16="http://schemas.microsoft.com/office/drawing/2014/main" id="{EB33E89B-C2D9-081D-D0DE-34C3397F55FE}"/>
              </a:ext>
            </a:extLst>
          </p:cNvPr>
          <p:cNvSpPr>
            <a:spLocks noGrp="1"/>
          </p:cNvSpPr>
          <p:nvPr>
            <p:ph type="body" sz="quarter" idx="33"/>
          </p:nvPr>
        </p:nvSpPr>
        <p:spPr/>
        <p:txBody>
          <a:bodyPr/>
          <a:lstStyle/>
          <a:p>
            <a:endParaRPr lang="en-US"/>
          </a:p>
        </p:txBody>
      </p:sp>
      <p:sp>
        <p:nvSpPr>
          <p:cNvPr id="12" name="Text Placeholder 11">
            <a:extLst>
              <a:ext uri="{FF2B5EF4-FFF2-40B4-BE49-F238E27FC236}">
                <a16:creationId xmlns:a16="http://schemas.microsoft.com/office/drawing/2014/main" id="{9EFFCD70-0B76-E89C-6CB7-70DE26DF29C2}"/>
              </a:ext>
            </a:extLst>
          </p:cNvPr>
          <p:cNvSpPr>
            <a:spLocks noGrp="1"/>
          </p:cNvSpPr>
          <p:nvPr>
            <p:ph type="body" sz="quarter" idx="41"/>
          </p:nvPr>
        </p:nvSpPr>
        <p:spPr/>
        <p:txBody>
          <a:bodyPr/>
          <a:lstStyle/>
          <a:p>
            <a:endParaRPr lang="en-US"/>
          </a:p>
        </p:txBody>
      </p:sp>
      <p:sp>
        <p:nvSpPr>
          <p:cNvPr id="13" name="Text Placeholder 12">
            <a:extLst>
              <a:ext uri="{FF2B5EF4-FFF2-40B4-BE49-F238E27FC236}">
                <a16:creationId xmlns:a16="http://schemas.microsoft.com/office/drawing/2014/main" id="{F6572A1F-BBD0-B45E-975C-F2B820A35CA3}"/>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242502A1-8455-D248-FB2F-1605320D336A}"/>
              </a:ext>
            </a:extLst>
          </p:cNvPr>
          <p:cNvSpPr>
            <a:spLocks noGrp="1"/>
          </p:cNvSpPr>
          <p:nvPr>
            <p:ph type="body" sz="quarter" idx="43"/>
          </p:nvPr>
        </p:nvSpPr>
        <p:spPr/>
        <p:txBody>
          <a:bodyPr/>
          <a:lstStyle/>
          <a:p>
            <a:endParaRPr lang="en-US"/>
          </a:p>
        </p:txBody>
      </p:sp>
    </p:spTree>
    <p:extLst>
      <p:ext uri="{BB962C8B-B14F-4D97-AF65-F5344CB8AC3E}">
        <p14:creationId xmlns:p14="http://schemas.microsoft.com/office/powerpoint/2010/main" val="41686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362FC-989F-41F8-58B4-6847ABA06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4DF8E9-4125-CB14-AF16-014A0AD244A1}"/>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4182977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F3FD-B886-9613-836B-814ACAEAE7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2E048F-63A6-C841-2E33-E2226DA713FC}"/>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640882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F2FC-A4F5-9DF4-B8C7-0DF86662DC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601147-EA89-669C-D932-D90E18CE4CA0}"/>
              </a:ext>
            </a:extLst>
          </p:cNvPr>
          <p:cNvSpPr>
            <a:spLocks noGrp="1"/>
          </p:cNvSpPr>
          <p:nvPr>
            <p:ph sz="quarter" idx="10"/>
          </p:nvPr>
        </p:nvSpPr>
        <p:spPr/>
        <p:txBody>
          <a:bodyPr/>
          <a:lstStyle/>
          <a:p>
            <a:endParaRPr lang="en-US" dirty="0"/>
          </a:p>
        </p:txBody>
      </p:sp>
    </p:spTree>
    <p:extLst>
      <p:ext uri="{BB962C8B-B14F-4D97-AF65-F5344CB8AC3E}">
        <p14:creationId xmlns:p14="http://schemas.microsoft.com/office/powerpoint/2010/main" val="2161257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6C0C99-102C-169D-F435-CCBB66D65F0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0E033CAC-42DC-C3BF-FF11-14778FB121D8}"/>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3901951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7DAD0E-F073-2BDA-5BFC-B20DB8533D79}"/>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9C36299-8E0F-0BF0-27F9-1A402D6839EF}"/>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573461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697C-B477-4E56-3B9C-B70CD7B6FE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7B7BCE-56ED-F211-7A50-E8E0D4C16210}"/>
              </a:ext>
            </a:extLst>
          </p:cNvPr>
          <p:cNvSpPr>
            <a:spLocks noGrp="1"/>
          </p:cNvSpPr>
          <p:nvPr>
            <p:ph type="body" sz="quarter" idx="29"/>
          </p:nvPr>
        </p:nvSpPr>
        <p:spPr/>
        <p:txBody>
          <a:bodyPr/>
          <a:lstStyle/>
          <a:p>
            <a:r>
              <a:rPr lang="en-US" dirty="0"/>
              <a:t>03</a:t>
            </a:r>
          </a:p>
        </p:txBody>
      </p:sp>
      <p:sp>
        <p:nvSpPr>
          <p:cNvPr id="3" name="Title 2">
            <a:extLst>
              <a:ext uri="{FF2B5EF4-FFF2-40B4-BE49-F238E27FC236}">
                <a16:creationId xmlns:a16="http://schemas.microsoft.com/office/drawing/2014/main" id="{5BDE6388-C721-FCD3-D245-9DD3FCAB494D}"/>
              </a:ext>
            </a:extLst>
          </p:cNvPr>
          <p:cNvSpPr>
            <a:spLocks noGrp="1"/>
          </p:cNvSpPr>
          <p:nvPr>
            <p:ph type="ctrTitle"/>
          </p:nvPr>
        </p:nvSpPr>
        <p:spPr/>
        <p:txBody>
          <a:bodyPr/>
          <a:lstStyle/>
          <a:p>
            <a:r>
              <a:rPr lang="en-US"/>
              <a:t>TEXT &amp; IMAGE</a:t>
            </a:r>
            <a:br>
              <a:rPr lang="en-US"/>
            </a:br>
            <a:r>
              <a:rPr lang="en-US"/>
              <a:t>LAYOUT SLIDES</a:t>
            </a:r>
          </a:p>
        </p:txBody>
      </p:sp>
    </p:spTree>
    <p:extLst>
      <p:ext uri="{BB962C8B-B14F-4D97-AF65-F5344CB8AC3E}">
        <p14:creationId xmlns:p14="http://schemas.microsoft.com/office/powerpoint/2010/main" val="3006127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B0C3-71C8-966C-A092-E707F1980B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BD2EA3-AE58-BCEB-0F22-17FFAEFAF917}"/>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442512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192AE3-2C15-ED67-BD5F-ABB97A8DD2B8}"/>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601559-0C9B-E9D6-74B6-D457CA781340}"/>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347293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9A4D86-0185-A13A-F528-EAC426A49D2F}"/>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74FCA82-2CCF-9737-F515-D3A5F9B45AD2}"/>
              </a:ext>
            </a:extLst>
          </p:cNvPr>
          <p:cNvSpPr>
            <a:spLocks noGrp="1"/>
          </p:cNvSpPr>
          <p:nvPr>
            <p:ph sz="quarter" idx="13"/>
          </p:nvPr>
        </p:nvSpPr>
        <p:spPr/>
        <p:txBody>
          <a:bodyPr>
            <a:normAutofit/>
          </a:bodyPr>
          <a:lstStyle/>
          <a:p>
            <a:pPr marL="137160" indent="-137160"/>
            <a:endParaRPr lang="en-US" sz="2000"/>
          </a:p>
        </p:txBody>
      </p:sp>
    </p:spTree>
    <p:extLst>
      <p:ext uri="{BB962C8B-B14F-4D97-AF65-F5344CB8AC3E}">
        <p14:creationId xmlns:p14="http://schemas.microsoft.com/office/powerpoint/2010/main" val="28726475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8F3F-7A54-49BB-4586-D3ED089538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9AFCFF-1183-5916-2C33-B746A07FBD92}"/>
              </a:ext>
            </a:extLst>
          </p:cNvPr>
          <p:cNvSpPr>
            <a:spLocks noGrp="1"/>
          </p:cNvSpPr>
          <p:nvPr>
            <p:ph sz="half" idx="30"/>
          </p:nvPr>
        </p:nvSpPr>
        <p:spPr/>
        <p:txBody>
          <a:bodyPr/>
          <a:lstStyle/>
          <a:p>
            <a:endParaRPr lang="en-US"/>
          </a:p>
        </p:txBody>
      </p:sp>
      <p:sp>
        <p:nvSpPr>
          <p:cNvPr id="4" name="Text Placeholder 3">
            <a:extLst>
              <a:ext uri="{FF2B5EF4-FFF2-40B4-BE49-F238E27FC236}">
                <a16:creationId xmlns:a16="http://schemas.microsoft.com/office/drawing/2014/main" id="{81838D0E-CE63-44B1-CE60-ACA500B2C065}"/>
              </a:ext>
            </a:extLst>
          </p:cNvPr>
          <p:cNvSpPr>
            <a:spLocks noGrp="1"/>
          </p:cNvSpPr>
          <p:nvPr>
            <p:ph type="body" sz="quarter" idx="53"/>
          </p:nvPr>
        </p:nvSpPr>
        <p:spPr/>
        <p:txBody>
          <a:bodyPr/>
          <a:lstStyle/>
          <a:p>
            <a:endParaRPr lang="en-US"/>
          </a:p>
        </p:txBody>
      </p:sp>
      <p:sp>
        <p:nvSpPr>
          <p:cNvPr id="5" name="Content Placeholder 4">
            <a:extLst>
              <a:ext uri="{FF2B5EF4-FFF2-40B4-BE49-F238E27FC236}">
                <a16:creationId xmlns:a16="http://schemas.microsoft.com/office/drawing/2014/main" id="{A485BCAA-59F6-2BF7-56CD-2874E29DD3C8}"/>
              </a:ext>
            </a:extLst>
          </p:cNvPr>
          <p:cNvSpPr>
            <a:spLocks noGrp="1"/>
          </p:cNvSpPr>
          <p:nvPr>
            <p:ph sz="half" idx="51"/>
          </p:nvPr>
        </p:nvSpPr>
        <p:spPr/>
        <p:txBody>
          <a:bodyPr/>
          <a:lstStyle/>
          <a:p>
            <a:pPr marL="137160" indent="-137160"/>
            <a:endParaRPr lang="en-US"/>
          </a:p>
        </p:txBody>
      </p:sp>
      <p:sp>
        <p:nvSpPr>
          <p:cNvPr id="6" name="Content Placeholder 5">
            <a:extLst>
              <a:ext uri="{FF2B5EF4-FFF2-40B4-BE49-F238E27FC236}">
                <a16:creationId xmlns:a16="http://schemas.microsoft.com/office/drawing/2014/main" id="{B82307C3-11D4-B6E0-DD57-FC0C352C01B8}"/>
              </a:ext>
            </a:extLst>
          </p:cNvPr>
          <p:cNvSpPr>
            <a:spLocks noGrp="1"/>
          </p:cNvSpPr>
          <p:nvPr>
            <p:ph sz="half" idx="57"/>
          </p:nvPr>
        </p:nvSpPr>
        <p:spPr/>
        <p:txBody>
          <a:bodyPr/>
          <a:lstStyle/>
          <a:p>
            <a:endParaRPr lang="en-US"/>
          </a:p>
        </p:txBody>
      </p:sp>
      <p:sp>
        <p:nvSpPr>
          <p:cNvPr id="7" name="Text Placeholder 6">
            <a:extLst>
              <a:ext uri="{FF2B5EF4-FFF2-40B4-BE49-F238E27FC236}">
                <a16:creationId xmlns:a16="http://schemas.microsoft.com/office/drawing/2014/main" id="{67401019-06EA-036F-AE8C-8ECE32CFF54C}"/>
              </a:ext>
            </a:extLst>
          </p:cNvPr>
          <p:cNvSpPr>
            <a:spLocks noGrp="1"/>
          </p:cNvSpPr>
          <p:nvPr>
            <p:ph type="body" sz="quarter" idx="36"/>
          </p:nvPr>
        </p:nvSpPr>
        <p:spPr/>
        <p:txBody>
          <a:bodyPr/>
          <a:lstStyle/>
          <a:p>
            <a:endParaRPr lang="en-US"/>
          </a:p>
        </p:txBody>
      </p:sp>
      <p:sp>
        <p:nvSpPr>
          <p:cNvPr id="8" name="Content Placeholder 7">
            <a:extLst>
              <a:ext uri="{FF2B5EF4-FFF2-40B4-BE49-F238E27FC236}">
                <a16:creationId xmlns:a16="http://schemas.microsoft.com/office/drawing/2014/main" id="{3F02CBCD-2E23-A360-4235-DC3C6B20A657}"/>
              </a:ext>
            </a:extLst>
          </p:cNvPr>
          <p:cNvSpPr>
            <a:spLocks noGrp="1"/>
          </p:cNvSpPr>
          <p:nvPr>
            <p:ph sz="half" idx="34"/>
          </p:nvPr>
        </p:nvSpPr>
        <p:spPr/>
        <p:txBody>
          <a:bodyPr>
            <a:normAutofit/>
          </a:bodyPr>
          <a:lstStyle/>
          <a:p>
            <a:pPr marL="137160" indent="-137160"/>
            <a:endParaRPr lang="en-US"/>
          </a:p>
        </p:txBody>
      </p:sp>
      <p:sp>
        <p:nvSpPr>
          <p:cNvPr id="9" name="Content Placeholder 8">
            <a:extLst>
              <a:ext uri="{FF2B5EF4-FFF2-40B4-BE49-F238E27FC236}">
                <a16:creationId xmlns:a16="http://schemas.microsoft.com/office/drawing/2014/main" id="{B293698C-BB69-519F-E5E6-757DDFA9FFE0}"/>
              </a:ext>
            </a:extLst>
          </p:cNvPr>
          <p:cNvSpPr>
            <a:spLocks noGrp="1"/>
          </p:cNvSpPr>
          <p:nvPr>
            <p:ph sz="half" idx="58"/>
          </p:nvPr>
        </p:nvSpPr>
        <p:spPr/>
        <p:txBody>
          <a:bodyPr/>
          <a:lstStyle/>
          <a:p>
            <a:endParaRPr lang="en-US"/>
          </a:p>
        </p:txBody>
      </p:sp>
      <p:sp>
        <p:nvSpPr>
          <p:cNvPr id="10" name="Text Placeholder 9">
            <a:extLst>
              <a:ext uri="{FF2B5EF4-FFF2-40B4-BE49-F238E27FC236}">
                <a16:creationId xmlns:a16="http://schemas.microsoft.com/office/drawing/2014/main" id="{AF5AF1B4-982D-C290-3C8E-398AD14BE43C}"/>
              </a:ext>
            </a:extLst>
          </p:cNvPr>
          <p:cNvSpPr>
            <a:spLocks noGrp="1"/>
          </p:cNvSpPr>
          <p:nvPr>
            <p:ph type="body" sz="quarter" idx="56"/>
          </p:nvPr>
        </p:nvSpPr>
        <p:spPr/>
        <p:txBody>
          <a:bodyPr/>
          <a:lstStyle/>
          <a:p>
            <a:endParaRPr lang="en-US"/>
          </a:p>
        </p:txBody>
      </p:sp>
      <p:sp>
        <p:nvSpPr>
          <p:cNvPr id="11" name="Content Placeholder 10">
            <a:extLst>
              <a:ext uri="{FF2B5EF4-FFF2-40B4-BE49-F238E27FC236}">
                <a16:creationId xmlns:a16="http://schemas.microsoft.com/office/drawing/2014/main" id="{97536691-8E4E-7E00-CB87-78173A5045EE}"/>
              </a:ext>
            </a:extLst>
          </p:cNvPr>
          <p:cNvSpPr>
            <a:spLocks noGrp="1"/>
          </p:cNvSpPr>
          <p:nvPr>
            <p:ph sz="half" idx="54"/>
          </p:nvPr>
        </p:nvSpPr>
        <p:spPr/>
        <p:txBody>
          <a:bodyPr/>
          <a:lstStyle/>
          <a:p>
            <a:pPr marL="137160" indent="-137160"/>
            <a:endParaRPr lang="en-US"/>
          </a:p>
        </p:txBody>
      </p:sp>
    </p:spTree>
    <p:extLst>
      <p:ext uri="{BB962C8B-B14F-4D97-AF65-F5344CB8AC3E}">
        <p14:creationId xmlns:p14="http://schemas.microsoft.com/office/powerpoint/2010/main" val="40838504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FCB7-B1C8-461B-B72C-F3471CBD669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77031E3-1968-5D13-9071-E1AE9ADDCDB0}"/>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731DEA3-53F2-7DB1-E4CF-94EE8F69E868}"/>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37C1912B-603F-0CCC-82AE-670DAD844C04}"/>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AF549115-714C-7221-E09E-FA9534C9C3A2}"/>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4F386ED-9FAB-6868-6D60-3C707FBDB00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92C9348B-3E55-1F11-310A-6E7B2517535E}"/>
              </a:ext>
            </a:extLst>
          </p:cNvPr>
          <p:cNvSpPr>
            <a:spLocks noGrp="1"/>
          </p:cNvSpPr>
          <p:nvPr>
            <p:ph type="body" sz="quarter" idx="26"/>
          </p:nvPr>
        </p:nvSpPr>
        <p:spPr/>
        <p:txBody>
          <a:bodyPr/>
          <a:lstStyle/>
          <a:p>
            <a:endParaRPr lang="en-US"/>
          </a:p>
        </p:txBody>
      </p:sp>
      <p:sp>
        <p:nvSpPr>
          <p:cNvPr id="18" name="Text Placeholder 17">
            <a:extLst>
              <a:ext uri="{FF2B5EF4-FFF2-40B4-BE49-F238E27FC236}">
                <a16:creationId xmlns:a16="http://schemas.microsoft.com/office/drawing/2014/main" id="{1CDE73D5-C7D4-4C0C-D917-25C8928D402C}"/>
              </a:ext>
            </a:extLst>
          </p:cNvPr>
          <p:cNvSpPr>
            <a:spLocks noGrp="1"/>
          </p:cNvSpPr>
          <p:nvPr>
            <p:ph type="body" sz="quarter" idx="27"/>
          </p:nvPr>
        </p:nvSpPr>
        <p:spPr/>
        <p:txBody>
          <a:bodyPr/>
          <a:lstStyle/>
          <a:p>
            <a:endParaRPr lang="en-US"/>
          </a:p>
        </p:txBody>
      </p:sp>
      <p:sp>
        <p:nvSpPr>
          <p:cNvPr id="19" name="Text Placeholder 18">
            <a:extLst>
              <a:ext uri="{FF2B5EF4-FFF2-40B4-BE49-F238E27FC236}">
                <a16:creationId xmlns:a16="http://schemas.microsoft.com/office/drawing/2014/main" id="{8F09D73A-3A15-40DE-EB77-77C6AA934259}"/>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3183922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8144D6C-581E-0843-F851-4E3C83273442}"/>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C379262C-1FFA-E816-F8F9-611AF89312E0}"/>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DD6F43F-F6AC-5929-142D-058E91734C5F}"/>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3BDFB2DE-3932-72C9-6DA7-EB8BC92C0B20}"/>
              </a:ext>
            </a:extLst>
          </p:cNvPr>
          <p:cNvSpPr>
            <a:spLocks noGrp="1"/>
          </p:cNvSpPr>
          <p:nvPr>
            <p:ph type="body" sz="quarter" idx="33"/>
          </p:nvPr>
        </p:nvSpPr>
        <p:spPr/>
        <p:txBody>
          <a:bodyPr/>
          <a:lstStyle/>
          <a:p>
            <a:endParaRPr lang="en-US"/>
          </a:p>
        </p:txBody>
      </p:sp>
      <p:sp>
        <p:nvSpPr>
          <p:cNvPr id="15" name="Text Placeholder 14">
            <a:extLst>
              <a:ext uri="{FF2B5EF4-FFF2-40B4-BE49-F238E27FC236}">
                <a16:creationId xmlns:a16="http://schemas.microsoft.com/office/drawing/2014/main" id="{03513079-8E89-FA4C-0AFB-86686624F66F}"/>
              </a:ext>
            </a:extLst>
          </p:cNvPr>
          <p:cNvSpPr>
            <a:spLocks noGrp="1"/>
          </p:cNvSpPr>
          <p:nvPr>
            <p:ph type="body" sz="quarter" idx="34"/>
          </p:nvPr>
        </p:nvSpPr>
        <p:spPr/>
        <p:txBody>
          <a:bodyPr/>
          <a:lstStyle/>
          <a:p>
            <a:endParaRPr lang="en-US"/>
          </a:p>
        </p:txBody>
      </p:sp>
      <p:sp>
        <p:nvSpPr>
          <p:cNvPr id="12" name="Text Placeholder 11">
            <a:extLst>
              <a:ext uri="{FF2B5EF4-FFF2-40B4-BE49-F238E27FC236}">
                <a16:creationId xmlns:a16="http://schemas.microsoft.com/office/drawing/2014/main" id="{C2C4EA2C-7DED-8BA6-A684-0BDB9C734AF5}"/>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9A737EFE-8B18-A620-148A-4F2094F0A2FF}"/>
              </a:ext>
            </a:extLst>
          </p:cNvPr>
          <p:cNvSpPr>
            <a:spLocks noGrp="1"/>
          </p:cNvSpPr>
          <p:nvPr>
            <p:ph type="body" sz="quarter" idx="32"/>
          </p:nvPr>
        </p:nvSpPr>
        <p:spPr/>
        <p:txBody>
          <a:bodyPr/>
          <a:lstStyle/>
          <a:p>
            <a:endParaRPr lang="en-US"/>
          </a:p>
        </p:txBody>
      </p:sp>
    </p:spTree>
    <p:extLst>
      <p:ext uri="{BB962C8B-B14F-4D97-AF65-F5344CB8AC3E}">
        <p14:creationId xmlns:p14="http://schemas.microsoft.com/office/powerpoint/2010/main" val="436104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AD54C6-D2C3-E005-B94F-26F8EF9EA693}"/>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8818D060-9AF3-302B-83F2-2FF66B2A27B9}"/>
              </a:ext>
            </a:extLst>
          </p:cNvPr>
          <p:cNvSpPr>
            <a:spLocks noGrp="1"/>
          </p:cNvSpPr>
          <p:nvPr>
            <p:ph type="body" sz="quarter" idx="22"/>
          </p:nvPr>
        </p:nvSpPr>
        <p:spPr/>
        <p:txBody>
          <a:bodyPr/>
          <a:lstStyle/>
          <a:p>
            <a:endParaRPr lang="en-US"/>
          </a:p>
        </p:txBody>
      </p:sp>
      <p:sp>
        <p:nvSpPr>
          <p:cNvPr id="8" name="Text Placeholder 7">
            <a:extLst>
              <a:ext uri="{FF2B5EF4-FFF2-40B4-BE49-F238E27FC236}">
                <a16:creationId xmlns:a16="http://schemas.microsoft.com/office/drawing/2014/main" id="{87CD34E0-1B5E-CE89-7DF7-2B5D6AF15B38}"/>
              </a:ext>
            </a:extLst>
          </p:cNvPr>
          <p:cNvSpPr>
            <a:spLocks noGrp="1"/>
          </p:cNvSpPr>
          <p:nvPr>
            <p:ph type="body" sz="quarter" idx="21"/>
          </p:nvPr>
        </p:nvSpPr>
        <p:spPr/>
        <p:txBody>
          <a:bodyPr/>
          <a:lstStyle/>
          <a:p>
            <a:endParaRPr lang="en-US" dirty="0"/>
          </a:p>
        </p:txBody>
      </p:sp>
      <p:sp>
        <p:nvSpPr>
          <p:cNvPr id="10" name="Text Placeholder 9">
            <a:extLst>
              <a:ext uri="{FF2B5EF4-FFF2-40B4-BE49-F238E27FC236}">
                <a16:creationId xmlns:a16="http://schemas.microsoft.com/office/drawing/2014/main" id="{5CC98A78-A88D-4F5F-E286-EB27B645732E}"/>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FC900B2-9441-4A46-8939-44868D6599E7}"/>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180865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7DF2BE-E927-DE6E-1881-FADD0CA71AD7}"/>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746CE7F9-2AD6-00F1-D5B9-9F26A9FFB330}"/>
              </a:ext>
            </a:extLst>
          </p:cNvPr>
          <p:cNvSpPr>
            <a:spLocks noGrp="1"/>
          </p:cNvSpPr>
          <p:nvPr>
            <p:ph type="body" sz="half" idx="2"/>
          </p:nvPr>
        </p:nvSpPr>
        <p:spPr/>
        <p:txBody>
          <a:bodyPr/>
          <a:lstStyle/>
          <a:p>
            <a:endParaRPr lang="en-US"/>
          </a:p>
        </p:txBody>
      </p:sp>
      <p:sp>
        <p:nvSpPr>
          <p:cNvPr id="6" name="Content Placeholder 5">
            <a:extLst>
              <a:ext uri="{FF2B5EF4-FFF2-40B4-BE49-F238E27FC236}">
                <a16:creationId xmlns:a16="http://schemas.microsoft.com/office/drawing/2014/main" id="{F47446F5-DB13-A6D4-A232-F3D0B2FCD51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1983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5BA97B2-5C7A-BDB1-2022-88D34174A0C7}"/>
              </a:ext>
            </a:extLst>
          </p:cNvPr>
          <p:cNvSpPr>
            <a:spLocks noGrp="1"/>
          </p:cNvSpPr>
          <p:nvPr>
            <p:ph type="title"/>
          </p:nvPr>
        </p:nvSpPr>
        <p:spPr/>
        <p:txBody>
          <a:bodyPr/>
          <a:lstStyle/>
          <a:p>
            <a:endParaRPr lang="en-US"/>
          </a:p>
        </p:txBody>
      </p:sp>
      <p:sp>
        <p:nvSpPr>
          <p:cNvPr id="14" name="Content Placeholder 13">
            <a:extLst>
              <a:ext uri="{FF2B5EF4-FFF2-40B4-BE49-F238E27FC236}">
                <a16:creationId xmlns:a16="http://schemas.microsoft.com/office/drawing/2014/main" id="{6F32537D-F195-66CB-D60F-EABC35BE39EE}"/>
              </a:ext>
            </a:extLst>
          </p:cNvPr>
          <p:cNvSpPr>
            <a:spLocks noGrp="1"/>
          </p:cNvSpPr>
          <p:nvPr>
            <p:ph sz="half" idx="30"/>
          </p:nvPr>
        </p:nvSpPr>
        <p:spPr/>
        <p:txBody>
          <a:bodyPr/>
          <a:lstStyle/>
          <a:p>
            <a:endParaRPr lang="en-US"/>
          </a:p>
        </p:txBody>
      </p:sp>
      <p:sp>
        <p:nvSpPr>
          <p:cNvPr id="12" name="Content Placeholder 11">
            <a:extLst>
              <a:ext uri="{FF2B5EF4-FFF2-40B4-BE49-F238E27FC236}">
                <a16:creationId xmlns:a16="http://schemas.microsoft.com/office/drawing/2014/main" id="{8D22EBDC-2532-1E4C-BDBA-90EB1D6973D1}"/>
              </a:ext>
            </a:extLst>
          </p:cNvPr>
          <p:cNvSpPr>
            <a:spLocks noGrp="1"/>
          </p:cNvSpPr>
          <p:nvPr>
            <p:ph sz="half" idx="1"/>
          </p:nvPr>
        </p:nvSpPr>
        <p:spPr/>
        <p:txBody>
          <a:bodyPr/>
          <a:lstStyle/>
          <a:p>
            <a:endParaRPr lang="en-US"/>
          </a:p>
        </p:txBody>
      </p:sp>
      <p:sp>
        <p:nvSpPr>
          <p:cNvPr id="18" name="Content Placeholder 17">
            <a:extLst>
              <a:ext uri="{FF2B5EF4-FFF2-40B4-BE49-F238E27FC236}">
                <a16:creationId xmlns:a16="http://schemas.microsoft.com/office/drawing/2014/main" id="{D6E90DCE-9A48-FE4B-BE78-AE39C090F4C2}"/>
              </a:ext>
            </a:extLst>
          </p:cNvPr>
          <p:cNvSpPr>
            <a:spLocks noGrp="1"/>
          </p:cNvSpPr>
          <p:nvPr>
            <p:ph sz="half" idx="44"/>
          </p:nvPr>
        </p:nvSpPr>
        <p:spPr/>
        <p:txBody>
          <a:bodyPr/>
          <a:lstStyle/>
          <a:p>
            <a:endParaRPr lang="en-US"/>
          </a:p>
        </p:txBody>
      </p:sp>
      <p:sp>
        <p:nvSpPr>
          <p:cNvPr id="13" name="Content Placeholder 12">
            <a:extLst>
              <a:ext uri="{FF2B5EF4-FFF2-40B4-BE49-F238E27FC236}">
                <a16:creationId xmlns:a16="http://schemas.microsoft.com/office/drawing/2014/main" id="{3705D47F-E33B-774D-6CD8-0C2A143B71D1}"/>
              </a:ext>
            </a:extLst>
          </p:cNvPr>
          <p:cNvSpPr>
            <a:spLocks noGrp="1"/>
          </p:cNvSpPr>
          <p:nvPr>
            <p:ph sz="half" idx="11"/>
          </p:nvPr>
        </p:nvSpPr>
        <p:spPr/>
        <p:txBody>
          <a:bodyPr/>
          <a:lstStyle/>
          <a:p>
            <a:pPr marL="137160" indent="-137160"/>
            <a:endParaRPr lang="en-US"/>
          </a:p>
        </p:txBody>
      </p:sp>
      <p:sp>
        <p:nvSpPr>
          <p:cNvPr id="17" name="Content Placeholder 16">
            <a:extLst>
              <a:ext uri="{FF2B5EF4-FFF2-40B4-BE49-F238E27FC236}">
                <a16:creationId xmlns:a16="http://schemas.microsoft.com/office/drawing/2014/main" id="{D4D77612-4F16-0C47-508A-F61EC19E7345}"/>
              </a:ext>
            </a:extLst>
          </p:cNvPr>
          <p:cNvSpPr>
            <a:spLocks noGrp="1"/>
          </p:cNvSpPr>
          <p:nvPr>
            <p:ph sz="half" idx="43"/>
          </p:nvPr>
        </p:nvSpPr>
        <p:spPr/>
        <p:txBody>
          <a:bodyPr/>
          <a:lstStyle/>
          <a:p>
            <a:endParaRPr lang="en-US"/>
          </a:p>
        </p:txBody>
      </p:sp>
      <p:sp>
        <p:nvSpPr>
          <p:cNvPr id="15" name="Content Placeholder 14">
            <a:extLst>
              <a:ext uri="{FF2B5EF4-FFF2-40B4-BE49-F238E27FC236}">
                <a16:creationId xmlns:a16="http://schemas.microsoft.com/office/drawing/2014/main" id="{EEE0EDD9-91B2-02AD-0D26-568074478098}"/>
              </a:ext>
            </a:extLst>
          </p:cNvPr>
          <p:cNvSpPr>
            <a:spLocks noGrp="1"/>
          </p:cNvSpPr>
          <p:nvPr>
            <p:ph sz="half" idx="40"/>
          </p:nvPr>
        </p:nvSpPr>
        <p:spPr/>
        <p:txBody>
          <a:bodyPr/>
          <a:lstStyle/>
          <a:p>
            <a:pPr marL="137160" indent="-137160"/>
            <a:endParaRPr lang="en-US"/>
          </a:p>
        </p:txBody>
      </p:sp>
      <p:sp>
        <p:nvSpPr>
          <p:cNvPr id="19" name="Content Placeholder 18">
            <a:extLst>
              <a:ext uri="{FF2B5EF4-FFF2-40B4-BE49-F238E27FC236}">
                <a16:creationId xmlns:a16="http://schemas.microsoft.com/office/drawing/2014/main" id="{251F099E-1D1E-591D-1C9A-CB617877F781}"/>
              </a:ext>
            </a:extLst>
          </p:cNvPr>
          <p:cNvSpPr>
            <a:spLocks noGrp="1"/>
          </p:cNvSpPr>
          <p:nvPr>
            <p:ph sz="half" idx="45"/>
          </p:nvPr>
        </p:nvSpPr>
        <p:spPr/>
        <p:txBody>
          <a:bodyPr/>
          <a:lstStyle/>
          <a:p>
            <a:endParaRPr lang="en-US"/>
          </a:p>
        </p:txBody>
      </p:sp>
      <p:sp>
        <p:nvSpPr>
          <p:cNvPr id="16" name="Content Placeholder 15">
            <a:extLst>
              <a:ext uri="{FF2B5EF4-FFF2-40B4-BE49-F238E27FC236}">
                <a16:creationId xmlns:a16="http://schemas.microsoft.com/office/drawing/2014/main" id="{A8790100-0CC8-F072-EDE8-E0B5C575FE4F}"/>
              </a:ext>
            </a:extLst>
          </p:cNvPr>
          <p:cNvSpPr>
            <a:spLocks noGrp="1"/>
          </p:cNvSpPr>
          <p:nvPr>
            <p:ph sz="half" idx="42"/>
          </p:nvPr>
        </p:nvSpPr>
        <p:spPr/>
        <p:txBody>
          <a:bodyPr/>
          <a:lstStyle/>
          <a:p>
            <a:pPr marL="137160" indent="-137160"/>
            <a:endParaRPr lang="en-US"/>
          </a:p>
        </p:txBody>
      </p:sp>
    </p:spTree>
    <p:extLst>
      <p:ext uri="{BB962C8B-B14F-4D97-AF65-F5344CB8AC3E}">
        <p14:creationId xmlns:p14="http://schemas.microsoft.com/office/powerpoint/2010/main" val="4153341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71FF-128A-3A2A-4248-7E9BB1724670}"/>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A3B1606-908A-F13F-2D1E-2D0FA111C422}"/>
              </a:ext>
            </a:extLst>
          </p:cNvPr>
          <p:cNvSpPr>
            <a:spLocks noGrp="1"/>
          </p:cNvSpPr>
          <p:nvPr>
            <p:ph type="pic" sz="quarter" idx="12"/>
          </p:nvPr>
        </p:nvSpPr>
        <p:spPr/>
        <p:txBody>
          <a:bodyPr/>
          <a:lstStyle/>
          <a:p>
            <a:endParaRPr lang="en-US"/>
          </a:p>
        </p:txBody>
      </p:sp>
      <p:sp>
        <p:nvSpPr>
          <p:cNvPr id="4" name="Graphic 12">
            <a:extLst>
              <a:ext uri="{FF2B5EF4-FFF2-40B4-BE49-F238E27FC236}">
                <a16:creationId xmlns:a16="http://schemas.microsoft.com/office/drawing/2014/main" id="{6C5B8164-82EF-6304-84AD-DD8448B0E149}"/>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0E9F2384-CD89-CC09-D204-0F60D4044CF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30709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70CD-751F-2851-B639-C7EA13B01424}"/>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E81126-0B1B-96F8-A37A-E436C2119224}"/>
              </a:ext>
            </a:extLst>
          </p:cNvPr>
          <p:cNvSpPr>
            <a:spLocks noGrp="1"/>
          </p:cNvSpPr>
          <p:nvPr>
            <p:ph type="pic" sz="quarter" idx="12"/>
          </p:nvPr>
        </p:nvSpPr>
        <p:spPr/>
        <p:txBody>
          <a:bodyPr/>
          <a:lstStyle/>
          <a:p>
            <a:endParaRPr lang="en-US"/>
          </a:p>
        </p:txBody>
      </p:sp>
      <p:sp>
        <p:nvSpPr>
          <p:cNvPr id="6" name="Graphic 12">
            <a:extLst>
              <a:ext uri="{FF2B5EF4-FFF2-40B4-BE49-F238E27FC236}">
                <a16:creationId xmlns:a16="http://schemas.microsoft.com/office/drawing/2014/main" id="{E91ADC89-3055-8CCA-A415-5F1E6481C8F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2" name="Text Placeholder 1">
            <a:extLst>
              <a:ext uri="{FF2B5EF4-FFF2-40B4-BE49-F238E27FC236}">
                <a16:creationId xmlns:a16="http://schemas.microsoft.com/office/drawing/2014/main" id="{76FDC0BD-0234-8324-9A28-FCE333573CC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32055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BA6C8AF-6936-61B5-CA85-7BE16F1A73FD}"/>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5B4CDC43-95ED-67B1-3D01-2D68E0BAE9B0}"/>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2E26E60D-0DA0-6BD2-923B-B59E94FF2C9F}"/>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D2305257-CE24-61CA-B4CB-C7BB9268453D}"/>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153119BD-E8D3-7F0B-D7AD-E02533FD8EBE}"/>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336662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69FA36B-D987-85D3-E0EB-111B2F5AB1D3}"/>
              </a:ext>
            </a:extLst>
          </p:cNvPr>
          <p:cNvSpPr>
            <a:spLocks noGrp="1"/>
          </p:cNvSpPr>
          <p:nvPr>
            <p:ph type="pic" sz="quarter" idx="20"/>
          </p:nvPr>
        </p:nvSpPr>
        <p:spPr/>
        <p:txBody>
          <a:bodyPr/>
          <a:lstStyle/>
          <a:p>
            <a:endParaRPr lang="en-US"/>
          </a:p>
        </p:txBody>
      </p:sp>
      <p:sp>
        <p:nvSpPr>
          <p:cNvPr id="9" name="Picture Placeholder 8">
            <a:extLst>
              <a:ext uri="{FF2B5EF4-FFF2-40B4-BE49-F238E27FC236}">
                <a16:creationId xmlns:a16="http://schemas.microsoft.com/office/drawing/2014/main" id="{763AE4C9-08AF-1A55-9D50-D91FDA92AC34}"/>
              </a:ext>
            </a:extLst>
          </p:cNvPr>
          <p:cNvSpPr>
            <a:spLocks noGrp="1"/>
          </p:cNvSpPr>
          <p:nvPr>
            <p:ph type="pic" sz="quarter" idx="22"/>
          </p:nvPr>
        </p:nvSpPr>
        <p:spPr/>
        <p:txBody>
          <a:bodyPr/>
          <a:lstStyle/>
          <a:p>
            <a:endParaRPr lang="en-US"/>
          </a:p>
        </p:txBody>
      </p:sp>
      <p:sp>
        <p:nvSpPr>
          <p:cNvPr id="8" name="Picture Placeholder 7">
            <a:extLst>
              <a:ext uri="{FF2B5EF4-FFF2-40B4-BE49-F238E27FC236}">
                <a16:creationId xmlns:a16="http://schemas.microsoft.com/office/drawing/2014/main" id="{EC2D6704-2F48-A8E4-28C0-6662A13402F7}"/>
              </a:ext>
            </a:extLst>
          </p:cNvPr>
          <p:cNvSpPr>
            <a:spLocks noGrp="1"/>
          </p:cNvSpPr>
          <p:nvPr>
            <p:ph type="pic" sz="quarter" idx="21"/>
          </p:nvPr>
        </p:nvSpPr>
        <p:spPr/>
        <p:txBody>
          <a:bodyPr/>
          <a:lstStyle/>
          <a:p>
            <a:endParaRPr lang="en-US"/>
          </a:p>
        </p:txBody>
      </p:sp>
      <p:sp>
        <p:nvSpPr>
          <p:cNvPr id="10" name="Graphic 12">
            <a:extLst>
              <a:ext uri="{FF2B5EF4-FFF2-40B4-BE49-F238E27FC236}">
                <a16:creationId xmlns:a16="http://schemas.microsoft.com/office/drawing/2014/main" id="{BB58A19E-F78F-2E52-C879-4038D218984C}"/>
              </a:ext>
              <a:ext uri="{C183D7F6-B498-43B3-948B-1728B52AA6E4}">
                <adec:decorative xmlns:adec="http://schemas.microsoft.com/office/drawing/2017/decorative" val="1"/>
              </a:ext>
            </a:extLst>
          </p:cNvPr>
          <p:cNvSpPr/>
          <p:nvPr/>
        </p:nvSpPr>
        <p:spPr>
          <a:xfrm>
            <a:off x="0" y="5715000"/>
            <a:ext cx="6197600" cy="774700"/>
          </a:xfrm>
          <a:custGeom>
            <a:avLst/>
            <a:gdLst>
              <a:gd name="connsiteX0" fmla="*/ 0 w 6197600"/>
              <a:gd name="connsiteY0" fmla="*/ 0 h 774700"/>
              <a:gd name="connsiteX1" fmla="*/ 5295900 w 6197600"/>
              <a:gd name="connsiteY1" fmla="*/ 0 h 774700"/>
              <a:gd name="connsiteX2" fmla="*/ 6197600 w 6197600"/>
              <a:gd name="connsiteY2" fmla="*/ 774700 h 774700"/>
              <a:gd name="connsiteX3" fmla="*/ 0 w 6197600"/>
              <a:gd name="connsiteY3" fmla="*/ 774700 h 774700"/>
              <a:gd name="connsiteX4" fmla="*/ 0 w 6197600"/>
              <a:gd name="connsiteY4" fmla="*/ 0 h 77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00" h="774700">
                <a:moveTo>
                  <a:pt x="0" y="0"/>
                </a:moveTo>
                <a:lnTo>
                  <a:pt x="5295900" y="0"/>
                </a:lnTo>
                <a:lnTo>
                  <a:pt x="6197600" y="774700"/>
                </a:lnTo>
                <a:lnTo>
                  <a:pt x="0" y="774700"/>
                </a:lnTo>
                <a:lnTo>
                  <a:pt x="0" y="0"/>
                </a:lnTo>
                <a:close/>
              </a:path>
            </a:pathLst>
          </a:custGeom>
          <a:solidFill>
            <a:srgbClr val="B3A269"/>
          </a:solidFill>
          <a:ln w="12700"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EE0C09D8-1666-FC1E-EFE5-E4E82FCAEB2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828203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FAEC2FD-F4E5-0786-773D-27229F65EE20}"/>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98DF10BF-6DB5-6FDF-C985-90F1A1F8BCC8}"/>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41A2CF2-D90F-4199-CE83-8091F251EDC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781946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9D94-AA41-7AF2-5144-7573E59E87CE}"/>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A7A6DDD6-5CD5-C3D3-D062-2D83001D850B}"/>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D4454BCF-A8CC-9637-7F1E-D1FC01E8479B}"/>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D6356DC-CB53-07E2-C8F8-035F9CED6D22}"/>
              </a:ext>
            </a:extLst>
          </p:cNvPr>
          <p:cNvSpPr>
            <a:spLocks noGrp="1"/>
          </p:cNvSpPr>
          <p:nvPr>
            <p:ph type="body" sz="quarter" idx="11"/>
          </p:nvPr>
        </p:nvSpPr>
        <p:spPr/>
        <p:txBody>
          <a:bodyPr/>
          <a:lstStyle/>
          <a:p>
            <a:r>
              <a:rPr lang="en-US" dirty="0"/>
              <a:t>Gold overlay over photo</a:t>
            </a:r>
          </a:p>
        </p:txBody>
      </p:sp>
    </p:spTree>
    <p:extLst>
      <p:ext uri="{BB962C8B-B14F-4D97-AF65-F5344CB8AC3E}">
        <p14:creationId xmlns:p14="http://schemas.microsoft.com/office/powerpoint/2010/main" val="3296922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8CC4B62-3FB7-FD2A-47D9-5C9990B50278}"/>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DA0962C6-D416-D510-7DDD-80C82EB5161C}"/>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EBD85739-1E13-DEA9-64FE-81386E1DA4E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11277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FA8D-0BDA-F9B7-F4E8-BB5C056F0664}"/>
            </a:ext>
          </a:extLst>
        </p:cNvPr>
        <p:cNvGrpSpPr/>
        <p:nvPr/>
      </p:nvGrpSpPr>
      <p:grpSpPr>
        <a:xfrm>
          <a:off x="0" y="0"/>
          <a:ext cx="0" cy="0"/>
          <a:chOff x="0" y="0"/>
          <a:chExt cx="0" cy="0"/>
        </a:xfrm>
      </p:grpSpPr>
      <p:pic>
        <p:nvPicPr>
          <p:cNvPr id="3" name="Picture Placeholder 2" descr="Central Piedmont Community College campus at night">
            <a:extLst>
              <a:ext uri="{FF2B5EF4-FFF2-40B4-BE49-F238E27FC236}">
                <a16:creationId xmlns:a16="http://schemas.microsoft.com/office/drawing/2014/main" id="{C0FFBE29-9FB8-04BF-FCE8-EF7075A716C0}"/>
              </a:ext>
            </a:extLst>
          </p:cNvPr>
          <p:cNvPicPr>
            <a:picLocks noGrp="1" noChangeAspect="1"/>
          </p:cNvPicPr>
          <p:nvPr>
            <p:ph type="pic" sz="quarter" idx="12"/>
          </p:nvPr>
        </p:nvPicPr>
        <p:blipFill>
          <a:blip r:embed="rId2"/>
          <a:srcRect/>
          <a:stretch>
            <a:fillRect/>
          </a:stretch>
        </p:blipFill>
        <p:spPr/>
      </p:pic>
      <p:sp>
        <p:nvSpPr>
          <p:cNvPr id="6" name="Rectangle 5">
            <a:extLst>
              <a:ext uri="{FF2B5EF4-FFF2-40B4-BE49-F238E27FC236}">
                <a16:creationId xmlns:a16="http://schemas.microsoft.com/office/drawing/2014/main" id="{E448BCCB-76FC-3B36-B264-D0774A8D2B4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tx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7C2A9B42-5966-4016-AAB6-F1A739A1009D}"/>
              </a:ext>
            </a:extLst>
          </p:cNvPr>
          <p:cNvSpPr>
            <a:spLocks noGrp="1"/>
          </p:cNvSpPr>
          <p:nvPr>
            <p:ph type="body" sz="quarter" idx="11"/>
          </p:nvPr>
        </p:nvSpPr>
        <p:spPr/>
        <p:txBody>
          <a:bodyPr/>
          <a:lstStyle/>
          <a:p>
            <a:r>
              <a:rPr lang="en-US" dirty="0"/>
              <a:t>Gray overlay over photo</a:t>
            </a:r>
          </a:p>
        </p:txBody>
      </p:sp>
    </p:spTree>
    <p:extLst>
      <p:ext uri="{BB962C8B-B14F-4D97-AF65-F5344CB8AC3E}">
        <p14:creationId xmlns:p14="http://schemas.microsoft.com/office/powerpoint/2010/main" val="2011575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6C8A5EE-5DF8-F9D4-4D3C-1BA4B2569A18}"/>
              </a:ext>
            </a:extLst>
          </p:cNvPr>
          <p:cNvSpPr>
            <a:spLocks noGrp="1"/>
          </p:cNvSpPr>
          <p:nvPr>
            <p:ph type="pic" sz="quarter" idx="12"/>
          </p:nvPr>
        </p:nvSpPr>
        <p:spPr/>
        <p:txBody>
          <a:bodyPr/>
          <a:lstStyle/>
          <a:p>
            <a:endParaRPr lang="en-US"/>
          </a:p>
        </p:txBody>
      </p:sp>
      <p:sp>
        <p:nvSpPr>
          <p:cNvPr id="3" name="Text Placeholder 2">
            <a:extLst>
              <a:ext uri="{FF2B5EF4-FFF2-40B4-BE49-F238E27FC236}">
                <a16:creationId xmlns:a16="http://schemas.microsoft.com/office/drawing/2014/main" id="{0282A6D1-36AD-128E-C049-5AE1F768D99A}"/>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29855C1-B22C-5F2C-3829-5673C9F3B5B9}"/>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420843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DFD0F-4C0E-942D-0A28-9E624113046B}"/>
            </a:ext>
          </a:extLst>
        </p:cNvPr>
        <p:cNvGrpSpPr/>
        <p:nvPr/>
      </p:nvGrpSpPr>
      <p:grpSpPr>
        <a:xfrm>
          <a:off x="0" y="0"/>
          <a:ext cx="0" cy="0"/>
          <a:chOff x="0" y="0"/>
          <a:chExt cx="0" cy="0"/>
        </a:xfrm>
      </p:grpSpPr>
      <p:pic>
        <p:nvPicPr>
          <p:cNvPr id="6" name="Picture Placeholder 5" descr="Central Piedmont Community College campus at night">
            <a:extLst>
              <a:ext uri="{FF2B5EF4-FFF2-40B4-BE49-F238E27FC236}">
                <a16:creationId xmlns:a16="http://schemas.microsoft.com/office/drawing/2014/main" id="{6848F08E-0620-3A4B-61A3-0372480906ED}"/>
              </a:ext>
            </a:extLst>
          </p:cNvPr>
          <p:cNvPicPr>
            <a:picLocks noGrp="1" noChangeAspect="1"/>
          </p:cNvPicPr>
          <p:nvPr>
            <p:ph type="pic" sz="quarter" idx="12"/>
          </p:nvPr>
        </p:nvPicPr>
        <p:blipFill>
          <a:blip r:embed="rId3"/>
          <a:srcRect/>
          <a:stretch>
            <a:fillRect/>
          </a:stretch>
        </p:blipFill>
        <p:spPr/>
      </p:pic>
      <p:sp>
        <p:nvSpPr>
          <p:cNvPr id="2" name="Rectangle 1">
            <a:extLst>
              <a:ext uri="{FF2B5EF4-FFF2-40B4-BE49-F238E27FC236}">
                <a16:creationId xmlns:a16="http://schemas.microsoft.com/office/drawing/2014/main" id="{DCB21259-9A6E-2D76-2B79-952A99DB8E3A}"/>
              </a:ext>
              <a:ext uri="{C183D7F6-B498-43B3-948B-1728B52AA6E4}">
                <adec:decorative xmlns:adec="http://schemas.microsoft.com/office/drawing/2017/decorative" val="1"/>
              </a:ext>
            </a:extLst>
          </p:cNvPr>
          <p:cNvSpPr/>
          <p:nvPr/>
        </p:nvSpPr>
        <p:spPr>
          <a:xfrm>
            <a:off x="-11959" y="0"/>
            <a:ext cx="4114800" cy="6858000"/>
          </a:xfrm>
          <a:prstGeom prst="rect">
            <a:avLst/>
          </a:prstGeom>
          <a:solidFill>
            <a:schemeClr val="accent2">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Franklin Gothic Book" panose="020B0503020102020204" pitchFamily="34" charset="0"/>
            </a:endParaRPr>
          </a:p>
        </p:txBody>
      </p:sp>
      <p:sp>
        <p:nvSpPr>
          <p:cNvPr id="4" name="Text Placeholder 3">
            <a:extLst>
              <a:ext uri="{FF2B5EF4-FFF2-40B4-BE49-F238E27FC236}">
                <a16:creationId xmlns:a16="http://schemas.microsoft.com/office/drawing/2014/main" id="{EAF75F2D-D13A-9668-6141-88D0954781BE}"/>
              </a:ext>
            </a:extLst>
          </p:cNvPr>
          <p:cNvSpPr>
            <a:spLocks noGrp="1"/>
          </p:cNvSpPr>
          <p:nvPr>
            <p:ph type="body" sz="quarter" idx="11"/>
          </p:nvPr>
        </p:nvSpPr>
        <p:spPr/>
        <p:txBody>
          <a:bodyPr/>
          <a:lstStyle/>
          <a:p>
            <a:r>
              <a:rPr lang="en-US" dirty="0"/>
              <a:t>Blue overlay over photo</a:t>
            </a:r>
          </a:p>
        </p:txBody>
      </p:sp>
    </p:spTree>
    <p:extLst>
      <p:ext uri="{BB962C8B-B14F-4D97-AF65-F5344CB8AC3E}">
        <p14:creationId xmlns:p14="http://schemas.microsoft.com/office/powerpoint/2010/main" val="11475847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07B7C3F-6665-7363-FC1B-0265FC48800B}"/>
              </a:ext>
            </a:extLst>
          </p:cNvPr>
          <p:cNvSpPr>
            <a:spLocks noGrp="1"/>
          </p:cNvSpPr>
          <p:nvPr>
            <p:ph type="title"/>
          </p:nvPr>
        </p:nvSpPr>
        <p:spPr/>
        <p:txBody>
          <a:bodyPr/>
          <a:lstStyle/>
          <a:p>
            <a:endParaRPr lang="en-US"/>
          </a:p>
        </p:txBody>
      </p:sp>
      <p:sp>
        <p:nvSpPr>
          <p:cNvPr id="13" name="Picture Placeholder 12">
            <a:extLst>
              <a:ext uri="{FF2B5EF4-FFF2-40B4-BE49-F238E27FC236}">
                <a16:creationId xmlns:a16="http://schemas.microsoft.com/office/drawing/2014/main" id="{583167C9-B2B9-CB63-644D-F0582A784076}"/>
              </a:ext>
            </a:extLst>
          </p:cNvPr>
          <p:cNvSpPr>
            <a:spLocks noGrp="1"/>
          </p:cNvSpPr>
          <p:nvPr>
            <p:ph type="pic" sz="quarter" idx="10"/>
          </p:nvPr>
        </p:nvSpPr>
        <p:spPr/>
        <p:txBody>
          <a:bodyPr/>
          <a:lstStyle/>
          <a:p>
            <a:endParaRPr lang="en-US"/>
          </a:p>
        </p:txBody>
      </p:sp>
      <p:sp>
        <p:nvSpPr>
          <p:cNvPr id="22" name="Picture Placeholder 21">
            <a:extLst>
              <a:ext uri="{FF2B5EF4-FFF2-40B4-BE49-F238E27FC236}">
                <a16:creationId xmlns:a16="http://schemas.microsoft.com/office/drawing/2014/main" id="{2D273840-B2F9-4C05-AD58-5A422BBB6276}"/>
              </a:ext>
            </a:extLst>
          </p:cNvPr>
          <p:cNvSpPr>
            <a:spLocks noGrp="1"/>
          </p:cNvSpPr>
          <p:nvPr>
            <p:ph type="pic" sz="quarter" idx="19"/>
          </p:nvPr>
        </p:nvSpPr>
        <p:spPr/>
        <p:txBody>
          <a:bodyPr/>
          <a:lstStyle/>
          <a:p>
            <a:endParaRPr lang="en-US"/>
          </a:p>
        </p:txBody>
      </p:sp>
      <p:sp>
        <p:nvSpPr>
          <p:cNvPr id="19" name="Picture Placeholder 18">
            <a:extLst>
              <a:ext uri="{FF2B5EF4-FFF2-40B4-BE49-F238E27FC236}">
                <a16:creationId xmlns:a16="http://schemas.microsoft.com/office/drawing/2014/main" id="{4B32C643-C399-3F83-7B91-65D394E32078}"/>
              </a:ext>
            </a:extLst>
          </p:cNvPr>
          <p:cNvSpPr>
            <a:spLocks noGrp="1"/>
          </p:cNvSpPr>
          <p:nvPr>
            <p:ph type="pic" sz="quarter" idx="16"/>
          </p:nvPr>
        </p:nvSpPr>
        <p:spPr/>
        <p:txBody>
          <a:bodyPr/>
          <a:lstStyle/>
          <a:p>
            <a:endParaRPr lang="en-US"/>
          </a:p>
        </p:txBody>
      </p:sp>
      <p:sp>
        <p:nvSpPr>
          <p:cNvPr id="20" name="Picture Placeholder 19">
            <a:extLst>
              <a:ext uri="{FF2B5EF4-FFF2-40B4-BE49-F238E27FC236}">
                <a16:creationId xmlns:a16="http://schemas.microsoft.com/office/drawing/2014/main" id="{CBAED9C3-7BF9-1FE1-36FD-54DA87E9EFFF}"/>
              </a:ext>
            </a:extLst>
          </p:cNvPr>
          <p:cNvSpPr>
            <a:spLocks noGrp="1"/>
          </p:cNvSpPr>
          <p:nvPr>
            <p:ph type="pic" sz="quarter" idx="17"/>
          </p:nvPr>
        </p:nvSpPr>
        <p:spPr/>
        <p:txBody>
          <a:bodyPr/>
          <a:lstStyle/>
          <a:p>
            <a:endParaRPr lang="en-US"/>
          </a:p>
        </p:txBody>
      </p:sp>
      <p:sp>
        <p:nvSpPr>
          <p:cNvPr id="14" name="Picture Placeholder 13">
            <a:extLst>
              <a:ext uri="{FF2B5EF4-FFF2-40B4-BE49-F238E27FC236}">
                <a16:creationId xmlns:a16="http://schemas.microsoft.com/office/drawing/2014/main" id="{EB8FD1A9-27E5-481A-1B06-FB9BF2CC08E6}"/>
              </a:ext>
            </a:extLst>
          </p:cNvPr>
          <p:cNvSpPr>
            <a:spLocks noGrp="1"/>
          </p:cNvSpPr>
          <p:nvPr>
            <p:ph type="pic" sz="quarter" idx="11"/>
          </p:nvPr>
        </p:nvSpPr>
        <p:spPr/>
        <p:txBody>
          <a:bodyPr/>
          <a:lstStyle/>
          <a:p>
            <a:endParaRPr lang="en-US"/>
          </a:p>
        </p:txBody>
      </p:sp>
      <p:sp>
        <p:nvSpPr>
          <p:cNvPr id="15" name="Picture Placeholder 14">
            <a:extLst>
              <a:ext uri="{FF2B5EF4-FFF2-40B4-BE49-F238E27FC236}">
                <a16:creationId xmlns:a16="http://schemas.microsoft.com/office/drawing/2014/main" id="{8A6FD0DD-3ECD-07ED-9918-7D1C52E79EC8}"/>
              </a:ext>
            </a:extLst>
          </p:cNvPr>
          <p:cNvSpPr>
            <a:spLocks noGrp="1"/>
          </p:cNvSpPr>
          <p:nvPr>
            <p:ph type="pic" sz="quarter" idx="12"/>
          </p:nvPr>
        </p:nvSpPr>
        <p:spPr/>
        <p:txBody>
          <a:bodyPr/>
          <a:lstStyle/>
          <a:p>
            <a:endParaRPr lang="en-US"/>
          </a:p>
        </p:txBody>
      </p:sp>
      <p:sp>
        <p:nvSpPr>
          <p:cNvPr id="16" name="Picture Placeholder 15">
            <a:extLst>
              <a:ext uri="{FF2B5EF4-FFF2-40B4-BE49-F238E27FC236}">
                <a16:creationId xmlns:a16="http://schemas.microsoft.com/office/drawing/2014/main" id="{78CE18D4-5716-DE38-1221-B284890A376A}"/>
              </a:ext>
            </a:extLst>
          </p:cNvPr>
          <p:cNvSpPr>
            <a:spLocks noGrp="1"/>
          </p:cNvSpPr>
          <p:nvPr>
            <p:ph type="pic" sz="quarter" idx="13"/>
          </p:nvPr>
        </p:nvSpPr>
        <p:spPr/>
        <p:txBody>
          <a:bodyPr/>
          <a:lstStyle/>
          <a:p>
            <a:endParaRPr lang="en-US"/>
          </a:p>
        </p:txBody>
      </p:sp>
      <p:sp>
        <p:nvSpPr>
          <p:cNvPr id="17" name="Picture Placeholder 16">
            <a:extLst>
              <a:ext uri="{FF2B5EF4-FFF2-40B4-BE49-F238E27FC236}">
                <a16:creationId xmlns:a16="http://schemas.microsoft.com/office/drawing/2014/main" id="{0602DB81-CAE2-F664-8B9C-FB03BBEB83AF}"/>
              </a:ext>
            </a:extLst>
          </p:cNvPr>
          <p:cNvSpPr>
            <a:spLocks noGrp="1"/>
          </p:cNvSpPr>
          <p:nvPr>
            <p:ph type="pic" sz="quarter" idx="14"/>
          </p:nvPr>
        </p:nvSpPr>
        <p:spPr/>
        <p:txBody>
          <a:bodyPr/>
          <a:lstStyle/>
          <a:p>
            <a:endParaRPr lang="en-US"/>
          </a:p>
        </p:txBody>
      </p:sp>
      <p:sp>
        <p:nvSpPr>
          <p:cNvPr id="18" name="Picture Placeholder 17">
            <a:extLst>
              <a:ext uri="{FF2B5EF4-FFF2-40B4-BE49-F238E27FC236}">
                <a16:creationId xmlns:a16="http://schemas.microsoft.com/office/drawing/2014/main" id="{E6947CB5-A80F-F0EE-D846-559C027347DA}"/>
              </a:ext>
            </a:extLst>
          </p:cNvPr>
          <p:cNvSpPr>
            <a:spLocks noGrp="1"/>
          </p:cNvSpPr>
          <p:nvPr>
            <p:ph type="pic" sz="quarter" idx="15"/>
          </p:nvPr>
        </p:nvSpPr>
        <p:spPr/>
        <p:txBody>
          <a:bodyPr/>
          <a:lstStyle/>
          <a:p>
            <a:endParaRPr lang="en-US"/>
          </a:p>
        </p:txBody>
      </p:sp>
      <p:sp>
        <p:nvSpPr>
          <p:cNvPr id="21" name="Picture Placeholder 20">
            <a:extLst>
              <a:ext uri="{FF2B5EF4-FFF2-40B4-BE49-F238E27FC236}">
                <a16:creationId xmlns:a16="http://schemas.microsoft.com/office/drawing/2014/main" id="{C74AF7CA-3E4E-DBFD-8C56-13BA85978262}"/>
              </a:ext>
            </a:extLst>
          </p:cNvPr>
          <p:cNvSpPr>
            <a:spLocks noGrp="1"/>
          </p:cNvSpPr>
          <p:nvPr>
            <p:ph type="pic" sz="quarter" idx="18"/>
          </p:nvPr>
        </p:nvSpPr>
        <p:spPr/>
        <p:txBody>
          <a:bodyPr/>
          <a:lstStyle/>
          <a:p>
            <a:endParaRPr lang="en-US"/>
          </a:p>
        </p:txBody>
      </p:sp>
    </p:spTree>
    <p:extLst>
      <p:ext uri="{BB962C8B-B14F-4D97-AF65-F5344CB8AC3E}">
        <p14:creationId xmlns:p14="http://schemas.microsoft.com/office/powerpoint/2010/main" val="4913440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B76B-DEE1-0912-F230-56239F8139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D08C222C-21D7-999A-F840-AEB7DA21E73A}"/>
              </a:ext>
            </a:extLst>
          </p:cNvPr>
          <p:cNvSpPr>
            <a:spLocks noGrp="1"/>
          </p:cNvSpPr>
          <p:nvPr>
            <p:ph type="pic" sz="quarter" idx="10"/>
          </p:nvPr>
        </p:nvSpPr>
        <p:spPr/>
        <p:txBody>
          <a:bodyPr/>
          <a:lstStyle/>
          <a:p>
            <a:endParaRPr lang="en-US"/>
          </a:p>
        </p:txBody>
      </p:sp>
      <p:sp>
        <p:nvSpPr>
          <p:cNvPr id="4" name="Picture Placeholder 3">
            <a:extLst>
              <a:ext uri="{FF2B5EF4-FFF2-40B4-BE49-F238E27FC236}">
                <a16:creationId xmlns:a16="http://schemas.microsoft.com/office/drawing/2014/main" id="{6A471305-72D8-93FD-9F2A-952C697E0B45}"/>
              </a:ext>
            </a:extLst>
          </p:cNvPr>
          <p:cNvSpPr>
            <a:spLocks noGrp="1"/>
          </p:cNvSpPr>
          <p:nvPr>
            <p:ph type="pic" sz="quarter" idx="16"/>
          </p:nvPr>
        </p:nvSpPr>
        <p:spPr/>
        <p:txBody>
          <a:bodyPr/>
          <a:lstStyle/>
          <a:p>
            <a:endParaRPr lang="en-US"/>
          </a:p>
        </p:txBody>
      </p:sp>
      <p:sp>
        <p:nvSpPr>
          <p:cNvPr id="12" name="Picture Placeholder 11">
            <a:extLst>
              <a:ext uri="{FF2B5EF4-FFF2-40B4-BE49-F238E27FC236}">
                <a16:creationId xmlns:a16="http://schemas.microsoft.com/office/drawing/2014/main" id="{B4A02FD1-4C4C-44CC-DBB2-256CDE973B8B}"/>
              </a:ext>
            </a:extLst>
          </p:cNvPr>
          <p:cNvSpPr>
            <a:spLocks noGrp="1"/>
          </p:cNvSpPr>
          <p:nvPr>
            <p:ph type="pic" sz="quarter" idx="19"/>
          </p:nvPr>
        </p:nvSpPr>
        <p:spPr/>
        <p:txBody>
          <a:bodyPr/>
          <a:lstStyle/>
          <a:p>
            <a:endParaRPr lang="en-US"/>
          </a:p>
        </p:txBody>
      </p:sp>
      <p:sp>
        <p:nvSpPr>
          <p:cNvPr id="6" name="Picture Placeholder 5">
            <a:extLst>
              <a:ext uri="{FF2B5EF4-FFF2-40B4-BE49-F238E27FC236}">
                <a16:creationId xmlns:a16="http://schemas.microsoft.com/office/drawing/2014/main" id="{E413D68E-E93E-C68F-4DDB-8C988D3EA5C7}"/>
              </a:ext>
            </a:extLst>
          </p:cNvPr>
          <p:cNvSpPr>
            <a:spLocks noGrp="1"/>
          </p:cNvSpPr>
          <p:nvPr>
            <p:ph type="pic" sz="quarter" idx="18"/>
          </p:nvPr>
        </p:nvSpPr>
        <p:spPr/>
        <p:txBody>
          <a:bodyPr/>
          <a:lstStyle/>
          <a:p>
            <a:endParaRPr lang="en-US"/>
          </a:p>
        </p:txBody>
      </p:sp>
      <p:sp>
        <p:nvSpPr>
          <p:cNvPr id="5" name="Picture Placeholder 4">
            <a:extLst>
              <a:ext uri="{FF2B5EF4-FFF2-40B4-BE49-F238E27FC236}">
                <a16:creationId xmlns:a16="http://schemas.microsoft.com/office/drawing/2014/main" id="{376B3576-F3E1-6EE3-51CA-7E058C91AB1B}"/>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29011486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0B9F7-CE71-308F-AC5B-1B19AD2CDA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33BD6C-FC41-81A1-5A65-4764C981B63E}"/>
              </a:ext>
            </a:extLst>
          </p:cNvPr>
          <p:cNvSpPr>
            <a:spLocks noGrp="1"/>
          </p:cNvSpPr>
          <p:nvPr>
            <p:ph type="body" sz="quarter" idx="29"/>
          </p:nvPr>
        </p:nvSpPr>
        <p:spPr/>
        <p:txBody>
          <a:bodyPr/>
          <a:lstStyle/>
          <a:p>
            <a:r>
              <a:rPr lang="en-US" dirty="0"/>
              <a:t>04</a:t>
            </a:r>
          </a:p>
        </p:txBody>
      </p:sp>
      <p:sp>
        <p:nvSpPr>
          <p:cNvPr id="3" name="Title 2">
            <a:extLst>
              <a:ext uri="{FF2B5EF4-FFF2-40B4-BE49-F238E27FC236}">
                <a16:creationId xmlns:a16="http://schemas.microsoft.com/office/drawing/2014/main" id="{C4EE90FC-8BCF-3B7F-B561-7C5667B25782}"/>
              </a:ext>
            </a:extLst>
          </p:cNvPr>
          <p:cNvSpPr>
            <a:spLocks noGrp="1"/>
          </p:cNvSpPr>
          <p:nvPr>
            <p:ph type="ctrTitle"/>
          </p:nvPr>
        </p:nvSpPr>
        <p:spPr/>
        <p:txBody>
          <a:bodyPr/>
          <a:lstStyle/>
          <a:p>
            <a:r>
              <a:rPr lang="en-US"/>
              <a:t>TEAM &amp; LEADERSHIP </a:t>
            </a:r>
            <a:br>
              <a:rPr lang="en-US"/>
            </a:br>
            <a:r>
              <a:rPr lang="en-US"/>
              <a:t>LAYOUT SLIDES</a:t>
            </a:r>
          </a:p>
        </p:txBody>
      </p:sp>
    </p:spTree>
    <p:extLst>
      <p:ext uri="{BB962C8B-B14F-4D97-AF65-F5344CB8AC3E}">
        <p14:creationId xmlns:p14="http://schemas.microsoft.com/office/powerpoint/2010/main" val="30852679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9CF3-724E-E95F-B9D4-3CA36372C339}"/>
              </a:ext>
            </a:extLst>
          </p:cNvPr>
          <p:cNvSpPr>
            <a:spLocks noGrp="1"/>
          </p:cNvSpPr>
          <p:nvPr>
            <p:ph type="title"/>
          </p:nvPr>
        </p:nvSpPr>
        <p:spPr/>
        <p:txBody>
          <a:bodyPr/>
          <a:lstStyle/>
          <a:p>
            <a:endParaRPr lang="en-US"/>
          </a:p>
        </p:txBody>
      </p:sp>
      <p:sp>
        <p:nvSpPr>
          <p:cNvPr id="11" name="Picture Placeholder 10">
            <a:extLst>
              <a:ext uri="{FF2B5EF4-FFF2-40B4-BE49-F238E27FC236}">
                <a16:creationId xmlns:a16="http://schemas.microsoft.com/office/drawing/2014/main" id="{92D6E004-BFFA-58FF-AA90-EAE1328D7E1C}"/>
              </a:ext>
            </a:extLst>
          </p:cNvPr>
          <p:cNvSpPr>
            <a:spLocks noGrp="1"/>
          </p:cNvSpPr>
          <p:nvPr>
            <p:ph type="pic" sz="quarter" idx="28"/>
          </p:nvPr>
        </p:nvSpPr>
        <p:spPr/>
        <p:txBody>
          <a:bodyPr/>
          <a:lstStyle/>
          <a:p>
            <a:endParaRPr lang="en-US"/>
          </a:p>
        </p:txBody>
      </p:sp>
      <p:sp>
        <p:nvSpPr>
          <p:cNvPr id="3" name="Text Placeholder 2">
            <a:extLst>
              <a:ext uri="{FF2B5EF4-FFF2-40B4-BE49-F238E27FC236}">
                <a16:creationId xmlns:a16="http://schemas.microsoft.com/office/drawing/2014/main" id="{3764FF59-B402-DE09-1D47-E79CE68AB53B}"/>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917C9815-C870-E349-EBB3-E0AE59A3A0C8}"/>
              </a:ext>
            </a:extLst>
          </p:cNvPr>
          <p:cNvSpPr>
            <a:spLocks noGrp="1"/>
          </p:cNvSpPr>
          <p:nvPr>
            <p:ph type="body" sz="quarter" idx="14"/>
          </p:nvPr>
        </p:nvSpPr>
        <p:spPr/>
        <p:txBody>
          <a:bodyPr/>
          <a:lstStyle/>
          <a:p>
            <a:endParaRPr lang="en-US"/>
          </a:p>
        </p:txBody>
      </p:sp>
      <p:sp>
        <p:nvSpPr>
          <p:cNvPr id="12" name="Picture Placeholder 11">
            <a:extLst>
              <a:ext uri="{FF2B5EF4-FFF2-40B4-BE49-F238E27FC236}">
                <a16:creationId xmlns:a16="http://schemas.microsoft.com/office/drawing/2014/main" id="{CAB0EA9F-F51C-84B6-8C81-4F0CEC5199E1}"/>
              </a:ext>
            </a:extLst>
          </p:cNvPr>
          <p:cNvSpPr>
            <a:spLocks noGrp="1"/>
          </p:cNvSpPr>
          <p:nvPr>
            <p:ph type="pic" sz="quarter" idx="29"/>
          </p:nvPr>
        </p:nvSpPr>
        <p:spPr/>
        <p:txBody>
          <a:bodyPr/>
          <a:lstStyle/>
          <a:p>
            <a:endParaRPr lang="en-US"/>
          </a:p>
        </p:txBody>
      </p:sp>
      <p:sp>
        <p:nvSpPr>
          <p:cNvPr id="5" name="Text Placeholder 4">
            <a:extLst>
              <a:ext uri="{FF2B5EF4-FFF2-40B4-BE49-F238E27FC236}">
                <a16:creationId xmlns:a16="http://schemas.microsoft.com/office/drawing/2014/main" id="{E21716FE-3C90-6AF2-FA38-C7A9CD00A82F}"/>
              </a:ext>
            </a:extLst>
          </p:cNvPr>
          <p:cNvSpPr>
            <a:spLocks noGrp="1"/>
          </p:cNvSpPr>
          <p:nvPr>
            <p:ph type="body" sz="quarter" idx="15"/>
          </p:nvPr>
        </p:nvSpPr>
        <p:spPr/>
        <p:txBody>
          <a:bodyPr/>
          <a:lstStyle/>
          <a:p>
            <a:endParaRPr lang="en-US"/>
          </a:p>
        </p:txBody>
      </p:sp>
      <p:sp>
        <p:nvSpPr>
          <p:cNvPr id="6" name="Text Placeholder 5">
            <a:extLst>
              <a:ext uri="{FF2B5EF4-FFF2-40B4-BE49-F238E27FC236}">
                <a16:creationId xmlns:a16="http://schemas.microsoft.com/office/drawing/2014/main" id="{2ACF309F-0FAF-5A92-AC31-9B2A9018F616}"/>
              </a:ext>
            </a:extLst>
          </p:cNvPr>
          <p:cNvSpPr>
            <a:spLocks noGrp="1"/>
          </p:cNvSpPr>
          <p:nvPr>
            <p:ph type="body" sz="quarter" idx="16"/>
          </p:nvPr>
        </p:nvSpPr>
        <p:spPr/>
        <p:txBody>
          <a:bodyPr/>
          <a:lstStyle/>
          <a:p>
            <a:endParaRPr lang="en-US"/>
          </a:p>
        </p:txBody>
      </p:sp>
      <p:sp>
        <p:nvSpPr>
          <p:cNvPr id="13" name="Picture Placeholder 12">
            <a:extLst>
              <a:ext uri="{FF2B5EF4-FFF2-40B4-BE49-F238E27FC236}">
                <a16:creationId xmlns:a16="http://schemas.microsoft.com/office/drawing/2014/main" id="{0D6E96B1-371F-F6FB-C329-13F5EDA8E423}"/>
              </a:ext>
            </a:extLst>
          </p:cNvPr>
          <p:cNvSpPr>
            <a:spLocks noGrp="1"/>
          </p:cNvSpPr>
          <p:nvPr>
            <p:ph type="pic" sz="quarter" idx="30"/>
          </p:nvPr>
        </p:nvSpPr>
        <p:spPr/>
        <p:txBody>
          <a:bodyPr/>
          <a:lstStyle/>
          <a:p>
            <a:endParaRPr lang="en-US"/>
          </a:p>
        </p:txBody>
      </p:sp>
      <p:sp>
        <p:nvSpPr>
          <p:cNvPr id="7" name="Text Placeholder 6">
            <a:extLst>
              <a:ext uri="{FF2B5EF4-FFF2-40B4-BE49-F238E27FC236}">
                <a16:creationId xmlns:a16="http://schemas.microsoft.com/office/drawing/2014/main" id="{CD199D67-BDEE-F4B9-E331-5C61CB1C7606}"/>
              </a:ext>
            </a:extLst>
          </p:cNvPr>
          <p:cNvSpPr>
            <a:spLocks noGrp="1"/>
          </p:cNvSpPr>
          <p:nvPr>
            <p:ph type="body" sz="quarter" idx="17"/>
          </p:nvPr>
        </p:nvSpPr>
        <p:spPr/>
        <p:txBody>
          <a:bodyPr/>
          <a:lstStyle/>
          <a:p>
            <a:endParaRPr lang="en-US"/>
          </a:p>
        </p:txBody>
      </p:sp>
      <p:sp>
        <p:nvSpPr>
          <p:cNvPr id="8" name="Text Placeholder 7">
            <a:extLst>
              <a:ext uri="{FF2B5EF4-FFF2-40B4-BE49-F238E27FC236}">
                <a16:creationId xmlns:a16="http://schemas.microsoft.com/office/drawing/2014/main" id="{AC4B7181-1B39-B1BA-1357-582500524288}"/>
              </a:ext>
            </a:extLst>
          </p:cNvPr>
          <p:cNvSpPr>
            <a:spLocks noGrp="1"/>
          </p:cNvSpPr>
          <p:nvPr>
            <p:ph type="body" sz="quarter" idx="18"/>
          </p:nvPr>
        </p:nvSpPr>
        <p:spPr/>
        <p:txBody>
          <a:bodyPr/>
          <a:lstStyle/>
          <a:p>
            <a:endParaRPr lang="en-US"/>
          </a:p>
        </p:txBody>
      </p:sp>
      <p:sp>
        <p:nvSpPr>
          <p:cNvPr id="14" name="Picture Placeholder 13">
            <a:extLst>
              <a:ext uri="{FF2B5EF4-FFF2-40B4-BE49-F238E27FC236}">
                <a16:creationId xmlns:a16="http://schemas.microsoft.com/office/drawing/2014/main" id="{B91494A4-D595-F178-A9D8-96384D293C7E}"/>
              </a:ext>
            </a:extLst>
          </p:cNvPr>
          <p:cNvSpPr>
            <a:spLocks noGrp="1"/>
          </p:cNvSpPr>
          <p:nvPr>
            <p:ph type="pic" sz="quarter" idx="31"/>
          </p:nvPr>
        </p:nvSpPr>
        <p:spPr/>
        <p:txBody>
          <a:bodyPr/>
          <a:lstStyle/>
          <a:p>
            <a:endParaRPr lang="en-US"/>
          </a:p>
        </p:txBody>
      </p:sp>
      <p:sp>
        <p:nvSpPr>
          <p:cNvPr id="9" name="Text Placeholder 8">
            <a:extLst>
              <a:ext uri="{FF2B5EF4-FFF2-40B4-BE49-F238E27FC236}">
                <a16:creationId xmlns:a16="http://schemas.microsoft.com/office/drawing/2014/main" id="{4678D727-A823-CA22-6FFB-7C70EBE17418}"/>
              </a:ext>
            </a:extLst>
          </p:cNvPr>
          <p:cNvSpPr>
            <a:spLocks noGrp="1"/>
          </p:cNvSpPr>
          <p:nvPr>
            <p:ph type="body" sz="quarter" idx="19"/>
          </p:nvPr>
        </p:nvSpPr>
        <p:spPr/>
        <p:txBody>
          <a:bodyPr/>
          <a:lstStyle/>
          <a:p>
            <a:endParaRPr lang="en-US"/>
          </a:p>
        </p:txBody>
      </p:sp>
      <p:sp>
        <p:nvSpPr>
          <p:cNvPr id="10" name="Text Placeholder 9">
            <a:extLst>
              <a:ext uri="{FF2B5EF4-FFF2-40B4-BE49-F238E27FC236}">
                <a16:creationId xmlns:a16="http://schemas.microsoft.com/office/drawing/2014/main" id="{B1BAEBB4-0594-3EB7-C992-14534783E8EE}"/>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9266812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0BFFB59-539B-48B5-2BF9-E19FEA3CB2CB}"/>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90EF98AA-0EDA-7DED-EDD7-1879C63259D9}"/>
              </a:ext>
            </a:extLst>
          </p:cNvPr>
          <p:cNvSpPr>
            <a:spLocks noGrp="1"/>
          </p:cNvSpPr>
          <p:nvPr>
            <p:ph type="pic" sz="quarter" idx="28"/>
          </p:nvPr>
        </p:nvSpPr>
        <p:spPr/>
        <p:txBody>
          <a:bodyPr/>
          <a:lstStyle/>
          <a:p>
            <a:endParaRPr lang="en-US"/>
          </a:p>
        </p:txBody>
      </p:sp>
      <p:sp>
        <p:nvSpPr>
          <p:cNvPr id="16" name="Text Placeholder 15">
            <a:extLst>
              <a:ext uri="{FF2B5EF4-FFF2-40B4-BE49-F238E27FC236}">
                <a16:creationId xmlns:a16="http://schemas.microsoft.com/office/drawing/2014/main" id="{59266D5A-0E1C-FEC5-8E27-3CC11126A3D0}"/>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271B7AAF-8C26-F5C8-3E1E-AF636744577B}"/>
              </a:ext>
            </a:extLst>
          </p:cNvPr>
          <p:cNvSpPr>
            <a:spLocks noGrp="1"/>
          </p:cNvSpPr>
          <p:nvPr>
            <p:ph type="body" sz="quarter" idx="14"/>
          </p:nvPr>
        </p:nvSpPr>
        <p:spPr/>
        <p:txBody>
          <a:bodyPr/>
          <a:lstStyle/>
          <a:p>
            <a:endParaRPr lang="en-US"/>
          </a:p>
        </p:txBody>
      </p:sp>
      <p:sp>
        <p:nvSpPr>
          <p:cNvPr id="25" name="Picture Placeholder 24">
            <a:extLst>
              <a:ext uri="{FF2B5EF4-FFF2-40B4-BE49-F238E27FC236}">
                <a16:creationId xmlns:a16="http://schemas.microsoft.com/office/drawing/2014/main" id="{8DBCD4D4-547C-547E-2719-9917325CC3BA}"/>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42D0885E-971C-7260-78E0-E412FE148E55}"/>
              </a:ext>
            </a:extLst>
          </p:cNvPr>
          <p:cNvSpPr>
            <a:spLocks noGrp="1"/>
          </p:cNvSpPr>
          <p:nvPr>
            <p:ph type="body" sz="quarter" idx="15"/>
          </p:nvPr>
        </p:nvSpPr>
        <p:spPr/>
        <p:txBody>
          <a:bodyPr/>
          <a:lstStyle/>
          <a:p>
            <a:endParaRPr lang="en-US"/>
          </a:p>
        </p:txBody>
      </p:sp>
      <p:sp>
        <p:nvSpPr>
          <p:cNvPr id="19" name="Text Placeholder 18">
            <a:extLst>
              <a:ext uri="{FF2B5EF4-FFF2-40B4-BE49-F238E27FC236}">
                <a16:creationId xmlns:a16="http://schemas.microsoft.com/office/drawing/2014/main" id="{EB3D290C-664B-4CFF-9608-CB5899AE5448}"/>
              </a:ext>
            </a:extLst>
          </p:cNvPr>
          <p:cNvSpPr>
            <a:spLocks noGrp="1"/>
          </p:cNvSpPr>
          <p:nvPr>
            <p:ph type="body" sz="quarter" idx="16"/>
          </p:nvPr>
        </p:nvSpPr>
        <p:spPr/>
        <p:txBody>
          <a:bodyPr/>
          <a:lstStyle/>
          <a:p>
            <a:endParaRPr lang="en-US"/>
          </a:p>
        </p:txBody>
      </p:sp>
      <p:sp>
        <p:nvSpPr>
          <p:cNvPr id="26" name="Picture Placeholder 25">
            <a:extLst>
              <a:ext uri="{FF2B5EF4-FFF2-40B4-BE49-F238E27FC236}">
                <a16:creationId xmlns:a16="http://schemas.microsoft.com/office/drawing/2014/main" id="{BB135A51-1510-F7B3-ABFD-81277D30CC4F}"/>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FF33C1F9-0A28-A441-BD62-2F9ED5A6ECAF}"/>
              </a:ext>
            </a:extLst>
          </p:cNvPr>
          <p:cNvSpPr>
            <a:spLocks noGrp="1"/>
          </p:cNvSpPr>
          <p:nvPr>
            <p:ph type="body" sz="quarter" idx="17"/>
          </p:nvPr>
        </p:nvSpPr>
        <p:spPr/>
        <p:txBody>
          <a:bodyPr/>
          <a:lstStyle/>
          <a:p>
            <a:endParaRPr lang="en-US"/>
          </a:p>
        </p:txBody>
      </p:sp>
      <p:sp>
        <p:nvSpPr>
          <p:cNvPr id="21" name="Text Placeholder 20">
            <a:extLst>
              <a:ext uri="{FF2B5EF4-FFF2-40B4-BE49-F238E27FC236}">
                <a16:creationId xmlns:a16="http://schemas.microsoft.com/office/drawing/2014/main" id="{3B3DFA04-F06B-52CC-FCE8-8FAF0B720DBF}"/>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A9433043-F42D-D614-158E-D3CDCC58258A}"/>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F3AD0538-3B37-9C4F-0F66-40BCE816B2F5}"/>
              </a:ext>
            </a:extLst>
          </p:cNvPr>
          <p:cNvSpPr>
            <a:spLocks noGrp="1"/>
          </p:cNvSpPr>
          <p:nvPr>
            <p:ph type="body" sz="quarter" idx="19"/>
          </p:nvPr>
        </p:nvSpPr>
        <p:spPr/>
        <p:txBody>
          <a:bodyPr/>
          <a:lstStyle/>
          <a:p>
            <a:endParaRPr lang="en-US"/>
          </a:p>
        </p:txBody>
      </p:sp>
      <p:sp>
        <p:nvSpPr>
          <p:cNvPr id="23" name="Text Placeholder 22">
            <a:extLst>
              <a:ext uri="{FF2B5EF4-FFF2-40B4-BE49-F238E27FC236}">
                <a16:creationId xmlns:a16="http://schemas.microsoft.com/office/drawing/2014/main" id="{0D0DCD06-F223-70B7-DF41-E3E6BCB5EB4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5420158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B085F9F8-4AB5-A7FB-DB66-59B551EC41B7}"/>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35A0FD1F-E1D8-B800-8603-F896EC307259}"/>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53DFDEE1-E688-8D4E-49A1-3462CCBCB7BC}"/>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133DBEA6-AD99-56BF-538D-2C3272F13918}"/>
              </a:ext>
            </a:extLst>
          </p:cNvPr>
          <p:cNvSpPr>
            <a:spLocks noGrp="1"/>
          </p:cNvSpPr>
          <p:nvPr>
            <p:ph type="body" sz="quarter" idx="14"/>
          </p:nvPr>
        </p:nvSpPr>
        <p:spPr/>
        <p:txBody>
          <a:bodyPr/>
          <a:lstStyle/>
          <a:p>
            <a:endParaRPr lang="en-US"/>
          </a:p>
        </p:txBody>
      </p:sp>
      <p:sp>
        <p:nvSpPr>
          <p:cNvPr id="46" name="Picture Placeholder 45">
            <a:extLst>
              <a:ext uri="{FF2B5EF4-FFF2-40B4-BE49-F238E27FC236}">
                <a16:creationId xmlns:a16="http://schemas.microsoft.com/office/drawing/2014/main" id="{EAA1E122-773F-9263-A809-E74744404B5B}"/>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2960D65A-E801-317D-4A26-D85E27F397B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F87D8F70-9B24-F394-DFC7-B8F51B322CEE}"/>
              </a:ext>
            </a:extLst>
          </p:cNvPr>
          <p:cNvSpPr>
            <a:spLocks noGrp="1"/>
          </p:cNvSpPr>
          <p:nvPr>
            <p:ph type="body" sz="quarter" idx="16"/>
          </p:nvPr>
        </p:nvSpPr>
        <p:spPr/>
        <p:txBody>
          <a:bodyPr/>
          <a:lstStyle/>
          <a:p>
            <a:endParaRPr lang="en-US"/>
          </a:p>
        </p:txBody>
      </p:sp>
      <p:sp>
        <p:nvSpPr>
          <p:cNvPr id="48" name="Picture Placeholder 47">
            <a:extLst>
              <a:ext uri="{FF2B5EF4-FFF2-40B4-BE49-F238E27FC236}">
                <a16:creationId xmlns:a16="http://schemas.microsoft.com/office/drawing/2014/main" id="{8C4893E2-7A6E-89CC-6222-2F00468C27ED}"/>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516F4FC0-253B-39DC-8F5E-E05F1D89E82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E5CC37CB-DE58-4C08-42E2-80B548C94666}"/>
              </a:ext>
            </a:extLst>
          </p:cNvPr>
          <p:cNvSpPr>
            <a:spLocks noGrp="1"/>
          </p:cNvSpPr>
          <p:nvPr>
            <p:ph type="body" sz="quarter" idx="18"/>
          </p:nvPr>
        </p:nvSpPr>
        <p:spPr/>
        <p:txBody>
          <a:bodyPr/>
          <a:lstStyle/>
          <a:p>
            <a:endParaRPr lang="en-US"/>
          </a:p>
        </p:txBody>
      </p:sp>
      <p:sp>
        <p:nvSpPr>
          <p:cNvPr id="50" name="Picture Placeholder 49">
            <a:extLst>
              <a:ext uri="{FF2B5EF4-FFF2-40B4-BE49-F238E27FC236}">
                <a16:creationId xmlns:a16="http://schemas.microsoft.com/office/drawing/2014/main" id="{E08D9848-DC29-3507-E259-1874EC32A276}"/>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E5EB060B-31B8-2817-04E0-B116AAEFFC9F}"/>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7BA149BA-58A5-040C-B417-6A7AD4ECB97D}"/>
              </a:ext>
            </a:extLst>
          </p:cNvPr>
          <p:cNvSpPr>
            <a:spLocks noGrp="1"/>
          </p:cNvSpPr>
          <p:nvPr>
            <p:ph type="body" sz="quarter" idx="20"/>
          </p:nvPr>
        </p:nvSpPr>
        <p:spPr/>
        <p:txBody>
          <a:bodyPr/>
          <a:lstStyle/>
          <a:p>
            <a:endParaRPr lang="en-US"/>
          </a:p>
        </p:txBody>
      </p:sp>
      <p:sp>
        <p:nvSpPr>
          <p:cNvPr id="45" name="Picture Placeholder 44">
            <a:extLst>
              <a:ext uri="{FF2B5EF4-FFF2-40B4-BE49-F238E27FC236}">
                <a16:creationId xmlns:a16="http://schemas.microsoft.com/office/drawing/2014/main" id="{51CD09B4-E2F4-586B-D3AA-CF6A0DEB7368}"/>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7EA669FC-9ACE-963D-768D-C3E210703152}"/>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05028958-C1C5-C8DD-5BA6-585141E61111}"/>
              </a:ext>
            </a:extLst>
          </p:cNvPr>
          <p:cNvSpPr>
            <a:spLocks noGrp="1"/>
          </p:cNvSpPr>
          <p:nvPr>
            <p:ph type="body" sz="quarter" idx="30"/>
          </p:nvPr>
        </p:nvSpPr>
        <p:spPr/>
        <p:txBody>
          <a:bodyPr/>
          <a:lstStyle/>
          <a:p>
            <a:endParaRPr lang="en-US"/>
          </a:p>
        </p:txBody>
      </p:sp>
      <p:sp>
        <p:nvSpPr>
          <p:cNvPr id="47" name="Picture Placeholder 46">
            <a:extLst>
              <a:ext uri="{FF2B5EF4-FFF2-40B4-BE49-F238E27FC236}">
                <a16:creationId xmlns:a16="http://schemas.microsoft.com/office/drawing/2014/main" id="{CB317BFE-929D-7C93-FB13-771C7C7064A0}"/>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FA2739A6-E2EE-19C1-2649-3F504F87207F}"/>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82CDFA18-0580-AC0A-18B3-9D74BE1DC8C0}"/>
              </a:ext>
            </a:extLst>
          </p:cNvPr>
          <p:cNvSpPr>
            <a:spLocks noGrp="1"/>
          </p:cNvSpPr>
          <p:nvPr>
            <p:ph type="body" sz="quarter" idx="32"/>
          </p:nvPr>
        </p:nvSpPr>
        <p:spPr/>
        <p:txBody>
          <a:bodyPr/>
          <a:lstStyle/>
          <a:p>
            <a:endParaRPr lang="en-US"/>
          </a:p>
        </p:txBody>
      </p:sp>
      <p:sp>
        <p:nvSpPr>
          <p:cNvPr id="49" name="Picture Placeholder 48">
            <a:extLst>
              <a:ext uri="{FF2B5EF4-FFF2-40B4-BE49-F238E27FC236}">
                <a16:creationId xmlns:a16="http://schemas.microsoft.com/office/drawing/2014/main" id="{3DAF02AB-1616-28D7-70ED-4F29C785A743}"/>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BC180985-8F1F-BE73-431A-B366FE1AE604}"/>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8C868E06-2E99-954F-F045-CEC1B04FD3C2}"/>
              </a:ext>
            </a:extLst>
          </p:cNvPr>
          <p:cNvSpPr>
            <a:spLocks noGrp="1"/>
          </p:cNvSpPr>
          <p:nvPr>
            <p:ph type="body" sz="quarter" idx="34"/>
          </p:nvPr>
        </p:nvSpPr>
        <p:spPr/>
        <p:txBody>
          <a:bodyPr/>
          <a:lstStyle/>
          <a:p>
            <a:endParaRPr lang="en-US"/>
          </a:p>
        </p:txBody>
      </p:sp>
      <p:sp>
        <p:nvSpPr>
          <p:cNvPr id="51" name="Picture Placeholder 50">
            <a:extLst>
              <a:ext uri="{FF2B5EF4-FFF2-40B4-BE49-F238E27FC236}">
                <a16:creationId xmlns:a16="http://schemas.microsoft.com/office/drawing/2014/main" id="{CD94C4C8-32D6-1E01-65A6-E65A9E6CEA51}"/>
              </a:ext>
            </a:extLst>
          </p:cNvPr>
          <p:cNvSpPr>
            <a:spLocks noGrp="1"/>
          </p:cNvSpPr>
          <p:nvPr>
            <p:ph type="pic" sz="quarter" idx="43"/>
          </p:nvPr>
        </p:nvSpPr>
        <p:spPr/>
        <p:txBody>
          <a:bodyPr/>
          <a:lstStyle/>
          <a:p>
            <a:endParaRPr lang="en-US"/>
          </a:p>
        </p:txBody>
      </p:sp>
      <p:sp>
        <p:nvSpPr>
          <p:cNvPr id="43" name="Text Placeholder 42">
            <a:extLst>
              <a:ext uri="{FF2B5EF4-FFF2-40B4-BE49-F238E27FC236}">
                <a16:creationId xmlns:a16="http://schemas.microsoft.com/office/drawing/2014/main" id="{718FD164-23A5-875D-9C74-71B1D43C3764}"/>
              </a:ext>
            </a:extLst>
          </p:cNvPr>
          <p:cNvSpPr>
            <a:spLocks noGrp="1"/>
          </p:cNvSpPr>
          <p:nvPr>
            <p:ph type="body" sz="quarter" idx="35"/>
          </p:nvPr>
        </p:nvSpPr>
        <p:spPr/>
        <p:txBody>
          <a:bodyPr/>
          <a:lstStyle/>
          <a:p>
            <a:endParaRPr lang="en-US"/>
          </a:p>
        </p:txBody>
      </p:sp>
      <p:sp>
        <p:nvSpPr>
          <p:cNvPr id="44" name="Text Placeholder 43">
            <a:extLst>
              <a:ext uri="{FF2B5EF4-FFF2-40B4-BE49-F238E27FC236}">
                <a16:creationId xmlns:a16="http://schemas.microsoft.com/office/drawing/2014/main" id="{1170A091-D0B9-5BC7-359C-F9851AA2218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14694293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C134F9D2-B213-6F6C-08A2-DFA6CB4F783D}"/>
              </a:ext>
            </a:extLst>
          </p:cNvPr>
          <p:cNvSpPr>
            <a:spLocks noGrp="1"/>
          </p:cNvSpPr>
          <p:nvPr>
            <p:ph type="title"/>
          </p:nvPr>
        </p:nvSpPr>
        <p:spPr/>
        <p:txBody>
          <a:bodyPr/>
          <a:lstStyle/>
          <a:p>
            <a:endParaRPr lang="en-US"/>
          </a:p>
        </p:txBody>
      </p:sp>
      <p:sp>
        <p:nvSpPr>
          <p:cNvPr id="36" name="Picture Placeholder 35">
            <a:extLst>
              <a:ext uri="{FF2B5EF4-FFF2-40B4-BE49-F238E27FC236}">
                <a16:creationId xmlns:a16="http://schemas.microsoft.com/office/drawing/2014/main" id="{E17DC1A0-922A-AFFE-4152-4816A6FE9E01}"/>
              </a:ext>
            </a:extLst>
          </p:cNvPr>
          <p:cNvSpPr>
            <a:spLocks noGrp="1"/>
          </p:cNvSpPr>
          <p:nvPr>
            <p:ph type="pic" sz="quarter" idx="21"/>
          </p:nvPr>
        </p:nvSpPr>
        <p:spPr/>
        <p:txBody>
          <a:bodyPr/>
          <a:lstStyle/>
          <a:p>
            <a:endParaRPr lang="en-US"/>
          </a:p>
        </p:txBody>
      </p:sp>
      <p:sp>
        <p:nvSpPr>
          <p:cNvPr id="28" name="Text Placeholder 27">
            <a:extLst>
              <a:ext uri="{FF2B5EF4-FFF2-40B4-BE49-F238E27FC236}">
                <a16:creationId xmlns:a16="http://schemas.microsoft.com/office/drawing/2014/main" id="{0F08F1C3-09C5-00A7-D5B5-D75048950588}"/>
              </a:ext>
            </a:extLst>
          </p:cNvPr>
          <p:cNvSpPr>
            <a:spLocks noGrp="1"/>
          </p:cNvSpPr>
          <p:nvPr>
            <p:ph type="body" sz="quarter" idx="13"/>
          </p:nvPr>
        </p:nvSpPr>
        <p:spPr/>
        <p:txBody>
          <a:bodyPr/>
          <a:lstStyle/>
          <a:p>
            <a:endParaRPr lang="en-US"/>
          </a:p>
        </p:txBody>
      </p:sp>
      <p:sp>
        <p:nvSpPr>
          <p:cNvPr id="29" name="Text Placeholder 28">
            <a:extLst>
              <a:ext uri="{FF2B5EF4-FFF2-40B4-BE49-F238E27FC236}">
                <a16:creationId xmlns:a16="http://schemas.microsoft.com/office/drawing/2014/main" id="{C0C22847-936E-9D57-1672-AC52C442E976}"/>
              </a:ext>
            </a:extLst>
          </p:cNvPr>
          <p:cNvSpPr>
            <a:spLocks noGrp="1"/>
          </p:cNvSpPr>
          <p:nvPr>
            <p:ph type="body" sz="quarter" idx="14"/>
          </p:nvPr>
        </p:nvSpPr>
        <p:spPr/>
        <p:txBody>
          <a:bodyPr/>
          <a:lstStyle/>
          <a:p>
            <a:endParaRPr lang="en-US"/>
          </a:p>
        </p:txBody>
      </p:sp>
      <p:sp>
        <p:nvSpPr>
          <p:cNvPr id="45" name="Picture Placeholder 44">
            <a:extLst>
              <a:ext uri="{FF2B5EF4-FFF2-40B4-BE49-F238E27FC236}">
                <a16:creationId xmlns:a16="http://schemas.microsoft.com/office/drawing/2014/main" id="{ECF4EAF9-B04B-7381-F82A-932C93522723}"/>
              </a:ext>
            </a:extLst>
          </p:cNvPr>
          <p:cNvSpPr>
            <a:spLocks noGrp="1"/>
          </p:cNvSpPr>
          <p:nvPr>
            <p:ph type="pic" sz="quarter" idx="38"/>
          </p:nvPr>
        </p:nvSpPr>
        <p:spPr/>
        <p:txBody>
          <a:bodyPr/>
          <a:lstStyle/>
          <a:p>
            <a:endParaRPr lang="en-US"/>
          </a:p>
        </p:txBody>
      </p:sp>
      <p:sp>
        <p:nvSpPr>
          <p:cNvPr id="30" name="Text Placeholder 29">
            <a:extLst>
              <a:ext uri="{FF2B5EF4-FFF2-40B4-BE49-F238E27FC236}">
                <a16:creationId xmlns:a16="http://schemas.microsoft.com/office/drawing/2014/main" id="{6E90B6ED-B6F9-F59A-A2CF-DBA7713DCA81}"/>
              </a:ext>
            </a:extLst>
          </p:cNvPr>
          <p:cNvSpPr>
            <a:spLocks noGrp="1"/>
          </p:cNvSpPr>
          <p:nvPr>
            <p:ph type="body" sz="quarter" idx="15"/>
          </p:nvPr>
        </p:nvSpPr>
        <p:spPr/>
        <p:txBody>
          <a:bodyPr/>
          <a:lstStyle/>
          <a:p>
            <a:endParaRPr lang="en-US"/>
          </a:p>
        </p:txBody>
      </p:sp>
      <p:sp>
        <p:nvSpPr>
          <p:cNvPr id="31" name="Text Placeholder 30">
            <a:extLst>
              <a:ext uri="{FF2B5EF4-FFF2-40B4-BE49-F238E27FC236}">
                <a16:creationId xmlns:a16="http://schemas.microsoft.com/office/drawing/2014/main" id="{47CDC8A3-3421-CD0D-5641-F3311C44F3CB}"/>
              </a:ext>
            </a:extLst>
          </p:cNvPr>
          <p:cNvSpPr>
            <a:spLocks noGrp="1"/>
          </p:cNvSpPr>
          <p:nvPr>
            <p:ph type="body" sz="quarter" idx="16"/>
          </p:nvPr>
        </p:nvSpPr>
        <p:spPr/>
        <p:txBody>
          <a:bodyPr/>
          <a:lstStyle/>
          <a:p>
            <a:endParaRPr lang="en-US"/>
          </a:p>
        </p:txBody>
      </p:sp>
      <p:sp>
        <p:nvSpPr>
          <p:cNvPr id="47" name="Picture Placeholder 46">
            <a:extLst>
              <a:ext uri="{FF2B5EF4-FFF2-40B4-BE49-F238E27FC236}">
                <a16:creationId xmlns:a16="http://schemas.microsoft.com/office/drawing/2014/main" id="{A0A4F366-FCC7-F973-9A69-3EEB9BE75BF3}"/>
              </a:ext>
            </a:extLst>
          </p:cNvPr>
          <p:cNvSpPr>
            <a:spLocks noGrp="1"/>
          </p:cNvSpPr>
          <p:nvPr>
            <p:ph type="pic" sz="quarter" idx="40"/>
          </p:nvPr>
        </p:nvSpPr>
        <p:spPr/>
        <p:txBody>
          <a:bodyPr/>
          <a:lstStyle/>
          <a:p>
            <a:endParaRPr lang="en-US"/>
          </a:p>
        </p:txBody>
      </p:sp>
      <p:sp>
        <p:nvSpPr>
          <p:cNvPr id="32" name="Text Placeholder 31">
            <a:extLst>
              <a:ext uri="{FF2B5EF4-FFF2-40B4-BE49-F238E27FC236}">
                <a16:creationId xmlns:a16="http://schemas.microsoft.com/office/drawing/2014/main" id="{EE5E128F-1E91-D003-B2C1-D59BF6871D58}"/>
              </a:ext>
            </a:extLst>
          </p:cNvPr>
          <p:cNvSpPr>
            <a:spLocks noGrp="1"/>
          </p:cNvSpPr>
          <p:nvPr>
            <p:ph type="body" sz="quarter" idx="17"/>
          </p:nvPr>
        </p:nvSpPr>
        <p:spPr/>
        <p:txBody>
          <a:bodyPr/>
          <a:lstStyle/>
          <a:p>
            <a:endParaRPr lang="en-US"/>
          </a:p>
        </p:txBody>
      </p:sp>
      <p:sp>
        <p:nvSpPr>
          <p:cNvPr id="33" name="Text Placeholder 32">
            <a:extLst>
              <a:ext uri="{FF2B5EF4-FFF2-40B4-BE49-F238E27FC236}">
                <a16:creationId xmlns:a16="http://schemas.microsoft.com/office/drawing/2014/main" id="{6CF8C8DB-4DA4-09C8-757A-6A48FEC9DC71}"/>
              </a:ext>
            </a:extLst>
          </p:cNvPr>
          <p:cNvSpPr>
            <a:spLocks noGrp="1"/>
          </p:cNvSpPr>
          <p:nvPr>
            <p:ph type="body" sz="quarter" idx="18"/>
          </p:nvPr>
        </p:nvSpPr>
        <p:spPr/>
        <p:txBody>
          <a:bodyPr/>
          <a:lstStyle/>
          <a:p>
            <a:endParaRPr lang="en-US"/>
          </a:p>
        </p:txBody>
      </p:sp>
      <p:sp>
        <p:nvSpPr>
          <p:cNvPr id="49" name="Picture Placeholder 48">
            <a:extLst>
              <a:ext uri="{FF2B5EF4-FFF2-40B4-BE49-F238E27FC236}">
                <a16:creationId xmlns:a16="http://schemas.microsoft.com/office/drawing/2014/main" id="{A3A839A1-94D4-3038-BA18-62699FACBA1E}"/>
              </a:ext>
            </a:extLst>
          </p:cNvPr>
          <p:cNvSpPr>
            <a:spLocks noGrp="1"/>
          </p:cNvSpPr>
          <p:nvPr>
            <p:ph type="pic" sz="quarter" idx="42"/>
          </p:nvPr>
        </p:nvSpPr>
        <p:spPr/>
        <p:txBody>
          <a:bodyPr/>
          <a:lstStyle/>
          <a:p>
            <a:endParaRPr lang="en-US"/>
          </a:p>
        </p:txBody>
      </p:sp>
      <p:sp>
        <p:nvSpPr>
          <p:cNvPr id="34" name="Text Placeholder 33">
            <a:extLst>
              <a:ext uri="{FF2B5EF4-FFF2-40B4-BE49-F238E27FC236}">
                <a16:creationId xmlns:a16="http://schemas.microsoft.com/office/drawing/2014/main" id="{8003E3AC-1759-7BDC-EDDC-E4E971CBD304}"/>
              </a:ext>
            </a:extLst>
          </p:cNvPr>
          <p:cNvSpPr>
            <a:spLocks noGrp="1"/>
          </p:cNvSpPr>
          <p:nvPr>
            <p:ph type="body" sz="quarter" idx="19"/>
          </p:nvPr>
        </p:nvSpPr>
        <p:spPr/>
        <p:txBody>
          <a:bodyPr/>
          <a:lstStyle/>
          <a:p>
            <a:endParaRPr lang="en-US"/>
          </a:p>
        </p:txBody>
      </p:sp>
      <p:sp>
        <p:nvSpPr>
          <p:cNvPr id="35" name="Text Placeholder 34">
            <a:extLst>
              <a:ext uri="{FF2B5EF4-FFF2-40B4-BE49-F238E27FC236}">
                <a16:creationId xmlns:a16="http://schemas.microsoft.com/office/drawing/2014/main" id="{8C33924D-1B47-9A98-9331-6EC6CEA3AB47}"/>
              </a:ext>
            </a:extLst>
          </p:cNvPr>
          <p:cNvSpPr>
            <a:spLocks noGrp="1"/>
          </p:cNvSpPr>
          <p:nvPr>
            <p:ph type="body" sz="quarter" idx="20"/>
          </p:nvPr>
        </p:nvSpPr>
        <p:spPr/>
        <p:txBody>
          <a:bodyPr/>
          <a:lstStyle/>
          <a:p>
            <a:endParaRPr lang="en-US"/>
          </a:p>
        </p:txBody>
      </p:sp>
      <p:sp>
        <p:nvSpPr>
          <p:cNvPr id="44" name="Picture Placeholder 43">
            <a:extLst>
              <a:ext uri="{FF2B5EF4-FFF2-40B4-BE49-F238E27FC236}">
                <a16:creationId xmlns:a16="http://schemas.microsoft.com/office/drawing/2014/main" id="{A9195AC7-69E9-843F-18DE-B43A72EC916D}"/>
              </a:ext>
            </a:extLst>
          </p:cNvPr>
          <p:cNvSpPr>
            <a:spLocks noGrp="1"/>
          </p:cNvSpPr>
          <p:nvPr>
            <p:ph type="pic" sz="quarter" idx="37"/>
          </p:nvPr>
        </p:nvSpPr>
        <p:spPr/>
        <p:txBody>
          <a:bodyPr/>
          <a:lstStyle/>
          <a:p>
            <a:endParaRPr lang="en-US"/>
          </a:p>
        </p:txBody>
      </p:sp>
      <p:sp>
        <p:nvSpPr>
          <p:cNvPr id="37" name="Text Placeholder 36">
            <a:extLst>
              <a:ext uri="{FF2B5EF4-FFF2-40B4-BE49-F238E27FC236}">
                <a16:creationId xmlns:a16="http://schemas.microsoft.com/office/drawing/2014/main" id="{CD8A9C20-7A9B-9215-ED63-15CE6921F064}"/>
              </a:ext>
            </a:extLst>
          </p:cNvPr>
          <p:cNvSpPr>
            <a:spLocks noGrp="1"/>
          </p:cNvSpPr>
          <p:nvPr>
            <p:ph type="body" sz="quarter" idx="29"/>
          </p:nvPr>
        </p:nvSpPr>
        <p:spPr/>
        <p:txBody>
          <a:bodyPr/>
          <a:lstStyle/>
          <a:p>
            <a:endParaRPr lang="en-US"/>
          </a:p>
        </p:txBody>
      </p:sp>
      <p:sp>
        <p:nvSpPr>
          <p:cNvPr id="38" name="Text Placeholder 37">
            <a:extLst>
              <a:ext uri="{FF2B5EF4-FFF2-40B4-BE49-F238E27FC236}">
                <a16:creationId xmlns:a16="http://schemas.microsoft.com/office/drawing/2014/main" id="{DC644EED-6AF7-9E2D-C903-7AB2178D992F}"/>
              </a:ext>
            </a:extLst>
          </p:cNvPr>
          <p:cNvSpPr>
            <a:spLocks noGrp="1"/>
          </p:cNvSpPr>
          <p:nvPr>
            <p:ph type="body" sz="quarter" idx="30"/>
          </p:nvPr>
        </p:nvSpPr>
        <p:spPr/>
        <p:txBody>
          <a:bodyPr/>
          <a:lstStyle/>
          <a:p>
            <a:endParaRPr lang="en-US"/>
          </a:p>
        </p:txBody>
      </p:sp>
      <p:sp>
        <p:nvSpPr>
          <p:cNvPr id="46" name="Picture Placeholder 45">
            <a:extLst>
              <a:ext uri="{FF2B5EF4-FFF2-40B4-BE49-F238E27FC236}">
                <a16:creationId xmlns:a16="http://schemas.microsoft.com/office/drawing/2014/main" id="{E8B9C13A-B661-93A7-E793-AA7566A11EEB}"/>
              </a:ext>
            </a:extLst>
          </p:cNvPr>
          <p:cNvSpPr>
            <a:spLocks noGrp="1"/>
          </p:cNvSpPr>
          <p:nvPr>
            <p:ph type="pic" sz="quarter" idx="39"/>
          </p:nvPr>
        </p:nvSpPr>
        <p:spPr/>
        <p:txBody>
          <a:bodyPr/>
          <a:lstStyle/>
          <a:p>
            <a:endParaRPr lang="en-US"/>
          </a:p>
        </p:txBody>
      </p:sp>
      <p:sp>
        <p:nvSpPr>
          <p:cNvPr id="39" name="Text Placeholder 38">
            <a:extLst>
              <a:ext uri="{FF2B5EF4-FFF2-40B4-BE49-F238E27FC236}">
                <a16:creationId xmlns:a16="http://schemas.microsoft.com/office/drawing/2014/main" id="{1BC1CA8B-9D40-3864-7BC5-C26D5D4D7124}"/>
              </a:ext>
            </a:extLst>
          </p:cNvPr>
          <p:cNvSpPr>
            <a:spLocks noGrp="1"/>
          </p:cNvSpPr>
          <p:nvPr>
            <p:ph type="body" sz="quarter" idx="31"/>
          </p:nvPr>
        </p:nvSpPr>
        <p:spPr/>
        <p:txBody>
          <a:bodyPr/>
          <a:lstStyle/>
          <a:p>
            <a:endParaRPr lang="en-US"/>
          </a:p>
        </p:txBody>
      </p:sp>
      <p:sp>
        <p:nvSpPr>
          <p:cNvPr id="40" name="Text Placeholder 39">
            <a:extLst>
              <a:ext uri="{FF2B5EF4-FFF2-40B4-BE49-F238E27FC236}">
                <a16:creationId xmlns:a16="http://schemas.microsoft.com/office/drawing/2014/main" id="{4BA5C36E-6F0A-7682-B2F6-E30CC3491605}"/>
              </a:ext>
            </a:extLst>
          </p:cNvPr>
          <p:cNvSpPr>
            <a:spLocks noGrp="1"/>
          </p:cNvSpPr>
          <p:nvPr>
            <p:ph type="body" sz="quarter" idx="32"/>
          </p:nvPr>
        </p:nvSpPr>
        <p:spPr/>
        <p:txBody>
          <a:bodyPr/>
          <a:lstStyle/>
          <a:p>
            <a:endParaRPr lang="en-US"/>
          </a:p>
        </p:txBody>
      </p:sp>
      <p:sp>
        <p:nvSpPr>
          <p:cNvPr id="48" name="Picture Placeholder 47">
            <a:extLst>
              <a:ext uri="{FF2B5EF4-FFF2-40B4-BE49-F238E27FC236}">
                <a16:creationId xmlns:a16="http://schemas.microsoft.com/office/drawing/2014/main" id="{60BB3BD8-E14C-83E3-5F2E-FF18E5E2733E}"/>
              </a:ext>
            </a:extLst>
          </p:cNvPr>
          <p:cNvSpPr>
            <a:spLocks noGrp="1"/>
          </p:cNvSpPr>
          <p:nvPr>
            <p:ph type="pic" sz="quarter" idx="41"/>
          </p:nvPr>
        </p:nvSpPr>
        <p:spPr/>
        <p:txBody>
          <a:bodyPr/>
          <a:lstStyle/>
          <a:p>
            <a:endParaRPr lang="en-US"/>
          </a:p>
        </p:txBody>
      </p:sp>
      <p:sp>
        <p:nvSpPr>
          <p:cNvPr id="41" name="Text Placeholder 40">
            <a:extLst>
              <a:ext uri="{FF2B5EF4-FFF2-40B4-BE49-F238E27FC236}">
                <a16:creationId xmlns:a16="http://schemas.microsoft.com/office/drawing/2014/main" id="{89287D54-D0E5-75C0-4AEB-4CA14E5BDD9B}"/>
              </a:ext>
            </a:extLst>
          </p:cNvPr>
          <p:cNvSpPr>
            <a:spLocks noGrp="1"/>
          </p:cNvSpPr>
          <p:nvPr>
            <p:ph type="body" sz="quarter" idx="33"/>
          </p:nvPr>
        </p:nvSpPr>
        <p:spPr/>
        <p:txBody>
          <a:bodyPr/>
          <a:lstStyle/>
          <a:p>
            <a:endParaRPr lang="en-US"/>
          </a:p>
        </p:txBody>
      </p:sp>
      <p:sp>
        <p:nvSpPr>
          <p:cNvPr id="42" name="Text Placeholder 41">
            <a:extLst>
              <a:ext uri="{FF2B5EF4-FFF2-40B4-BE49-F238E27FC236}">
                <a16:creationId xmlns:a16="http://schemas.microsoft.com/office/drawing/2014/main" id="{5120CEA9-982E-8CDB-5239-57AD5E8C3D1C}"/>
              </a:ext>
            </a:extLst>
          </p:cNvPr>
          <p:cNvSpPr>
            <a:spLocks noGrp="1"/>
          </p:cNvSpPr>
          <p:nvPr>
            <p:ph type="body" sz="quarter" idx="34"/>
          </p:nvPr>
        </p:nvSpPr>
        <p:spPr/>
        <p:txBody>
          <a:bodyPr/>
          <a:lstStyle/>
          <a:p>
            <a:endParaRPr lang="en-US"/>
          </a:p>
        </p:txBody>
      </p:sp>
      <p:sp>
        <p:nvSpPr>
          <p:cNvPr id="50" name="Picture Placeholder 49">
            <a:extLst>
              <a:ext uri="{FF2B5EF4-FFF2-40B4-BE49-F238E27FC236}">
                <a16:creationId xmlns:a16="http://schemas.microsoft.com/office/drawing/2014/main" id="{803263FC-504E-B0CC-7383-8ADC15940846}"/>
              </a:ext>
            </a:extLst>
          </p:cNvPr>
          <p:cNvSpPr>
            <a:spLocks noGrp="1"/>
          </p:cNvSpPr>
          <p:nvPr>
            <p:ph type="pic" sz="quarter" idx="43"/>
          </p:nvPr>
        </p:nvSpPr>
        <p:spPr/>
        <p:txBody>
          <a:bodyPr/>
          <a:lstStyle/>
          <a:p>
            <a:endParaRPr lang="en-US"/>
          </a:p>
        </p:txBody>
      </p:sp>
      <p:sp>
        <p:nvSpPr>
          <p:cNvPr id="51" name="Text Placeholder 50">
            <a:extLst>
              <a:ext uri="{FF2B5EF4-FFF2-40B4-BE49-F238E27FC236}">
                <a16:creationId xmlns:a16="http://schemas.microsoft.com/office/drawing/2014/main" id="{60954CDF-32E2-8C1B-3C09-402221FE9653}"/>
              </a:ext>
            </a:extLst>
          </p:cNvPr>
          <p:cNvSpPr>
            <a:spLocks noGrp="1"/>
          </p:cNvSpPr>
          <p:nvPr>
            <p:ph type="body" sz="quarter" idx="44"/>
          </p:nvPr>
        </p:nvSpPr>
        <p:spPr/>
        <p:txBody>
          <a:bodyPr/>
          <a:lstStyle/>
          <a:p>
            <a:endParaRPr lang="en-US"/>
          </a:p>
        </p:txBody>
      </p:sp>
      <p:sp>
        <p:nvSpPr>
          <p:cNvPr id="43" name="Text Placeholder 42">
            <a:extLst>
              <a:ext uri="{FF2B5EF4-FFF2-40B4-BE49-F238E27FC236}">
                <a16:creationId xmlns:a16="http://schemas.microsoft.com/office/drawing/2014/main" id="{DFCC445A-EC2B-DEE6-92CE-A8D35EE7B54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3020025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2E1D759-9B22-3977-DB51-826349BAEF5E}"/>
              </a:ext>
            </a:extLst>
          </p:cNvPr>
          <p:cNvSpPr>
            <a:spLocks noGrp="1"/>
          </p:cNvSpPr>
          <p:nvPr>
            <p:ph type="title"/>
          </p:nvPr>
        </p:nvSpPr>
        <p:spPr/>
        <p:txBody>
          <a:bodyPr/>
          <a:lstStyle/>
          <a:p>
            <a:endParaRPr lang="en-US"/>
          </a:p>
        </p:txBody>
      </p:sp>
      <p:sp>
        <p:nvSpPr>
          <p:cNvPr id="24" name="Picture Placeholder 23">
            <a:extLst>
              <a:ext uri="{FF2B5EF4-FFF2-40B4-BE49-F238E27FC236}">
                <a16:creationId xmlns:a16="http://schemas.microsoft.com/office/drawing/2014/main" id="{3E90613C-A598-C2F0-ACB5-1883AEC4FF8A}"/>
              </a:ext>
            </a:extLst>
          </p:cNvPr>
          <p:cNvSpPr>
            <a:spLocks noGrp="1"/>
          </p:cNvSpPr>
          <p:nvPr>
            <p:ph type="pic" sz="quarter" idx="25"/>
          </p:nvPr>
        </p:nvSpPr>
        <p:spPr/>
        <p:txBody>
          <a:bodyPr/>
          <a:lstStyle/>
          <a:p>
            <a:endParaRPr lang="en-US"/>
          </a:p>
        </p:txBody>
      </p:sp>
      <p:sp>
        <p:nvSpPr>
          <p:cNvPr id="16" name="Text Placeholder 15">
            <a:extLst>
              <a:ext uri="{FF2B5EF4-FFF2-40B4-BE49-F238E27FC236}">
                <a16:creationId xmlns:a16="http://schemas.microsoft.com/office/drawing/2014/main" id="{3593723D-AF61-06BF-245D-7B738F9E2339}"/>
              </a:ext>
            </a:extLst>
          </p:cNvPr>
          <p:cNvSpPr>
            <a:spLocks noGrp="1"/>
          </p:cNvSpPr>
          <p:nvPr>
            <p:ph type="body" sz="quarter" idx="14"/>
          </p:nvPr>
        </p:nvSpPr>
        <p:spPr/>
        <p:txBody>
          <a:bodyPr/>
          <a:lstStyle/>
          <a:p>
            <a:endParaRPr lang="en-US"/>
          </a:p>
        </p:txBody>
      </p:sp>
      <p:sp>
        <p:nvSpPr>
          <p:cNvPr id="17" name="Text Placeholder 16">
            <a:extLst>
              <a:ext uri="{FF2B5EF4-FFF2-40B4-BE49-F238E27FC236}">
                <a16:creationId xmlns:a16="http://schemas.microsoft.com/office/drawing/2014/main" id="{E6E36B57-9901-B2B4-08AE-A31941244CA6}"/>
              </a:ext>
            </a:extLst>
          </p:cNvPr>
          <p:cNvSpPr>
            <a:spLocks noGrp="1"/>
          </p:cNvSpPr>
          <p:nvPr>
            <p:ph type="body" sz="quarter" idx="15"/>
          </p:nvPr>
        </p:nvSpPr>
        <p:spPr/>
        <p:txBody>
          <a:bodyPr/>
          <a:lstStyle/>
          <a:p>
            <a:endParaRPr lang="en-US"/>
          </a:p>
        </p:txBody>
      </p:sp>
      <p:sp>
        <p:nvSpPr>
          <p:cNvPr id="26" name="Picture Placeholder 25">
            <a:extLst>
              <a:ext uri="{FF2B5EF4-FFF2-40B4-BE49-F238E27FC236}">
                <a16:creationId xmlns:a16="http://schemas.microsoft.com/office/drawing/2014/main" id="{5067C779-D7F4-E10A-2C3C-FDB99CEF788C}"/>
              </a:ext>
            </a:extLst>
          </p:cNvPr>
          <p:cNvSpPr>
            <a:spLocks noGrp="1"/>
          </p:cNvSpPr>
          <p:nvPr>
            <p:ph type="pic" sz="quarter" idx="30"/>
          </p:nvPr>
        </p:nvSpPr>
        <p:spPr/>
        <p:txBody>
          <a:bodyPr/>
          <a:lstStyle/>
          <a:p>
            <a:endParaRPr lang="en-US"/>
          </a:p>
        </p:txBody>
      </p:sp>
      <p:sp>
        <p:nvSpPr>
          <p:cNvPr id="20" name="Text Placeholder 19">
            <a:extLst>
              <a:ext uri="{FF2B5EF4-FFF2-40B4-BE49-F238E27FC236}">
                <a16:creationId xmlns:a16="http://schemas.microsoft.com/office/drawing/2014/main" id="{8A1B30A9-AAC8-9902-1B28-046569145CD9}"/>
              </a:ext>
            </a:extLst>
          </p:cNvPr>
          <p:cNvSpPr>
            <a:spLocks noGrp="1"/>
          </p:cNvSpPr>
          <p:nvPr>
            <p:ph type="body" sz="quarter" idx="20"/>
          </p:nvPr>
        </p:nvSpPr>
        <p:spPr/>
        <p:txBody>
          <a:bodyPr/>
          <a:lstStyle/>
          <a:p>
            <a:endParaRPr lang="en-US"/>
          </a:p>
        </p:txBody>
      </p:sp>
      <p:sp>
        <p:nvSpPr>
          <p:cNvPr id="21" name="Text Placeholder 20">
            <a:extLst>
              <a:ext uri="{FF2B5EF4-FFF2-40B4-BE49-F238E27FC236}">
                <a16:creationId xmlns:a16="http://schemas.microsoft.com/office/drawing/2014/main" id="{3E76475C-7B63-DAF4-333A-062022054642}"/>
              </a:ext>
            </a:extLst>
          </p:cNvPr>
          <p:cNvSpPr>
            <a:spLocks noGrp="1"/>
          </p:cNvSpPr>
          <p:nvPr>
            <p:ph type="body" sz="quarter" idx="21"/>
          </p:nvPr>
        </p:nvSpPr>
        <p:spPr/>
        <p:txBody>
          <a:bodyPr/>
          <a:lstStyle/>
          <a:p>
            <a:endParaRPr lang="en-US"/>
          </a:p>
        </p:txBody>
      </p:sp>
      <p:sp>
        <p:nvSpPr>
          <p:cNvPr id="25" name="Picture Placeholder 24">
            <a:extLst>
              <a:ext uri="{FF2B5EF4-FFF2-40B4-BE49-F238E27FC236}">
                <a16:creationId xmlns:a16="http://schemas.microsoft.com/office/drawing/2014/main" id="{2852D1AA-35EF-A985-EE23-61968B192163}"/>
              </a:ext>
            </a:extLst>
          </p:cNvPr>
          <p:cNvSpPr>
            <a:spLocks noGrp="1"/>
          </p:cNvSpPr>
          <p:nvPr>
            <p:ph type="pic" sz="quarter" idx="29"/>
          </p:nvPr>
        </p:nvSpPr>
        <p:spPr/>
        <p:txBody>
          <a:bodyPr/>
          <a:lstStyle/>
          <a:p>
            <a:endParaRPr lang="en-US"/>
          </a:p>
        </p:txBody>
      </p:sp>
      <p:sp>
        <p:nvSpPr>
          <p:cNvPr id="18" name="Text Placeholder 17">
            <a:extLst>
              <a:ext uri="{FF2B5EF4-FFF2-40B4-BE49-F238E27FC236}">
                <a16:creationId xmlns:a16="http://schemas.microsoft.com/office/drawing/2014/main" id="{B605D925-B18B-AE83-597E-BDC370760DC7}"/>
              </a:ext>
            </a:extLst>
          </p:cNvPr>
          <p:cNvSpPr>
            <a:spLocks noGrp="1"/>
          </p:cNvSpPr>
          <p:nvPr>
            <p:ph type="body" sz="quarter" idx="17"/>
          </p:nvPr>
        </p:nvSpPr>
        <p:spPr/>
        <p:txBody>
          <a:bodyPr/>
          <a:lstStyle/>
          <a:p>
            <a:endParaRPr lang="en-US"/>
          </a:p>
        </p:txBody>
      </p:sp>
      <p:sp>
        <p:nvSpPr>
          <p:cNvPr id="19" name="Text Placeholder 18">
            <a:extLst>
              <a:ext uri="{FF2B5EF4-FFF2-40B4-BE49-F238E27FC236}">
                <a16:creationId xmlns:a16="http://schemas.microsoft.com/office/drawing/2014/main" id="{1FA1D3D6-A03E-133F-FD2D-0217DF2EF14D}"/>
              </a:ext>
            </a:extLst>
          </p:cNvPr>
          <p:cNvSpPr>
            <a:spLocks noGrp="1"/>
          </p:cNvSpPr>
          <p:nvPr>
            <p:ph type="body" sz="quarter" idx="18"/>
          </p:nvPr>
        </p:nvSpPr>
        <p:spPr/>
        <p:txBody>
          <a:bodyPr/>
          <a:lstStyle/>
          <a:p>
            <a:endParaRPr lang="en-US"/>
          </a:p>
        </p:txBody>
      </p:sp>
      <p:sp>
        <p:nvSpPr>
          <p:cNvPr id="27" name="Picture Placeholder 26">
            <a:extLst>
              <a:ext uri="{FF2B5EF4-FFF2-40B4-BE49-F238E27FC236}">
                <a16:creationId xmlns:a16="http://schemas.microsoft.com/office/drawing/2014/main" id="{43254414-7948-E7B6-4D64-5120431A46E2}"/>
              </a:ext>
            </a:extLst>
          </p:cNvPr>
          <p:cNvSpPr>
            <a:spLocks noGrp="1"/>
          </p:cNvSpPr>
          <p:nvPr>
            <p:ph type="pic" sz="quarter" idx="31"/>
          </p:nvPr>
        </p:nvSpPr>
        <p:spPr/>
        <p:txBody>
          <a:bodyPr/>
          <a:lstStyle/>
          <a:p>
            <a:endParaRPr lang="en-US"/>
          </a:p>
        </p:txBody>
      </p:sp>
      <p:sp>
        <p:nvSpPr>
          <p:cNvPr id="22" name="Text Placeholder 21">
            <a:extLst>
              <a:ext uri="{FF2B5EF4-FFF2-40B4-BE49-F238E27FC236}">
                <a16:creationId xmlns:a16="http://schemas.microsoft.com/office/drawing/2014/main" id="{E0809989-BB8F-4256-8EFD-01ED2DEA729D}"/>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E53A4910-E4C9-D8CB-2D2C-A07E8C7CB822}"/>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2945213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3F20-0C3E-BFB4-0D69-0FE45E74C3D0}"/>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1A7C5428-743E-3C66-8B54-9C6C26540072}"/>
              </a:ext>
            </a:extLst>
          </p:cNvPr>
          <p:cNvSpPr>
            <a:spLocks noGrp="1"/>
          </p:cNvSpPr>
          <p:nvPr>
            <p:ph type="pic" sz="quarter" idx="25"/>
          </p:nvPr>
        </p:nvSpPr>
        <p:spPr/>
        <p:txBody>
          <a:bodyPr/>
          <a:lstStyle/>
          <a:p>
            <a:endParaRPr lang="en-US"/>
          </a:p>
        </p:txBody>
      </p:sp>
      <p:sp>
        <p:nvSpPr>
          <p:cNvPr id="3" name="Text Placeholder 2">
            <a:extLst>
              <a:ext uri="{FF2B5EF4-FFF2-40B4-BE49-F238E27FC236}">
                <a16:creationId xmlns:a16="http://schemas.microsoft.com/office/drawing/2014/main" id="{CD09F5DC-2E5A-9D83-FE63-3BCBD57B3598}"/>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43AC114D-D521-23AD-ECF3-4A05B9406C5E}"/>
              </a:ext>
            </a:extLst>
          </p:cNvPr>
          <p:cNvSpPr>
            <a:spLocks noGrp="1"/>
          </p:cNvSpPr>
          <p:nvPr>
            <p:ph type="body" sz="quarter" idx="15"/>
          </p:nvPr>
        </p:nvSpPr>
        <p:spPr/>
        <p:txBody>
          <a:bodyPr/>
          <a:lstStyle/>
          <a:p>
            <a:endParaRPr lang="en-US"/>
          </a:p>
        </p:txBody>
      </p:sp>
      <p:sp>
        <p:nvSpPr>
          <p:cNvPr id="37" name="Picture Placeholder 36">
            <a:extLst>
              <a:ext uri="{FF2B5EF4-FFF2-40B4-BE49-F238E27FC236}">
                <a16:creationId xmlns:a16="http://schemas.microsoft.com/office/drawing/2014/main" id="{B8265D27-AF5C-4438-2EFA-B6E41AC22940}"/>
              </a:ext>
            </a:extLst>
          </p:cNvPr>
          <p:cNvSpPr>
            <a:spLocks noGrp="1"/>
          </p:cNvSpPr>
          <p:nvPr>
            <p:ph type="pic" sz="quarter" idx="43"/>
          </p:nvPr>
        </p:nvSpPr>
        <p:spPr/>
        <p:txBody>
          <a:bodyPr/>
          <a:lstStyle/>
          <a:p>
            <a:endParaRPr lang="en-US"/>
          </a:p>
        </p:txBody>
      </p:sp>
      <p:sp>
        <p:nvSpPr>
          <p:cNvPr id="10" name="Text Placeholder 9">
            <a:extLst>
              <a:ext uri="{FF2B5EF4-FFF2-40B4-BE49-F238E27FC236}">
                <a16:creationId xmlns:a16="http://schemas.microsoft.com/office/drawing/2014/main" id="{568E5EDA-3F00-685C-F39E-BB7611894291}"/>
              </a:ext>
            </a:extLst>
          </p:cNvPr>
          <p:cNvSpPr>
            <a:spLocks noGrp="1"/>
          </p:cNvSpPr>
          <p:nvPr>
            <p:ph type="body" sz="quarter" idx="32"/>
          </p:nvPr>
        </p:nvSpPr>
        <p:spPr/>
        <p:txBody>
          <a:bodyPr/>
          <a:lstStyle/>
          <a:p>
            <a:endParaRPr lang="en-US"/>
          </a:p>
        </p:txBody>
      </p:sp>
      <p:sp>
        <p:nvSpPr>
          <p:cNvPr id="11" name="Text Placeholder 10">
            <a:extLst>
              <a:ext uri="{FF2B5EF4-FFF2-40B4-BE49-F238E27FC236}">
                <a16:creationId xmlns:a16="http://schemas.microsoft.com/office/drawing/2014/main" id="{1EBCCE9C-4A25-794F-0A4D-3DF3818582E2}"/>
              </a:ext>
            </a:extLst>
          </p:cNvPr>
          <p:cNvSpPr>
            <a:spLocks noGrp="1"/>
          </p:cNvSpPr>
          <p:nvPr>
            <p:ph type="body" sz="quarter" idx="33"/>
          </p:nvPr>
        </p:nvSpPr>
        <p:spPr/>
        <p:txBody>
          <a:bodyPr/>
          <a:lstStyle/>
          <a:p>
            <a:endParaRPr lang="en-US"/>
          </a:p>
        </p:txBody>
      </p:sp>
      <p:sp>
        <p:nvSpPr>
          <p:cNvPr id="35" name="Picture Placeholder 34">
            <a:extLst>
              <a:ext uri="{FF2B5EF4-FFF2-40B4-BE49-F238E27FC236}">
                <a16:creationId xmlns:a16="http://schemas.microsoft.com/office/drawing/2014/main" id="{EC1A505A-ED62-2204-54F0-A21F6C5DA081}"/>
              </a:ext>
            </a:extLst>
          </p:cNvPr>
          <p:cNvSpPr>
            <a:spLocks noGrp="1"/>
          </p:cNvSpPr>
          <p:nvPr>
            <p:ph type="pic" sz="quarter" idx="41"/>
          </p:nvPr>
        </p:nvSpPr>
        <p:spPr/>
        <p:txBody>
          <a:bodyPr/>
          <a:lstStyle/>
          <a:p>
            <a:endParaRPr lang="en-US"/>
          </a:p>
        </p:txBody>
      </p:sp>
      <p:sp>
        <p:nvSpPr>
          <p:cNvPr id="6" name="Text Placeholder 5">
            <a:extLst>
              <a:ext uri="{FF2B5EF4-FFF2-40B4-BE49-F238E27FC236}">
                <a16:creationId xmlns:a16="http://schemas.microsoft.com/office/drawing/2014/main" id="{1B7DFB8B-C95C-61EF-EF42-BA485FC57FF8}"/>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59475095-7733-1E10-0E7F-B3EAA4726352}"/>
              </a:ext>
            </a:extLst>
          </p:cNvPr>
          <p:cNvSpPr>
            <a:spLocks noGrp="1"/>
          </p:cNvSpPr>
          <p:nvPr>
            <p:ph type="body" sz="quarter" idx="27"/>
          </p:nvPr>
        </p:nvSpPr>
        <p:spPr/>
        <p:txBody>
          <a:bodyPr/>
          <a:lstStyle/>
          <a:p>
            <a:endParaRPr lang="en-US"/>
          </a:p>
        </p:txBody>
      </p:sp>
      <p:sp>
        <p:nvSpPr>
          <p:cNvPr id="38" name="Picture Placeholder 37">
            <a:extLst>
              <a:ext uri="{FF2B5EF4-FFF2-40B4-BE49-F238E27FC236}">
                <a16:creationId xmlns:a16="http://schemas.microsoft.com/office/drawing/2014/main" id="{0DF9151E-6342-DD26-6F76-E918502B7709}"/>
              </a:ext>
            </a:extLst>
          </p:cNvPr>
          <p:cNvSpPr>
            <a:spLocks noGrp="1"/>
          </p:cNvSpPr>
          <p:nvPr>
            <p:ph type="pic" sz="quarter" idx="44"/>
          </p:nvPr>
        </p:nvSpPr>
        <p:spPr/>
        <p:txBody>
          <a:bodyPr/>
          <a:lstStyle/>
          <a:p>
            <a:endParaRPr lang="en-US"/>
          </a:p>
        </p:txBody>
      </p:sp>
      <p:sp>
        <p:nvSpPr>
          <p:cNvPr id="12" name="Text Placeholder 11">
            <a:extLst>
              <a:ext uri="{FF2B5EF4-FFF2-40B4-BE49-F238E27FC236}">
                <a16:creationId xmlns:a16="http://schemas.microsoft.com/office/drawing/2014/main" id="{E1D8AFB5-CA1F-E2E1-DC2B-D3B3978014E4}"/>
              </a:ext>
            </a:extLst>
          </p:cNvPr>
          <p:cNvSpPr>
            <a:spLocks noGrp="1"/>
          </p:cNvSpPr>
          <p:nvPr>
            <p:ph type="body" sz="quarter" idx="35"/>
          </p:nvPr>
        </p:nvSpPr>
        <p:spPr/>
        <p:txBody>
          <a:bodyPr/>
          <a:lstStyle/>
          <a:p>
            <a:endParaRPr lang="en-US"/>
          </a:p>
        </p:txBody>
      </p:sp>
      <p:sp>
        <p:nvSpPr>
          <p:cNvPr id="13" name="Text Placeholder 12">
            <a:extLst>
              <a:ext uri="{FF2B5EF4-FFF2-40B4-BE49-F238E27FC236}">
                <a16:creationId xmlns:a16="http://schemas.microsoft.com/office/drawing/2014/main" id="{E3A81A19-C7C3-C3B6-950F-A7E154258740}"/>
              </a:ext>
            </a:extLst>
          </p:cNvPr>
          <p:cNvSpPr>
            <a:spLocks noGrp="1"/>
          </p:cNvSpPr>
          <p:nvPr>
            <p:ph type="body" sz="quarter" idx="36"/>
          </p:nvPr>
        </p:nvSpPr>
        <p:spPr/>
        <p:txBody>
          <a:bodyPr/>
          <a:lstStyle/>
          <a:p>
            <a:endParaRPr lang="en-US"/>
          </a:p>
        </p:txBody>
      </p:sp>
      <p:sp>
        <p:nvSpPr>
          <p:cNvPr id="36" name="Picture Placeholder 35">
            <a:extLst>
              <a:ext uri="{FF2B5EF4-FFF2-40B4-BE49-F238E27FC236}">
                <a16:creationId xmlns:a16="http://schemas.microsoft.com/office/drawing/2014/main" id="{F9665123-8C2F-6208-6964-951CB85590A0}"/>
              </a:ext>
            </a:extLst>
          </p:cNvPr>
          <p:cNvSpPr>
            <a:spLocks noGrp="1"/>
          </p:cNvSpPr>
          <p:nvPr>
            <p:ph type="pic" sz="quarter" idx="42"/>
          </p:nvPr>
        </p:nvSpPr>
        <p:spPr/>
        <p:txBody>
          <a:bodyPr/>
          <a:lstStyle/>
          <a:p>
            <a:endParaRPr lang="en-US"/>
          </a:p>
        </p:txBody>
      </p:sp>
      <p:sp>
        <p:nvSpPr>
          <p:cNvPr id="8" name="Text Placeholder 7">
            <a:extLst>
              <a:ext uri="{FF2B5EF4-FFF2-40B4-BE49-F238E27FC236}">
                <a16:creationId xmlns:a16="http://schemas.microsoft.com/office/drawing/2014/main" id="{931AE2A6-065D-1104-9C41-2001B040DED9}"/>
              </a:ext>
            </a:extLst>
          </p:cNvPr>
          <p:cNvSpPr>
            <a:spLocks noGrp="1"/>
          </p:cNvSpPr>
          <p:nvPr>
            <p:ph type="body" sz="quarter" idx="29"/>
          </p:nvPr>
        </p:nvSpPr>
        <p:spPr/>
        <p:txBody>
          <a:bodyPr/>
          <a:lstStyle/>
          <a:p>
            <a:endParaRPr lang="en-US"/>
          </a:p>
        </p:txBody>
      </p:sp>
      <p:sp>
        <p:nvSpPr>
          <p:cNvPr id="9" name="Text Placeholder 8">
            <a:extLst>
              <a:ext uri="{FF2B5EF4-FFF2-40B4-BE49-F238E27FC236}">
                <a16:creationId xmlns:a16="http://schemas.microsoft.com/office/drawing/2014/main" id="{ABB1CD81-38A3-ED26-2E95-414CC4FEEFCF}"/>
              </a:ext>
            </a:extLst>
          </p:cNvPr>
          <p:cNvSpPr>
            <a:spLocks noGrp="1"/>
          </p:cNvSpPr>
          <p:nvPr>
            <p:ph type="body" sz="quarter" idx="30"/>
          </p:nvPr>
        </p:nvSpPr>
        <p:spPr/>
        <p:txBody>
          <a:bodyPr/>
          <a:lstStyle/>
          <a:p>
            <a:endParaRPr lang="en-US"/>
          </a:p>
        </p:txBody>
      </p:sp>
      <p:sp>
        <p:nvSpPr>
          <p:cNvPr id="39" name="Picture Placeholder 38">
            <a:extLst>
              <a:ext uri="{FF2B5EF4-FFF2-40B4-BE49-F238E27FC236}">
                <a16:creationId xmlns:a16="http://schemas.microsoft.com/office/drawing/2014/main" id="{575A7641-B828-5C6F-483F-548B290A4ACD}"/>
              </a:ext>
            </a:extLst>
          </p:cNvPr>
          <p:cNvSpPr>
            <a:spLocks noGrp="1"/>
          </p:cNvSpPr>
          <p:nvPr>
            <p:ph type="pic" sz="quarter" idx="45"/>
          </p:nvPr>
        </p:nvSpPr>
        <p:spPr/>
        <p:txBody>
          <a:bodyPr/>
          <a:lstStyle/>
          <a:p>
            <a:endParaRPr lang="en-US"/>
          </a:p>
        </p:txBody>
      </p:sp>
      <p:sp>
        <p:nvSpPr>
          <p:cNvPr id="14" name="Text Placeholder 13">
            <a:extLst>
              <a:ext uri="{FF2B5EF4-FFF2-40B4-BE49-F238E27FC236}">
                <a16:creationId xmlns:a16="http://schemas.microsoft.com/office/drawing/2014/main" id="{D68EE731-1135-DA61-FB05-D92DCAB57136}"/>
              </a:ext>
            </a:extLst>
          </p:cNvPr>
          <p:cNvSpPr>
            <a:spLocks noGrp="1"/>
          </p:cNvSpPr>
          <p:nvPr>
            <p:ph type="body" sz="quarter" idx="38"/>
          </p:nvPr>
        </p:nvSpPr>
        <p:spPr/>
        <p:txBody>
          <a:bodyPr/>
          <a:lstStyle/>
          <a:p>
            <a:endParaRPr lang="en-US"/>
          </a:p>
        </p:txBody>
      </p:sp>
      <p:sp>
        <p:nvSpPr>
          <p:cNvPr id="34" name="Text Placeholder 33">
            <a:extLst>
              <a:ext uri="{FF2B5EF4-FFF2-40B4-BE49-F238E27FC236}">
                <a16:creationId xmlns:a16="http://schemas.microsoft.com/office/drawing/2014/main" id="{BFFE5A93-DA0B-F580-865B-341986D7427D}"/>
              </a:ext>
            </a:extLst>
          </p:cNvPr>
          <p:cNvSpPr>
            <a:spLocks noGrp="1"/>
          </p:cNvSpPr>
          <p:nvPr>
            <p:ph type="body" sz="quarter" idx="39"/>
          </p:nvPr>
        </p:nvSpPr>
        <p:spPr/>
        <p:txBody>
          <a:bodyPr/>
          <a:lstStyle/>
          <a:p>
            <a:endParaRPr lang="en-US"/>
          </a:p>
        </p:txBody>
      </p:sp>
    </p:spTree>
    <p:extLst>
      <p:ext uri="{BB962C8B-B14F-4D97-AF65-F5344CB8AC3E}">
        <p14:creationId xmlns:p14="http://schemas.microsoft.com/office/powerpoint/2010/main" val="19590971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C0AA-00A3-2A2C-C9F5-FA8459B3F7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67E869-C0E6-BB0B-C822-18612D8E73E9}"/>
              </a:ext>
            </a:extLst>
          </p:cNvPr>
          <p:cNvSpPr>
            <a:spLocks noGrp="1"/>
          </p:cNvSpPr>
          <p:nvPr>
            <p:ph type="body" sz="quarter" idx="29"/>
          </p:nvPr>
        </p:nvSpPr>
        <p:spPr/>
        <p:txBody>
          <a:bodyPr/>
          <a:lstStyle/>
          <a:p>
            <a:r>
              <a:rPr lang="en-US" dirty="0"/>
              <a:t>05</a:t>
            </a:r>
          </a:p>
        </p:txBody>
      </p:sp>
      <p:sp>
        <p:nvSpPr>
          <p:cNvPr id="3" name="Title 2">
            <a:extLst>
              <a:ext uri="{FF2B5EF4-FFF2-40B4-BE49-F238E27FC236}">
                <a16:creationId xmlns:a16="http://schemas.microsoft.com/office/drawing/2014/main" id="{47F65B2E-847B-F2F3-6DC2-E80D24435029}"/>
              </a:ext>
            </a:extLst>
          </p:cNvPr>
          <p:cNvSpPr>
            <a:spLocks noGrp="1"/>
          </p:cNvSpPr>
          <p:nvPr>
            <p:ph type="ctrTitle"/>
          </p:nvPr>
        </p:nvSpPr>
        <p:spPr/>
        <p:txBody>
          <a:bodyPr/>
          <a:lstStyle/>
          <a:p>
            <a:r>
              <a:rPr lang="en-US"/>
              <a:t>EXECUTIVE SUMMARY &amp; </a:t>
            </a:r>
            <a:br>
              <a:rPr lang="en-US"/>
            </a:br>
            <a:r>
              <a:rPr lang="en-US"/>
              <a:t>BY THE NUMBERS SLIDES</a:t>
            </a:r>
          </a:p>
        </p:txBody>
      </p:sp>
    </p:spTree>
    <p:extLst>
      <p:ext uri="{BB962C8B-B14F-4D97-AF65-F5344CB8AC3E}">
        <p14:creationId xmlns:p14="http://schemas.microsoft.com/office/powerpoint/2010/main" val="19191759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E4219DB6-8B07-8891-B4BA-031E544D9A47}"/>
              </a:ext>
            </a:extLst>
          </p:cNvPr>
          <p:cNvSpPr>
            <a:spLocks noGrp="1"/>
          </p:cNvSpPr>
          <p:nvPr>
            <p:ph type="title"/>
          </p:nvPr>
        </p:nvSpPr>
        <p:spPr/>
        <p:txBody>
          <a:bodyPr/>
          <a:lstStyle/>
          <a:p>
            <a:endParaRPr lang="en-US"/>
          </a:p>
        </p:txBody>
      </p:sp>
      <p:sp>
        <p:nvSpPr>
          <p:cNvPr id="42" name="Content Placeholder 41">
            <a:extLst>
              <a:ext uri="{FF2B5EF4-FFF2-40B4-BE49-F238E27FC236}">
                <a16:creationId xmlns:a16="http://schemas.microsoft.com/office/drawing/2014/main" id="{74FCCDBF-23C3-B977-C488-ADCB94E05382}"/>
              </a:ext>
            </a:extLst>
          </p:cNvPr>
          <p:cNvSpPr>
            <a:spLocks noGrp="1"/>
          </p:cNvSpPr>
          <p:nvPr>
            <p:ph sz="half" idx="30"/>
          </p:nvPr>
        </p:nvSpPr>
        <p:spPr/>
        <p:txBody>
          <a:bodyPr/>
          <a:lstStyle/>
          <a:p>
            <a:endParaRPr lang="en-US"/>
          </a:p>
        </p:txBody>
      </p:sp>
      <p:sp>
        <p:nvSpPr>
          <p:cNvPr id="40" name="Text Placeholder 39">
            <a:extLst>
              <a:ext uri="{FF2B5EF4-FFF2-40B4-BE49-F238E27FC236}">
                <a16:creationId xmlns:a16="http://schemas.microsoft.com/office/drawing/2014/main" id="{8C5B3789-B57C-8930-9C6A-0310593EBEE7}"/>
              </a:ext>
            </a:extLst>
          </p:cNvPr>
          <p:cNvSpPr>
            <a:spLocks noGrp="1"/>
          </p:cNvSpPr>
          <p:nvPr>
            <p:ph type="body" sz="quarter" idx="28"/>
          </p:nvPr>
        </p:nvSpPr>
        <p:spPr/>
        <p:txBody>
          <a:bodyPr/>
          <a:lstStyle/>
          <a:p>
            <a:endParaRPr lang="en-US"/>
          </a:p>
        </p:txBody>
      </p:sp>
      <p:sp>
        <p:nvSpPr>
          <p:cNvPr id="38" name="Content Placeholder 37">
            <a:extLst>
              <a:ext uri="{FF2B5EF4-FFF2-40B4-BE49-F238E27FC236}">
                <a16:creationId xmlns:a16="http://schemas.microsoft.com/office/drawing/2014/main" id="{193495F6-C790-2519-E10A-B0371CBC713A}"/>
              </a:ext>
            </a:extLst>
          </p:cNvPr>
          <p:cNvSpPr>
            <a:spLocks noGrp="1"/>
          </p:cNvSpPr>
          <p:nvPr>
            <p:ph sz="half" idx="14"/>
          </p:nvPr>
        </p:nvSpPr>
        <p:spPr/>
        <p:txBody>
          <a:bodyPr/>
          <a:lstStyle/>
          <a:p>
            <a:endParaRPr lang="en-US"/>
          </a:p>
        </p:txBody>
      </p:sp>
      <p:sp>
        <p:nvSpPr>
          <p:cNvPr id="43" name="Content Placeholder 42">
            <a:extLst>
              <a:ext uri="{FF2B5EF4-FFF2-40B4-BE49-F238E27FC236}">
                <a16:creationId xmlns:a16="http://schemas.microsoft.com/office/drawing/2014/main" id="{A2DB6554-F6F5-97FF-9E79-90A1CA2C9418}"/>
              </a:ext>
            </a:extLst>
          </p:cNvPr>
          <p:cNvSpPr>
            <a:spLocks noGrp="1"/>
          </p:cNvSpPr>
          <p:nvPr>
            <p:ph sz="half" idx="31"/>
          </p:nvPr>
        </p:nvSpPr>
        <p:spPr/>
        <p:txBody>
          <a:bodyPr/>
          <a:lstStyle/>
          <a:p>
            <a:endParaRPr lang="en-US"/>
          </a:p>
        </p:txBody>
      </p:sp>
      <p:sp>
        <p:nvSpPr>
          <p:cNvPr id="41" name="Text Placeholder 40">
            <a:extLst>
              <a:ext uri="{FF2B5EF4-FFF2-40B4-BE49-F238E27FC236}">
                <a16:creationId xmlns:a16="http://schemas.microsoft.com/office/drawing/2014/main" id="{17D1758C-CC9C-BCA3-8B66-5DBDEEEAAA9C}"/>
              </a:ext>
            </a:extLst>
          </p:cNvPr>
          <p:cNvSpPr>
            <a:spLocks noGrp="1"/>
          </p:cNvSpPr>
          <p:nvPr>
            <p:ph type="body" sz="quarter" idx="29"/>
          </p:nvPr>
        </p:nvSpPr>
        <p:spPr/>
        <p:txBody>
          <a:bodyPr/>
          <a:lstStyle/>
          <a:p>
            <a:endParaRPr lang="en-US"/>
          </a:p>
        </p:txBody>
      </p:sp>
      <p:sp>
        <p:nvSpPr>
          <p:cNvPr id="36" name="Content Placeholder 35">
            <a:extLst>
              <a:ext uri="{FF2B5EF4-FFF2-40B4-BE49-F238E27FC236}">
                <a16:creationId xmlns:a16="http://schemas.microsoft.com/office/drawing/2014/main" id="{A614B4B0-44FF-5C1E-9371-3EEB281CA5E0}"/>
              </a:ext>
            </a:extLst>
          </p:cNvPr>
          <p:cNvSpPr>
            <a:spLocks noGrp="1"/>
          </p:cNvSpPr>
          <p:nvPr>
            <p:ph sz="half" idx="12"/>
          </p:nvPr>
        </p:nvSpPr>
        <p:spPr/>
        <p:txBody>
          <a:bodyPr/>
          <a:lstStyle/>
          <a:p>
            <a:pPr marL="137160" indent="-137160"/>
            <a:endParaRPr lang="en-US" dirty="0"/>
          </a:p>
        </p:txBody>
      </p:sp>
      <p:sp>
        <p:nvSpPr>
          <p:cNvPr id="44" name="Content Placeholder 43">
            <a:extLst>
              <a:ext uri="{FF2B5EF4-FFF2-40B4-BE49-F238E27FC236}">
                <a16:creationId xmlns:a16="http://schemas.microsoft.com/office/drawing/2014/main" id="{17E4355B-8198-50CE-BBCD-F99BC61C9E5E}"/>
              </a:ext>
            </a:extLst>
          </p:cNvPr>
          <p:cNvSpPr>
            <a:spLocks noGrp="1"/>
          </p:cNvSpPr>
          <p:nvPr>
            <p:ph sz="half" idx="32"/>
          </p:nvPr>
        </p:nvSpPr>
        <p:spPr/>
        <p:txBody>
          <a:bodyPr/>
          <a:lstStyle/>
          <a:p>
            <a:endParaRPr lang="en-US"/>
          </a:p>
        </p:txBody>
      </p:sp>
      <p:sp>
        <p:nvSpPr>
          <p:cNvPr id="39" name="Text Placeholder 38">
            <a:extLst>
              <a:ext uri="{FF2B5EF4-FFF2-40B4-BE49-F238E27FC236}">
                <a16:creationId xmlns:a16="http://schemas.microsoft.com/office/drawing/2014/main" id="{13FF113C-2F2F-8F40-1E69-41EF02FE6C19}"/>
              </a:ext>
            </a:extLst>
          </p:cNvPr>
          <p:cNvSpPr>
            <a:spLocks noGrp="1"/>
          </p:cNvSpPr>
          <p:nvPr>
            <p:ph type="body" sz="quarter" idx="22"/>
          </p:nvPr>
        </p:nvSpPr>
        <p:spPr/>
        <p:txBody>
          <a:bodyPr/>
          <a:lstStyle/>
          <a:p>
            <a:endParaRPr lang="en-US"/>
          </a:p>
        </p:txBody>
      </p:sp>
      <p:sp>
        <p:nvSpPr>
          <p:cNvPr id="37" name="Content Placeholder 36">
            <a:extLst>
              <a:ext uri="{FF2B5EF4-FFF2-40B4-BE49-F238E27FC236}">
                <a16:creationId xmlns:a16="http://schemas.microsoft.com/office/drawing/2014/main" id="{B27DB99E-9D91-248D-B96B-926944D4E1E2}"/>
              </a:ext>
            </a:extLst>
          </p:cNvPr>
          <p:cNvSpPr>
            <a:spLocks noGrp="1"/>
          </p:cNvSpPr>
          <p:nvPr>
            <p:ph sz="half" idx="13"/>
          </p:nvPr>
        </p:nvSpPr>
        <p:spPr/>
        <p:txBody>
          <a:bodyPr/>
          <a:lstStyle/>
          <a:p>
            <a:pPr marL="137160" indent="-137160"/>
            <a:endParaRPr lang="en-US" dirty="0"/>
          </a:p>
        </p:txBody>
      </p:sp>
    </p:spTree>
    <p:extLst>
      <p:ext uri="{BB962C8B-B14F-4D97-AF65-F5344CB8AC3E}">
        <p14:creationId xmlns:p14="http://schemas.microsoft.com/office/powerpoint/2010/main" val="20538945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F532A41F-45FD-9569-8D21-6BB67F505F81}"/>
              </a:ext>
            </a:extLst>
          </p:cNvPr>
          <p:cNvSpPr>
            <a:spLocks noGrp="1"/>
          </p:cNvSpPr>
          <p:nvPr>
            <p:ph type="title"/>
          </p:nvPr>
        </p:nvSpPr>
        <p:spPr/>
        <p:txBody>
          <a:bodyPr/>
          <a:lstStyle/>
          <a:p>
            <a:endParaRPr lang="en-US"/>
          </a:p>
        </p:txBody>
      </p:sp>
      <p:sp>
        <p:nvSpPr>
          <p:cNvPr id="31" name="Content Placeholder 30">
            <a:extLst>
              <a:ext uri="{FF2B5EF4-FFF2-40B4-BE49-F238E27FC236}">
                <a16:creationId xmlns:a16="http://schemas.microsoft.com/office/drawing/2014/main" id="{87CD5FC2-9836-2010-9DDA-E108413C3E88}"/>
              </a:ext>
            </a:extLst>
          </p:cNvPr>
          <p:cNvSpPr>
            <a:spLocks noGrp="1"/>
          </p:cNvSpPr>
          <p:nvPr>
            <p:ph sz="half" idx="30"/>
          </p:nvPr>
        </p:nvSpPr>
        <p:spPr/>
        <p:txBody>
          <a:bodyPr/>
          <a:lstStyle/>
          <a:p>
            <a:endParaRPr lang="en-US"/>
          </a:p>
        </p:txBody>
      </p:sp>
      <p:sp>
        <p:nvSpPr>
          <p:cNvPr id="30" name="Text Placeholder 29">
            <a:extLst>
              <a:ext uri="{FF2B5EF4-FFF2-40B4-BE49-F238E27FC236}">
                <a16:creationId xmlns:a16="http://schemas.microsoft.com/office/drawing/2014/main" id="{58F09D40-AF6B-AB89-AD31-FB6311297FA2}"/>
              </a:ext>
            </a:extLst>
          </p:cNvPr>
          <p:cNvSpPr>
            <a:spLocks noGrp="1"/>
          </p:cNvSpPr>
          <p:nvPr>
            <p:ph type="body" sz="quarter" idx="21"/>
          </p:nvPr>
        </p:nvSpPr>
        <p:spPr/>
        <p:txBody>
          <a:bodyPr/>
          <a:lstStyle/>
          <a:p>
            <a:endParaRPr lang="en-US"/>
          </a:p>
        </p:txBody>
      </p:sp>
      <p:sp>
        <p:nvSpPr>
          <p:cNvPr id="29" name="Content Placeholder 28">
            <a:extLst>
              <a:ext uri="{FF2B5EF4-FFF2-40B4-BE49-F238E27FC236}">
                <a16:creationId xmlns:a16="http://schemas.microsoft.com/office/drawing/2014/main" id="{9E548B00-DAD9-4ABB-007F-8AEC2FC45DEF}"/>
              </a:ext>
            </a:extLst>
          </p:cNvPr>
          <p:cNvSpPr>
            <a:spLocks noGrp="1"/>
          </p:cNvSpPr>
          <p:nvPr>
            <p:ph sz="half" idx="19"/>
          </p:nvPr>
        </p:nvSpPr>
        <p:spPr/>
        <p:txBody>
          <a:bodyPr/>
          <a:lstStyle/>
          <a:p>
            <a:pPr marL="137160" indent="-137160"/>
            <a:endParaRPr lang="en-US" dirty="0"/>
          </a:p>
        </p:txBody>
      </p:sp>
      <p:sp>
        <p:nvSpPr>
          <p:cNvPr id="39" name="Content Placeholder 38">
            <a:extLst>
              <a:ext uri="{FF2B5EF4-FFF2-40B4-BE49-F238E27FC236}">
                <a16:creationId xmlns:a16="http://schemas.microsoft.com/office/drawing/2014/main" id="{CCDF0AEC-2CCA-561C-4588-E1D43DF4EE60}"/>
              </a:ext>
            </a:extLst>
          </p:cNvPr>
          <p:cNvSpPr>
            <a:spLocks noGrp="1"/>
          </p:cNvSpPr>
          <p:nvPr>
            <p:ph sz="half" idx="44"/>
          </p:nvPr>
        </p:nvSpPr>
        <p:spPr/>
        <p:txBody>
          <a:bodyPr/>
          <a:lstStyle/>
          <a:p>
            <a:endParaRPr lang="en-US"/>
          </a:p>
        </p:txBody>
      </p:sp>
      <p:sp>
        <p:nvSpPr>
          <p:cNvPr id="35" name="Text Placeholder 34">
            <a:extLst>
              <a:ext uri="{FF2B5EF4-FFF2-40B4-BE49-F238E27FC236}">
                <a16:creationId xmlns:a16="http://schemas.microsoft.com/office/drawing/2014/main" id="{98E4D3FC-747E-0034-BAC2-CCB5A3F0C478}"/>
              </a:ext>
            </a:extLst>
          </p:cNvPr>
          <p:cNvSpPr>
            <a:spLocks noGrp="1"/>
          </p:cNvSpPr>
          <p:nvPr>
            <p:ph type="body" sz="quarter" idx="39"/>
          </p:nvPr>
        </p:nvSpPr>
        <p:spPr/>
        <p:txBody>
          <a:bodyPr/>
          <a:lstStyle/>
          <a:p>
            <a:endParaRPr lang="en-US"/>
          </a:p>
        </p:txBody>
      </p:sp>
      <p:sp>
        <p:nvSpPr>
          <p:cNvPr id="34" name="Content Placeholder 33">
            <a:extLst>
              <a:ext uri="{FF2B5EF4-FFF2-40B4-BE49-F238E27FC236}">
                <a16:creationId xmlns:a16="http://schemas.microsoft.com/office/drawing/2014/main" id="{B2D6AE66-66AB-508F-6F49-9C67E7309461}"/>
              </a:ext>
            </a:extLst>
          </p:cNvPr>
          <p:cNvSpPr>
            <a:spLocks noGrp="1"/>
          </p:cNvSpPr>
          <p:nvPr>
            <p:ph sz="half" idx="37"/>
          </p:nvPr>
        </p:nvSpPr>
        <p:spPr/>
        <p:txBody>
          <a:bodyPr/>
          <a:lstStyle/>
          <a:p>
            <a:pPr marL="137160" indent="-137160"/>
            <a:endParaRPr lang="en-US" dirty="0"/>
          </a:p>
        </p:txBody>
      </p:sp>
      <p:sp>
        <p:nvSpPr>
          <p:cNvPr id="38" name="Content Placeholder 37">
            <a:extLst>
              <a:ext uri="{FF2B5EF4-FFF2-40B4-BE49-F238E27FC236}">
                <a16:creationId xmlns:a16="http://schemas.microsoft.com/office/drawing/2014/main" id="{F1D48282-698C-275F-8BA6-D6A749E160AC}"/>
              </a:ext>
            </a:extLst>
          </p:cNvPr>
          <p:cNvSpPr>
            <a:spLocks noGrp="1"/>
          </p:cNvSpPr>
          <p:nvPr>
            <p:ph sz="half" idx="43"/>
          </p:nvPr>
        </p:nvSpPr>
        <p:spPr/>
        <p:txBody>
          <a:bodyPr/>
          <a:lstStyle/>
          <a:p>
            <a:endParaRPr lang="en-US"/>
          </a:p>
        </p:txBody>
      </p:sp>
      <p:sp>
        <p:nvSpPr>
          <p:cNvPr id="33" name="Text Placeholder 32">
            <a:extLst>
              <a:ext uri="{FF2B5EF4-FFF2-40B4-BE49-F238E27FC236}">
                <a16:creationId xmlns:a16="http://schemas.microsoft.com/office/drawing/2014/main" id="{A4C9BD89-55D5-C348-8182-E99877C5475C}"/>
              </a:ext>
            </a:extLst>
          </p:cNvPr>
          <p:cNvSpPr>
            <a:spLocks noGrp="1"/>
          </p:cNvSpPr>
          <p:nvPr>
            <p:ph type="body" sz="quarter" idx="36"/>
          </p:nvPr>
        </p:nvSpPr>
        <p:spPr/>
        <p:txBody>
          <a:bodyPr/>
          <a:lstStyle/>
          <a:p>
            <a:endParaRPr lang="en-US"/>
          </a:p>
        </p:txBody>
      </p:sp>
      <p:sp>
        <p:nvSpPr>
          <p:cNvPr id="32" name="Content Placeholder 31">
            <a:extLst>
              <a:ext uri="{FF2B5EF4-FFF2-40B4-BE49-F238E27FC236}">
                <a16:creationId xmlns:a16="http://schemas.microsoft.com/office/drawing/2014/main" id="{FDF71896-2BB5-4DE2-4321-F70CF49FBF53}"/>
              </a:ext>
            </a:extLst>
          </p:cNvPr>
          <p:cNvSpPr>
            <a:spLocks noGrp="1"/>
          </p:cNvSpPr>
          <p:nvPr>
            <p:ph sz="half" idx="34"/>
          </p:nvPr>
        </p:nvSpPr>
        <p:spPr/>
        <p:txBody>
          <a:bodyPr/>
          <a:lstStyle/>
          <a:p>
            <a:pPr marL="137160" indent="-137160"/>
            <a:endParaRPr lang="en-US" dirty="0"/>
          </a:p>
        </p:txBody>
      </p:sp>
      <p:sp>
        <p:nvSpPr>
          <p:cNvPr id="40" name="Content Placeholder 39">
            <a:extLst>
              <a:ext uri="{FF2B5EF4-FFF2-40B4-BE49-F238E27FC236}">
                <a16:creationId xmlns:a16="http://schemas.microsoft.com/office/drawing/2014/main" id="{72306D95-850D-6EEF-8DD1-E3E4FECC437F}"/>
              </a:ext>
            </a:extLst>
          </p:cNvPr>
          <p:cNvSpPr>
            <a:spLocks noGrp="1"/>
          </p:cNvSpPr>
          <p:nvPr>
            <p:ph sz="half" idx="45"/>
          </p:nvPr>
        </p:nvSpPr>
        <p:spPr/>
        <p:txBody>
          <a:bodyPr/>
          <a:lstStyle/>
          <a:p>
            <a:endParaRPr lang="en-US"/>
          </a:p>
        </p:txBody>
      </p:sp>
      <p:sp>
        <p:nvSpPr>
          <p:cNvPr id="37" name="Text Placeholder 36">
            <a:extLst>
              <a:ext uri="{FF2B5EF4-FFF2-40B4-BE49-F238E27FC236}">
                <a16:creationId xmlns:a16="http://schemas.microsoft.com/office/drawing/2014/main" id="{EA59288D-F38B-FC00-AF2A-DAD76E4D880A}"/>
              </a:ext>
            </a:extLst>
          </p:cNvPr>
          <p:cNvSpPr>
            <a:spLocks noGrp="1"/>
          </p:cNvSpPr>
          <p:nvPr>
            <p:ph type="body" sz="quarter" idx="42"/>
          </p:nvPr>
        </p:nvSpPr>
        <p:spPr/>
        <p:txBody>
          <a:bodyPr/>
          <a:lstStyle/>
          <a:p>
            <a:endParaRPr lang="en-US"/>
          </a:p>
        </p:txBody>
      </p:sp>
      <p:sp>
        <p:nvSpPr>
          <p:cNvPr id="36" name="Content Placeholder 35">
            <a:extLst>
              <a:ext uri="{FF2B5EF4-FFF2-40B4-BE49-F238E27FC236}">
                <a16:creationId xmlns:a16="http://schemas.microsoft.com/office/drawing/2014/main" id="{F24D139B-69EE-BCF1-5A18-225DE5EAA1FA}"/>
              </a:ext>
            </a:extLst>
          </p:cNvPr>
          <p:cNvSpPr>
            <a:spLocks noGrp="1"/>
          </p:cNvSpPr>
          <p:nvPr>
            <p:ph sz="half" idx="40"/>
          </p:nvPr>
        </p:nvSpPr>
        <p:spPr/>
        <p:txBody>
          <a:bodyPr/>
          <a:lstStyle/>
          <a:p>
            <a:pPr marL="137160" indent="-137160"/>
            <a:endParaRPr lang="en-US" dirty="0"/>
          </a:p>
        </p:txBody>
      </p:sp>
    </p:spTree>
    <p:extLst>
      <p:ext uri="{BB962C8B-B14F-4D97-AF65-F5344CB8AC3E}">
        <p14:creationId xmlns:p14="http://schemas.microsoft.com/office/powerpoint/2010/main" val="21670396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C968-A194-D62C-3546-E63ED0E5B49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9634C98-AAB4-FBC9-2CAD-1432A79ECBF9}"/>
              </a:ext>
            </a:extLst>
          </p:cNvPr>
          <p:cNvSpPr>
            <a:spLocks noGrp="1"/>
          </p:cNvSpPr>
          <p:nvPr>
            <p:ph type="body" sz="quarter" idx="53"/>
          </p:nvPr>
        </p:nvSpPr>
        <p:spPr/>
        <p:txBody>
          <a:bodyPr/>
          <a:lstStyle/>
          <a:p>
            <a:endParaRPr lang="en-US"/>
          </a:p>
        </p:txBody>
      </p:sp>
      <p:sp>
        <p:nvSpPr>
          <p:cNvPr id="3" name="Content Placeholder 2">
            <a:extLst>
              <a:ext uri="{FF2B5EF4-FFF2-40B4-BE49-F238E27FC236}">
                <a16:creationId xmlns:a16="http://schemas.microsoft.com/office/drawing/2014/main" id="{CA2115D7-8EDB-E6B5-4071-677E66B46DE8}"/>
              </a:ext>
            </a:extLst>
          </p:cNvPr>
          <p:cNvSpPr>
            <a:spLocks noGrp="1"/>
          </p:cNvSpPr>
          <p:nvPr>
            <p:ph sz="half" idx="51"/>
          </p:nvPr>
        </p:nvSpPr>
        <p:spPr/>
        <p:txBody>
          <a:bodyPr/>
          <a:lstStyle/>
          <a:p>
            <a:pPr marL="137160" indent="-137160"/>
            <a:endParaRPr lang="en-US" dirty="0"/>
          </a:p>
        </p:txBody>
      </p:sp>
      <p:sp>
        <p:nvSpPr>
          <p:cNvPr id="6" name="Text Placeholder 5">
            <a:extLst>
              <a:ext uri="{FF2B5EF4-FFF2-40B4-BE49-F238E27FC236}">
                <a16:creationId xmlns:a16="http://schemas.microsoft.com/office/drawing/2014/main" id="{B7C0070B-FBF7-7AFB-4E5F-C18D7F90DECC}"/>
              </a:ext>
            </a:extLst>
          </p:cNvPr>
          <p:cNvSpPr>
            <a:spLocks noGrp="1"/>
          </p:cNvSpPr>
          <p:nvPr>
            <p:ph type="body" sz="quarter" idx="55"/>
          </p:nvPr>
        </p:nvSpPr>
        <p:spPr/>
        <p:txBody>
          <a:bodyPr/>
          <a:lstStyle/>
          <a:p>
            <a:endParaRPr lang="en-US"/>
          </a:p>
        </p:txBody>
      </p:sp>
      <p:sp>
        <p:nvSpPr>
          <p:cNvPr id="5" name="Content Placeholder 4">
            <a:extLst>
              <a:ext uri="{FF2B5EF4-FFF2-40B4-BE49-F238E27FC236}">
                <a16:creationId xmlns:a16="http://schemas.microsoft.com/office/drawing/2014/main" id="{359176E8-F916-E233-996E-02D5B517EA23}"/>
              </a:ext>
            </a:extLst>
          </p:cNvPr>
          <p:cNvSpPr>
            <a:spLocks noGrp="1"/>
          </p:cNvSpPr>
          <p:nvPr>
            <p:ph sz="half" idx="54"/>
          </p:nvPr>
        </p:nvSpPr>
        <p:spPr/>
        <p:txBody>
          <a:bodyPr/>
          <a:lstStyle/>
          <a:p>
            <a:pPr marL="137160" indent="-137160"/>
            <a:endParaRPr lang="en-US" dirty="0"/>
          </a:p>
        </p:txBody>
      </p:sp>
      <p:sp>
        <p:nvSpPr>
          <p:cNvPr id="8" name="Text Placeholder 7">
            <a:extLst>
              <a:ext uri="{FF2B5EF4-FFF2-40B4-BE49-F238E27FC236}">
                <a16:creationId xmlns:a16="http://schemas.microsoft.com/office/drawing/2014/main" id="{F0D83472-3CE6-62A6-5214-B4023C27E70A}"/>
              </a:ext>
            </a:extLst>
          </p:cNvPr>
          <p:cNvSpPr>
            <a:spLocks noGrp="1"/>
          </p:cNvSpPr>
          <p:nvPr>
            <p:ph type="body" sz="quarter" idx="57"/>
          </p:nvPr>
        </p:nvSpPr>
        <p:spPr/>
        <p:txBody>
          <a:bodyPr/>
          <a:lstStyle/>
          <a:p>
            <a:endParaRPr lang="en-US"/>
          </a:p>
        </p:txBody>
      </p:sp>
      <p:sp>
        <p:nvSpPr>
          <p:cNvPr id="7" name="Content Placeholder 6">
            <a:extLst>
              <a:ext uri="{FF2B5EF4-FFF2-40B4-BE49-F238E27FC236}">
                <a16:creationId xmlns:a16="http://schemas.microsoft.com/office/drawing/2014/main" id="{503FE276-75D9-7F6D-54B1-928FA932A65B}"/>
              </a:ext>
            </a:extLst>
          </p:cNvPr>
          <p:cNvSpPr>
            <a:spLocks noGrp="1"/>
          </p:cNvSpPr>
          <p:nvPr>
            <p:ph sz="half" idx="56"/>
          </p:nvPr>
        </p:nvSpPr>
        <p:spPr/>
        <p:txBody>
          <a:bodyPr/>
          <a:lstStyle/>
          <a:p>
            <a:pPr marL="137160" indent="-137160"/>
            <a:endParaRPr lang="en-US" dirty="0"/>
          </a:p>
        </p:txBody>
      </p:sp>
      <p:sp>
        <p:nvSpPr>
          <p:cNvPr id="10" name="Text Placeholder 9">
            <a:extLst>
              <a:ext uri="{FF2B5EF4-FFF2-40B4-BE49-F238E27FC236}">
                <a16:creationId xmlns:a16="http://schemas.microsoft.com/office/drawing/2014/main" id="{461AD982-3483-E1C9-DB6F-1336B58D1777}"/>
              </a:ext>
            </a:extLst>
          </p:cNvPr>
          <p:cNvSpPr>
            <a:spLocks noGrp="1"/>
          </p:cNvSpPr>
          <p:nvPr>
            <p:ph type="body" sz="quarter" idx="59"/>
          </p:nvPr>
        </p:nvSpPr>
        <p:spPr/>
        <p:txBody>
          <a:bodyPr/>
          <a:lstStyle/>
          <a:p>
            <a:endParaRPr lang="en-US"/>
          </a:p>
        </p:txBody>
      </p:sp>
      <p:sp>
        <p:nvSpPr>
          <p:cNvPr id="9" name="Content Placeholder 8">
            <a:extLst>
              <a:ext uri="{FF2B5EF4-FFF2-40B4-BE49-F238E27FC236}">
                <a16:creationId xmlns:a16="http://schemas.microsoft.com/office/drawing/2014/main" id="{87D9044D-81F3-DA11-E0BE-A2E969884AB4}"/>
              </a:ext>
            </a:extLst>
          </p:cNvPr>
          <p:cNvSpPr>
            <a:spLocks noGrp="1"/>
          </p:cNvSpPr>
          <p:nvPr>
            <p:ph sz="half" idx="58"/>
          </p:nvPr>
        </p:nvSpPr>
        <p:spPr/>
        <p:txBody>
          <a:bodyPr/>
          <a:lstStyle/>
          <a:p>
            <a:pPr marL="137160" indent="-137160"/>
            <a:endParaRPr lang="en-US" dirty="0"/>
          </a:p>
        </p:txBody>
      </p:sp>
    </p:spTree>
    <p:extLst>
      <p:ext uri="{BB962C8B-B14F-4D97-AF65-F5344CB8AC3E}">
        <p14:creationId xmlns:p14="http://schemas.microsoft.com/office/powerpoint/2010/main" val="32432656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F11E-88B1-C584-BDD0-20157B837FF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1367BBE-31C6-B1B5-A182-24ADADBB60B9}"/>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3B0C556F-9E8E-3C6F-B788-1193B5ADF549}"/>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31C00BD-30C5-9A44-3926-20F3A96F3E42}"/>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BB20B8B-7596-4D8A-D128-692F4658FE7F}"/>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2D9A926C-BD8B-37FF-ED5B-555C2F2CE908}"/>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71FA957A-EC09-C3B0-FBFD-62D7F01C4879}"/>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98C6DDDE-C4B8-53A7-78EA-5A43C338C11F}"/>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E9A4A9AC-BE36-440F-A3DB-7E0D8F9D4DA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8886E50D-2E66-63DE-5565-CAE50579DA72}"/>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0F4597E9-E495-6BB9-7A2E-2E8420C3F2D6}"/>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5E28E359-F0F3-37C3-BE46-E1FCFB605F9D}"/>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CD0CA4D7-33C9-4A82-5953-8B5BFE94B050}"/>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51035E66-4A24-38DB-3FA0-F32D1D52D058}"/>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53328E29-0A59-4310-08FA-A5B4BB27AE8D}"/>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27837236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0BFC2-E38D-7B0F-5BA1-EB97D0AEE52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28F49D3D-0155-093F-C7A2-3803DFA601B8}"/>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E0F51868-2F04-16EC-96B7-CCD034BDB5F2}"/>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4AEC281D-5BF1-7201-E936-ABBF29B0F8C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79F9DA25-19BD-3B9A-A7FB-268957624BDB}"/>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3AE0606C-283D-FAA5-18F1-7380924040E1}"/>
              </a:ext>
            </a:extLst>
          </p:cNvPr>
          <p:cNvSpPr>
            <a:spLocks noGrp="1"/>
          </p:cNvSpPr>
          <p:nvPr>
            <p:ph type="body" sz="quarter" idx="31"/>
          </p:nvPr>
        </p:nvSpPr>
        <p:spPr/>
        <p:txBody>
          <a:bodyPr/>
          <a:lstStyle/>
          <a:p>
            <a:endParaRPr lang="en-US"/>
          </a:p>
        </p:txBody>
      </p:sp>
      <p:sp>
        <p:nvSpPr>
          <p:cNvPr id="12" name="Text Placeholder 11">
            <a:extLst>
              <a:ext uri="{FF2B5EF4-FFF2-40B4-BE49-F238E27FC236}">
                <a16:creationId xmlns:a16="http://schemas.microsoft.com/office/drawing/2014/main" id="{101E6517-7E63-8062-5C3E-F1886DCDCACB}"/>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7037E329-852D-04A2-F87E-29CAE9B5A209}"/>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2ADAA04F-A5A1-E7EC-9678-074BE4F63728}"/>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22C1C363-E1F5-97E1-EC70-D7CC8C8D1FEF}"/>
              </a:ext>
            </a:extLst>
          </p:cNvPr>
          <p:cNvSpPr>
            <a:spLocks noGrp="1"/>
          </p:cNvSpPr>
          <p:nvPr>
            <p:ph type="body" sz="quarter" idx="33"/>
          </p:nvPr>
        </p:nvSpPr>
        <p:spPr/>
        <p:txBody>
          <a:bodyPr/>
          <a:lstStyle/>
          <a:p>
            <a:endParaRPr lang="en-US"/>
          </a:p>
        </p:txBody>
      </p:sp>
      <p:sp>
        <p:nvSpPr>
          <p:cNvPr id="14" name="Text Placeholder 13">
            <a:extLst>
              <a:ext uri="{FF2B5EF4-FFF2-40B4-BE49-F238E27FC236}">
                <a16:creationId xmlns:a16="http://schemas.microsoft.com/office/drawing/2014/main" id="{6C4712BE-27E6-BB04-BE59-650583928B67}"/>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689949D7-704D-077A-34D3-59DCB08ED889}"/>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1BECB30E-6FCE-E75F-874D-834C886DFF3B}"/>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92DC0915-AE25-D2AD-DB58-A6DDCE0D6880}"/>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338557CF-AFA8-8BEA-549C-A454BC469735}"/>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922356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E729-2998-23FD-DFC7-66914158D96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6C5A7DED-AA70-F781-B0B7-6267EBE2678B}"/>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CB7FBAF3-4FCA-7142-FDB2-C08748B0CF26}"/>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078FDD00-0836-2EF5-8CFE-71AC7CC0D766}"/>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26EFE58D-1D88-E490-11E9-B861A027E1E5}"/>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089CFDD9-A543-39F4-116D-06F0FD7F72DC}"/>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C629D79-093A-78A9-25E5-6B0B38C41CE5}"/>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9403308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0C39-8C50-887C-AE6F-2FF2BB89E50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FB88C68-63F0-D311-EB9B-EECED3BC4EA2}"/>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2A4E5522-75C9-D19B-132F-B8762BD940AA}"/>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964EB9AA-1337-05EA-C1E8-96D56B2ED9E9}"/>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F26B536D-4F25-FEBE-50B1-D5F7BC28EF9D}"/>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B9ED280-4225-B7D7-0429-B608E2EDDE57}"/>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AB513F06-EB15-8834-341A-D44CB5DC002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40197405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7CA4-1DBE-01F2-5C04-EDF78C00953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68A7DCA-498A-40B9-6249-97F1F10A2C5F}"/>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1A875871-22A7-EB92-319D-A7BC5CF5CBE7}"/>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117331F4-705B-D64A-BFF6-2CA2F2EAAAC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61DBA2E7-C6CF-BB42-DF73-85A8C0CD8716}"/>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200CADD-30F5-A90E-657F-E36455F3F71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415110BD-86E5-FF2D-63D8-F7E4E790029B}"/>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731D97EF-96AD-D9A2-70D4-2ED3F7C3F7DC}"/>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664547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4CD6-56C0-574A-AFD6-9942B419634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5118C7A-7F8E-B136-084B-E18C605FD9F7}"/>
              </a:ext>
            </a:extLst>
          </p:cNvPr>
          <p:cNvSpPr>
            <a:spLocks noGrp="1"/>
          </p:cNvSpPr>
          <p:nvPr>
            <p:ph type="title"/>
          </p:nvPr>
        </p:nvSpPr>
        <p:spPr/>
        <p:txBody>
          <a:bodyPr/>
          <a:lstStyle/>
          <a:p>
            <a:endParaRPr lang="en-US"/>
          </a:p>
        </p:txBody>
      </p:sp>
      <p:sp>
        <p:nvSpPr>
          <p:cNvPr id="16" name="Text Placeholder 15">
            <a:extLst>
              <a:ext uri="{FF2B5EF4-FFF2-40B4-BE49-F238E27FC236}">
                <a16:creationId xmlns:a16="http://schemas.microsoft.com/office/drawing/2014/main" id="{A3E74F41-D2B7-0745-376D-A1E30356BF12}"/>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205DBF3B-B7BB-FA93-772C-9F5A8FD80C92}"/>
              </a:ext>
            </a:extLst>
          </p:cNvPr>
          <p:cNvSpPr>
            <a:spLocks noGrp="1"/>
          </p:cNvSpPr>
          <p:nvPr>
            <p:ph type="body" sz="quarter" idx="21"/>
          </p:nvPr>
        </p:nvSpPr>
        <p:spPr/>
        <p:txBody>
          <a:bodyPr/>
          <a:lstStyle/>
          <a:p>
            <a:endParaRPr lang="en-US"/>
          </a:p>
        </p:txBody>
      </p:sp>
      <p:sp>
        <p:nvSpPr>
          <p:cNvPr id="17" name="Text Placeholder 16">
            <a:extLst>
              <a:ext uri="{FF2B5EF4-FFF2-40B4-BE49-F238E27FC236}">
                <a16:creationId xmlns:a16="http://schemas.microsoft.com/office/drawing/2014/main" id="{1EDFDEA7-6DBB-AA7A-A079-6667D538AF87}"/>
              </a:ext>
            </a:extLst>
          </p:cNvPr>
          <p:cNvSpPr>
            <a:spLocks noGrp="1"/>
          </p:cNvSpPr>
          <p:nvPr>
            <p:ph type="body" sz="quarter" idx="23"/>
          </p:nvPr>
        </p:nvSpPr>
        <p:spPr/>
        <p:txBody>
          <a:bodyPr/>
          <a:lstStyle/>
          <a:p>
            <a:endParaRPr lang="en-US"/>
          </a:p>
        </p:txBody>
      </p:sp>
      <p:sp>
        <p:nvSpPr>
          <p:cNvPr id="18" name="Text Placeholder 17">
            <a:extLst>
              <a:ext uri="{FF2B5EF4-FFF2-40B4-BE49-F238E27FC236}">
                <a16:creationId xmlns:a16="http://schemas.microsoft.com/office/drawing/2014/main" id="{E505CE4F-69B9-D7C7-3D45-F16ED42242DE}"/>
              </a:ext>
            </a:extLst>
          </p:cNvPr>
          <p:cNvSpPr>
            <a:spLocks noGrp="1"/>
          </p:cNvSpPr>
          <p:nvPr>
            <p:ph type="body" sz="quarter" idx="24"/>
          </p:nvPr>
        </p:nvSpPr>
        <p:spPr/>
        <p:txBody>
          <a:bodyPr/>
          <a:lstStyle/>
          <a:p>
            <a:endParaRPr lang="en-US"/>
          </a:p>
        </p:txBody>
      </p:sp>
      <p:sp>
        <p:nvSpPr>
          <p:cNvPr id="19" name="Text Placeholder 18">
            <a:extLst>
              <a:ext uri="{FF2B5EF4-FFF2-40B4-BE49-F238E27FC236}">
                <a16:creationId xmlns:a16="http://schemas.microsoft.com/office/drawing/2014/main" id="{4919EB4D-AE6A-F9D6-90B1-388FD1558A4B}"/>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A2B6FCCF-EE9D-7AF0-1CF0-5D22391FA339}"/>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36534559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80EC5B-1CE8-C833-E241-4CC7AB4F5325}"/>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4E771321-0F8B-B09A-7F42-DD2DE68C9B0B}"/>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70831D6B-2EB6-07B0-9A17-38E014857083}"/>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CBDC906E-5846-73E9-B0E5-D46A604C94E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261ABE1D-E3F8-B12B-C661-BDD99ADD0410}"/>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FC82C7B7-ACF7-A971-9B70-501D42F0C60E}"/>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57D702EB-DFCA-E5C2-1DA8-3EBD62F41E92}"/>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8853707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7A8BB6A-D258-32FC-06F2-10A237923FF1}"/>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54C59365-1404-1D4A-DE6C-2E025B2AFE8C}"/>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26C982BF-8F2E-0BE9-F5DC-9B17E1EC8188}"/>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E3B311-BAC8-5C1F-FF72-ECB978E12011}"/>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7F4F7B2B-B54F-E140-35D1-2086F42B2A7E}"/>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F2459C1-57DE-D789-8D62-DA0B6E177749}"/>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D8B2D396-CCC0-BDD5-A8BD-1491100D2E4F}"/>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26112580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B23060-6B15-084B-67B4-7CAF0F4623DB}"/>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A7116F8E-B6CE-8016-BDD5-313A4E4CB4D1}"/>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9D268E73-0119-C03A-4C04-745A0876D526}"/>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3B3F2ADA-785D-3F7D-4826-D6C7C43E1662}"/>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5974967B-4E18-8E0A-9D06-D0FD864E1E39}"/>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AE768596-3F02-0750-20C2-0EBF2BC060E3}"/>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CE03EB90-CDB1-B7BC-7FE2-81B47328F293}"/>
              </a:ext>
            </a:extLst>
          </p:cNvPr>
          <p:cNvSpPr>
            <a:spLocks noGrp="1"/>
          </p:cNvSpPr>
          <p:nvPr>
            <p:ph type="body" sz="quarter" idx="26"/>
          </p:nvPr>
        </p:nvSpPr>
        <p:spPr/>
        <p:txBody>
          <a:bodyPr/>
          <a:lstStyle/>
          <a:p>
            <a:endParaRPr lang="en-US"/>
          </a:p>
        </p:txBody>
      </p:sp>
    </p:spTree>
    <p:extLst>
      <p:ext uri="{BB962C8B-B14F-4D97-AF65-F5344CB8AC3E}">
        <p14:creationId xmlns:p14="http://schemas.microsoft.com/office/powerpoint/2010/main" val="12212192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FEA2-038E-5E2F-AFBB-1BBB90136C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2E38D1-5831-95A4-1621-7214CED52506}"/>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0EE36235-70FE-D363-A2DE-74FE9B91E935}"/>
              </a:ext>
            </a:extLst>
          </p:cNvPr>
          <p:cNvSpPr>
            <a:spLocks noGrp="1"/>
          </p:cNvSpPr>
          <p:nvPr>
            <p:ph type="body" sz="quarter" idx="23"/>
          </p:nvPr>
        </p:nvSpPr>
        <p:spPr/>
        <p:txBody>
          <a:bodyPr/>
          <a:lstStyle/>
          <a:p>
            <a:endParaRPr lang="en-US"/>
          </a:p>
        </p:txBody>
      </p:sp>
      <p:sp>
        <p:nvSpPr>
          <p:cNvPr id="7" name="Text Placeholder 6">
            <a:extLst>
              <a:ext uri="{FF2B5EF4-FFF2-40B4-BE49-F238E27FC236}">
                <a16:creationId xmlns:a16="http://schemas.microsoft.com/office/drawing/2014/main" id="{264E2F2A-B811-DF59-BB21-A16712B0125B}"/>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88979690-6719-EBEA-8E1E-F8C7765BE7AF}"/>
              </a:ext>
            </a:extLst>
          </p:cNvPr>
          <p:cNvSpPr>
            <a:spLocks noGrp="1"/>
          </p:cNvSpPr>
          <p:nvPr>
            <p:ph type="body" sz="quarter" idx="28"/>
          </p:nvPr>
        </p:nvSpPr>
        <p:spPr/>
        <p:txBody>
          <a:bodyPr/>
          <a:lstStyle/>
          <a:p>
            <a:endParaRPr lang="en-US"/>
          </a:p>
        </p:txBody>
      </p:sp>
      <p:sp>
        <p:nvSpPr>
          <p:cNvPr id="10" name="Text Placeholder 9">
            <a:extLst>
              <a:ext uri="{FF2B5EF4-FFF2-40B4-BE49-F238E27FC236}">
                <a16:creationId xmlns:a16="http://schemas.microsoft.com/office/drawing/2014/main" id="{B48B357F-1013-3150-830A-1F12761448B0}"/>
              </a:ext>
            </a:extLst>
          </p:cNvPr>
          <p:cNvSpPr>
            <a:spLocks noGrp="1"/>
          </p:cNvSpPr>
          <p:nvPr>
            <p:ph type="body" sz="quarter" idx="29"/>
          </p:nvPr>
        </p:nvSpPr>
        <p:spPr/>
        <p:txBody>
          <a:bodyPr/>
          <a:lstStyle/>
          <a:p>
            <a:endParaRPr lang="en-US"/>
          </a:p>
        </p:txBody>
      </p:sp>
      <p:sp>
        <p:nvSpPr>
          <p:cNvPr id="11" name="Text Placeholder 10">
            <a:extLst>
              <a:ext uri="{FF2B5EF4-FFF2-40B4-BE49-F238E27FC236}">
                <a16:creationId xmlns:a16="http://schemas.microsoft.com/office/drawing/2014/main" id="{2221B3F5-0C8C-5B1F-6B5F-9D311861271C}"/>
              </a:ext>
            </a:extLst>
          </p:cNvPr>
          <p:cNvSpPr>
            <a:spLocks noGrp="1"/>
          </p:cNvSpPr>
          <p:nvPr>
            <p:ph type="body" sz="quarter" idx="30"/>
          </p:nvPr>
        </p:nvSpPr>
        <p:spPr/>
        <p:txBody>
          <a:bodyPr/>
          <a:lstStyle/>
          <a:p>
            <a:endParaRPr lang="en-US"/>
          </a:p>
        </p:txBody>
      </p:sp>
      <p:sp>
        <p:nvSpPr>
          <p:cNvPr id="12" name="Text Placeholder 11">
            <a:extLst>
              <a:ext uri="{FF2B5EF4-FFF2-40B4-BE49-F238E27FC236}">
                <a16:creationId xmlns:a16="http://schemas.microsoft.com/office/drawing/2014/main" id="{42CA8858-6EC3-CD37-7B92-B1062C429A2C}"/>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C2FABB93-177A-F9B3-C159-AC4F86444097}"/>
              </a:ext>
            </a:extLst>
          </p:cNvPr>
          <p:cNvSpPr>
            <a:spLocks noGrp="1"/>
          </p:cNvSpPr>
          <p:nvPr>
            <p:ph type="body" sz="quarter" idx="32"/>
          </p:nvPr>
        </p:nvSpPr>
        <p:spPr/>
        <p:txBody>
          <a:bodyPr/>
          <a:lstStyle/>
          <a:p>
            <a:endParaRPr lang="en-US"/>
          </a:p>
        </p:txBody>
      </p:sp>
      <p:sp>
        <p:nvSpPr>
          <p:cNvPr id="14" name="Text Placeholder 13">
            <a:extLst>
              <a:ext uri="{FF2B5EF4-FFF2-40B4-BE49-F238E27FC236}">
                <a16:creationId xmlns:a16="http://schemas.microsoft.com/office/drawing/2014/main" id="{4522B006-B576-F402-2751-8683CACD0C1C}"/>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6429946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0FBF8E9-6933-6A6C-4A05-13B7DA8D7175}"/>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7D47B28E-A86A-D532-26B1-EB4DAD088599}"/>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EF76D92-7AFF-8D26-50DB-3694CD956C49}"/>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A7AB14E6-808C-16D1-8BF7-777D5233117B}"/>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1268E695-CCF4-B919-1129-C2ECDDF670B2}"/>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D1A971B3-B9C6-5376-17E6-26F89A5E91D6}"/>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476072C6-6281-E9CE-2CE0-9A53EAB7B650}"/>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89EDF696-C9F5-AAEA-E2AA-8B66F2D0D02A}"/>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EEB48B76-AFFC-F03B-0D25-0B2D501F7C4A}"/>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40988854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783C04-4843-1C88-2D52-C3401AD772D2}"/>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2D735982-39FA-B653-EE0C-D04D968AE13C}"/>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C5A5700E-81EB-C75A-1833-62336047169A}"/>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3F83E39F-3A56-D232-C6B7-ECF17F1E9A19}"/>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C62B4ED7-9180-B3B5-A78E-5A51C1938AEF}"/>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7DCDC459-325D-61D6-B36D-2DECECDE20E8}"/>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B4DEDE8B-2A4F-4AF5-DCBA-9DBE5F6D0D08}"/>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097683BD-0E45-BEC9-6EC7-3DE553D782B0}"/>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930F3629-114D-99AA-738F-80F82C7147B0}"/>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2592803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E8666D5-A53C-BB62-B402-96231E16366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48A10C0B-C48E-4A4E-5763-B93643710C1A}"/>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45D9B358-C449-9DC3-CE08-F6543EB61585}"/>
              </a:ext>
            </a:extLst>
          </p:cNvPr>
          <p:cNvSpPr>
            <a:spLocks noGrp="1"/>
          </p:cNvSpPr>
          <p:nvPr>
            <p:ph type="body" sz="quarter" idx="27"/>
          </p:nvPr>
        </p:nvSpPr>
        <p:spPr/>
        <p:txBody>
          <a:bodyPr/>
          <a:lstStyle/>
          <a:p>
            <a:endParaRPr lang="en-US"/>
          </a:p>
        </p:txBody>
      </p:sp>
      <p:sp>
        <p:nvSpPr>
          <p:cNvPr id="14" name="Text Placeholder 13">
            <a:extLst>
              <a:ext uri="{FF2B5EF4-FFF2-40B4-BE49-F238E27FC236}">
                <a16:creationId xmlns:a16="http://schemas.microsoft.com/office/drawing/2014/main" id="{021167C2-E345-A07D-281A-43A42818031F}"/>
              </a:ext>
            </a:extLst>
          </p:cNvPr>
          <p:cNvSpPr>
            <a:spLocks noGrp="1"/>
          </p:cNvSpPr>
          <p:nvPr>
            <p:ph type="body" sz="quarter" idx="28"/>
          </p:nvPr>
        </p:nvSpPr>
        <p:spPr/>
        <p:txBody>
          <a:bodyPr/>
          <a:lstStyle/>
          <a:p>
            <a:endParaRPr lang="en-US"/>
          </a:p>
        </p:txBody>
      </p:sp>
      <p:sp>
        <p:nvSpPr>
          <p:cNvPr id="15" name="Text Placeholder 14">
            <a:extLst>
              <a:ext uri="{FF2B5EF4-FFF2-40B4-BE49-F238E27FC236}">
                <a16:creationId xmlns:a16="http://schemas.microsoft.com/office/drawing/2014/main" id="{4A473AEE-D96A-F839-99C9-AF5F66EF0684}"/>
              </a:ext>
            </a:extLst>
          </p:cNvPr>
          <p:cNvSpPr>
            <a:spLocks noGrp="1"/>
          </p:cNvSpPr>
          <p:nvPr>
            <p:ph type="body" sz="quarter" idx="29"/>
          </p:nvPr>
        </p:nvSpPr>
        <p:spPr/>
        <p:txBody>
          <a:bodyPr/>
          <a:lstStyle/>
          <a:p>
            <a:endParaRPr lang="en-US"/>
          </a:p>
        </p:txBody>
      </p:sp>
      <p:sp>
        <p:nvSpPr>
          <p:cNvPr id="16" name="Text Placeholder 15">
            <a:extLst>
              <a:ext uri="{FF2B5EF4-FFF2-40B4-BE49-F238E27FC236}">
                <a16:creationId xmlns:a16="http://schemas.microsoft.com/office/drawing/2014/main" id="{EC287324-FFF2-094E-0816-89E1D9D1AA14}"/>
              </a:ext>
            </a:extLst>
          </p:cNvPr>
          <p:cNvSpPr>
            <a:spLocks noGrp="1"/>
          </p:cNvSpPr>
          <p:nvPr>
            <p:ph type="body" sz="quarter" idx="30"/>
          </p:nvPr>
        </p:nvSpPr>
        <p:spPr/>
        <p:txBody>
          <a:bodyPr/>
          <a:lstStyle/>
          <a:p>
            <a:endParaRPr lang="en-US"/>
          </a:p>
        </p:txBody>
      </p:sp>
      <p:sp>
        <p:nvSpPr>
          <p:cNvPr id="17" name="Text Placeholder 16">
            <a:extLst>
              <a:ext uri="{FF2B5EF4-FFF2-40B4-BE49-F238E27FC236}">
                <a16:creationId xmlns:a16="http://schemas.microsoft.com/office/drawing/2014/main" id="{5402E6B4-A68A-0660-2F17-10CE9FB67AA2}"/>
              </a:ext>
            </a:extLst>
          </p:cNvPr>
          <p:cNvSpPr>
            <a:spLocks noGrp="1"/>
          </p:cNvSpPr>
          <p:nvPr>
            <p:ph type="body" sz="quarter" idx="31"/>
          </p:nvPr>
        </p:nvSpPr>
        <p:spPr/>
        <p:txBody>
          <a:bodyPr/>
          <a:lstStyle/>
          <a:p>
            <a:endParaRPr lang="en-US"/>
          </a:p>
        </p:txBody>
      </p:sp>
      <p:sp>
        <p:nvSpPr>
          <p:cNvPr id="18" name="Text Placeholder 17">
            <a:extLst>
              <a:ext uri="{FF2B5EF4-FFF2-40B4-BE49-F238E27FC236}">
                <a16:creationId xmlns:a16="http://schemas.microsoft.com/office/drawing/2014/main" id="{19BAC9D5-1118-6854-EC3C-8AD09B29FD13}"/>
              </a:ext>
            </a:extLst>
          </p:cNvPr>
          <p:cNvSpPr>
            <a:spLocks noGrp="1"/>
          </p:cNvSpPr>
          <p:nvPr>
            <p:ph type="body" sz="quarter" idx="32"/>
          </p:nvPr>
        </p:nvSpPr>
        <p:spPr/>
        <p:txBody>
          <a:bodyPr/>
          <a:lstStyle/>
          <a:p>
            <a:endParaRPr lang="en-US"/>
          </a:p>
        </p:txBody>
      </p:sp>
      <p:sp>
        <p:nvSpPr>
          <p:cNvPr id="19" name="Text Placeholder 18">
            <a:extLst>
              <a:ext uri="{FF2B5EF4-FFF2-40B4-BE49-F238E27FC236}">
                <a16:creationId xmlns:a16="http://schemas.microsoft.com/office/drawing/2014/main" id="{FD42FCEB-2170-6C75-BDF1-009EDEB9135F}"/>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4500540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0EB9-47B2-507A-A7C8-843CD29263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DDBB32-7DD7-BA49-56DB-A58E0C7534FE}"/>
              </a:ext>
            </a:extLst>
          </p:cNvPr>
          <p:cNvSpPr>
            <a:spLocks noGrp="1"/>
          </p:cNvSpPr>
          <p:nvPr>
            <p:ph type="title"/>
          </p:nvPr>
        </p:nvSpPr>
        <p:spPr/>
        <p:txBody>
          <a:bodyPr/>
          <a:lstStyle/>
          <a:p>
            <a:endParaRPr lang="en-US"/>
          </a:p>
        </p:txBody>
      </p:sp>
      <p:sp>
        <p:nvSpPr>
          <p:cNvPr id="11" name="Text Placeholder 10">
            <a:extLst>
              <a:ext uri="{FF2B5EF4-FFF2-40B4-BE49-F238E27FC236}">
                <a16:creationId xmlns:a16="http://schemas.microsoft.com/office/drawing/2014/main" id="{2D7C901B-3FC0-51E9-8ED1-22D88A91B207}"/>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553640E8-A5F2-AD1E-4FAD-12EB4D66D0C6}"/>
              </a:ext>
            </a:extLst>
          </p:cNvPr>
          <p:cNvSpPr>
            <a:spLocks noGrp="1"/>
          </p:cNvSpPr>
          <p:nvPr>
            <p:ph type="body" sz="quarter" idx="17"/>
          </p:nvPr>
        </p:nvSpPr>
        <p:spPr/>
        <p:txBody>
          <a:bodyPr/>
          <a:lstStyle/>
          <a:p>
            <a:endParaRPr lang="en-US"/>
          </a:p>
        </p:txBody>
      </p:sp>
      <p:sp>
        <p:nvSpPr>
          <p:cNvPr id="13" name="Text Placeholder 12">
            <a:extLst>
              <a:ext uri="{FF2B5EF4-FFF2-40B4-BE49-F238E27FC236}">
                <a16:creationId xmlns:a16="http://schemas.microsoft.com/office/drawing/2014/main" id="{57279031-C65D-FD64-8260-B3C39F2311C9}"/>
              </a:ext>
            </a:extLst>
          </p:cNvPr>
          <p:cNvSpPr>
            <a:spLocks noGrp="1"/>
          </p:cNvSpPr>
          <p:nvPr>
            <p:ph type="body" sz="quarter" idx="18"/>
          </p:nvPr>
        </p:nvSpPr>
        <p:spPr/>
        <p:txBody>
          <a:bodyPr/>
          <a:lstStyle/>
          <a:p>
            <a:endParaRPr lang="en-US"/>
          </a:p>
        </p:txBody>
      </p:sp>
      <p:sp>
        <p:nvSpPr>
          <p:cNvPr id="10" name="Picture Placeholder 9">
            <a:extLst>
              <a:ext uri="{FF2B5EF4-FFF2-40B4-BE49-F238E27FC236}">
                <a16:creationId xmlns:a16="http://schemas.microsoft.com/office/drawing/2014/main" id="{7E685BD5-9F57-9BBE-CC80-BF3423FC269F}"/>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1472622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419EF-039B-F083-9CC7-58C422FFEE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AF6A64-4BB4-8C63-2F45-F24FC63E9FCB}"/>
              </a:ext>
            </a:extLst>
          </p:cNvPr>
          <p:cNvSpPr>
            <a:spLocks noGrp="1"/>
          </p:cNvSpPr>
          <p:nvPr>
            <p:ph type="body" sz="quarter" idx="29"/>
          </p:nvPr>
        </p:nvSpPr>
        <p:spPr/>
        <p:txBody>
          <a:bodyPr/>
          <a:lstStyle/>
          <a:p>
            <a:r>
              <a:rPr lang="en-US" dirty="0"/>
              <a:t>06</a:t>
            </a:r>
          </a:p>
        </p:txBody>
      </p:sp>
      <p:sp>
        <p:nvSpPr>
          <p:cNvPr id="3" name="Title 2">
            <a:extLst>
              <a:ext uri="{FF2B5EF4-FFF2-40B4-BE49-F238E27FC236}">
                <a16:creationId xmlns:a16="http://schemas.microsoft.com/office/drawing/2014/main" id="{8CF50785-635C-B344-3774-7845BF80DDDF}"/>
              </a:ext>
            </a:extLst>
          </p:cNvPr>
          <p:cNvSpPr>
            <a:spLocks noGrp="1"/>
          </p:cNvSpPr>
          <p:nvPr>
            <p:ph type="ctrTitle"/>
          </p:nvPr>
        </p:nvSpPr>
        <p:spPr/>
        <p:txBody>
          <a:bodyPr/>
          <a:lstStyle/>
          <a:p>
            <a:r>
              <a:rPr lang="en-US"/>
              <a:t>QUOTE </a:t>
            </a:r>
            <a:br>
              <a:rPr lang="en-US"/>
            </a:br>
            <a:r>
              <a:rPr lang="en-US"/>
              <a:t>LAYOUT SLIDES</a:t>
            </a:r>
          </a:p>
        </p:txBody>
      </p:sp>
    </p:spTree>
    <p:extLst>
      <p:ext uri="{BB962C8B-B14F-4D97-AF65-F5344CB8AC3E}">
        <p14:creationId xmlns:p14="http://schemas.microsoft.com/office/powerpoint/2010/main" val="11965089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276B8B-E5D3-596C-D737-FE9FAE5A4C87}"/>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C24EF08E-02B5-9378-A8FA-CA557DB9C0E0}"/>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0007734F-8F24-F12B-B0EB-DD542104321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617574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B15F93-7A82-AA90-FB72-1BA6B505C063}"/>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60732557-7733-244B-D843-55E9EFEF0F6E}"/>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D013DFA1-41F5-F0CB-9F89-F4BC69E60FF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2100851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30704-81DB-EBC4-55A2-38E47FEFBCAB}"/>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10A8D39D-4B81-1377-06DA-58BAE1F1B94A}"/>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6E61F940-0C56-2D61-8A1C-DA4897FEE8A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1450078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846D-F0E2-8DE7-88C2-84677752401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703652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E6C7-D0F5-CF30-55DF-7247BE8125A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426012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D1BB-AFD0-F6A0-1999-4431B46675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B98CEA8-11F9-BA6E-DCA1-91FF84D0337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280538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F5C6-4BEE-0FAB-14E7-0D804681A9A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606C1C0-9546-A9A0-C75A-09FE70D4140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0159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6816-2D31-20DA-020B-49B7BFDEE9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51A2B85-D024-0E49-A7AD-A4C35E05509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725293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E774461-0DCB-E9A6-8D3D-DA60F965F473}"/>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AADC3DD-BE9F-4D10-EEA9-6011A6B4133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714881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AFB7CF5-7275-91DA-BCE7-1EE3E142A154}"/>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861D2FD1-BCE4-936A-5F39-01C22F71AE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871519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48D2C60-7102-4EBC-BA0E-7051F07BB721}"/>
              </a:ext>
            </a:extLst>
          </p:cNvPr>
          <p:cNvSpPr>
            <a:spLocks noGrp="1"/>
          </p:cNvSpPr>
          <p:nvPr>
            <p:ph type="pic" sz="quarter" idx="27"/>
          </p:nvPr>
        </p:nvSpPr>
        <p:spPr/>
        <p:txBody>
          <a:bodyPr/>
          <a:lstStyle/>
          <a:p>
            <a:endParaRPr lang="en-US"/>
          </a:p>
        </p:txBody>
      </p:sp>
      <p:sp>
        <p:nvSpPr>
          <p:cNvPr id="3" name="Title 2">
            <a:extLst>
              <a:ext uri="{FF2B5EF4-FFF2-40B4-BE49-F238E27FC236}">
                <a16:creationId xmlns:a16="http://schemas.microsoft.com/office/drawing/2014/main" id="{A4473D0A-1A20-18A3-3AB8-27A1B4505B5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020559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1EE3F93-3173-8C94-2DE9-DB934172CA18}"/>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E73BD7FA-15E4-EC5E-E8E6-E0539B18524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3009AF8B-53F2-E998-54BF-6676B8F48F8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354452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3A8EA74-C2FC-EFED-7E9D-3F869B71E031}"/>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1FFFB55-208B-F983-5885-7675D33DBC98}"/>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515BE49F-5CBF-B3B5-F0CF-19938B74585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8006710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7750504-F2C6-B601-42D6-AA6D3EC7651A}"/>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08F92EA6-BD02-07C0-3A34-2FAED2E6C213}"/>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ECD733C-78CA-E511-7C7F-5506ACC18D5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824083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0C026-51A7-4FC1-DB30-F9023ED497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4F24D5-978C-0072-C8B8-938C66CF3E04}"/>
              </a:ext>
            </a:extLst>
          </p:cNvPr>
          <p:cNvSpPr>
            <a:spLocks noGrp="1"/>
          </p:cNvSpPr>
          <p:nvPr>
            <p:ph type="body" sz="quarter" idx="29"/>
          </p:nvPr>
        </p:nvSpPr>
        <p:spPr/>
        <p:txBody>
          <a:bodyPr/>
          <a:lstStyle/>
          <a:p>
            <a:r>
              <a:rPr lang="en-US" dirty="0"/>
              <a:t>07</a:t>
            </a:r>
          </a:p>
        </p:txBody>
      </p:sp>
      <p:sp>
        <p:nvSpPr>
          <p:cNvPr id="3" name="Title 2">
            <a:extLst>
              <a:ext uri="{FF2B5EF4-FFF2-40B4-BE49-F238E27FC236}">
                <a16:creationId xmlns:a16="http://schemas.microsoft.com/office/drawing/2014/main" id="{BD8234FF-F72D-3605-0F8E-BFA372A63C88}"/>
              </a:ext>
            </a:extLst>
          </p:cNvPr>
          <p:cNvSpPr>
            <a:spLocks noGrp="1"/>
          </p:cNvSpPr>
          <p:nvPr>
            <p:ph type="ctrTitle"/>
          </p:nvPr>
        </p:nvSpPr>
        <p:spPr/>
        <p:txBody>
          <a:bodyPr/>
          <a:lstStyle/>
          <a:p>
            <a:r>
              <a:rPr lang="en-US"/>
              <a:t>CHARTS, TABLES, </a:t>
            </a:r>
            <a:br>
              <a:rPr lang="en-US"/>
            </a:br>
            <a:r>
              <a:rPr lang="en-US"/>
              <a:t>&amp; STAT SLIDES</a:t>
            </a:r>
          </a:p>
        </p:txBody>
      </p:sp>
    </p:spTree>
    <p:extLst>
      <p:ext uri="{BB962C8B-B14F-4D97-AF65-F5344CB8AC3E}">
        <p14:creationId xmlns:p14="http://schemas.microsoft.com/office/powerpoint/2010/main" val="758863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F6C-3BD1-D654-95D1-74B83A8656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E4443A-E61E-E2B8-A205-66EE279502B2}"/>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C5D96A50-CB15-1975-7255-637DB98911EE}"/>
              </a:ext>
            </a:extLst>
          </p:cNvPr>
          <p:cNvSpPr>
            <a:spLocks noGrp="1"/>
          </p:cNvSpPr>
          <p:nvPr>
            <p:ph type="body" sz="quarter" idx="17"/>
          </p:nvPr>
        </p:nvSpPr>
        <p:spPr/>
        <p:txBody>
          <a:bodyPr/>
          <a:lstStyle/>
          <a:p>
            <a:endParaRPr lang="en-US"/>
          </a:p>
        </p:txBody>
      </p:sp>
      <p:sp>
        <p:nvSpPr>
          <p:cNvPr id="6" name="Text Placeholder 5">
            <a:extLst>
              <a:ext uri="{FF2B5EF4-FFF2-40B4-BE49-F238E27FC236}">
                <a16:creationId xmlns:a16="http://schemas.microsoft.com/office/drawing/2014/main" id="{2546612D-1363-63F6-44DE-14AA48A68E8B}"/>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8DEDB1A3-0A94-B30A-BC8C-689C23EBBFA3}"/>
              </a:ext>
            </a:extLst>
          </p:cNvPr>
          <p:cNvSpPr>
            <a:spLocks noGrp="1"/>
          </p:cNvSpPr>
          <p:nvPr>
            <p:ph sz="half" idx="14"/>
          </p:nvPr>
        </p:nvSpPr>
        <p:spPr/>
        <p:txBody>
          <a:bodyPr/>
          <a:lstStyle/>
          <a:p>
            <a:endParaRPr lang="en-US"/>
          </a:p>
        </p:txBody>
      </p:sp>
      <p:sp>
        <p:nvSpPr>
          <p:cNvPr id="8" name="Text Placeholder 7">
            <a:extLst>
              <a:ext uri="{FF2B5EF4-FFF2-40B4-BE49-F238E27FC236}">
                <a16:creationId xmlns:a16="http://schemas.microsoft.com/office/drawing/2014/main" id="{5133116A-25FE-A4AD-6CE3-794EF4824B40}"/>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E85F31F6-F087-FA4C-5755-1CF0599E7045}"/>
              </a:ext>
            </a:extLst>
          </p:cNvPr>
          <p:cNvSpPr>
            <a:spLocks noGrp="1"/>
          </p:cNvSpPr>
          <p:nvPr>
            <p:ph type="body" sz="quarter" idx="21"/>
          </p:nvPr>
        </p:nvSpPr>
        <p:spPr/>
        <p:txBody>
          <a:bodyPr/>
          <a:lstStyle/>
          <a:p>
            <a:endParaRPr lang="en-US"/>
          </a:p>
        </p:txBody>
      </p:sp>
      <p:sp>
        <p:nvSpPr>
          <p:cNvPr id="7" name="Content Placeholder 6">
            <a:extLst>
              <a:ext uri="{FF2B5EF4-FFF2-40B4-BE49-F238E27FC236}">
                <a16:creationId xmlns:a16="http://schemas.microsoft.com/office/drawing/2014/main" id="{63AD9BB3-BA77-3D5E-84C6-B9FA5B12608F}"/>
              </a:ext>
            </a:extLst>
          </p:cNvPr>
          <p:cNvSpPr>
            <a:spLocks noGrp="1"/>
          </p:cNvSpPr>
          <p:nvPr>
            <p:ph sz="half" idx="19"/>
          </p:nvPr>
        </p:nvSpPr>
        <p:spPr/>
        <p:txBody>
          <a:bodyPr/>
          <a:lstStyle/>
          <a:p>
            <a:pPr marL="137160" indent="-137160"/>
            <a:endParaRPr lang="en-US" dirty="0"/>
          </a:p>
        </p:txBody>
      </p:sp>
      <p:sp>
        <p:nvSpPr>
          <p:cNvPr id="11" name="Text Placeholder 10">
            <a:extLst>
              <a:ext uri="{FF2B5EF4-FFF2-40B4-BE49-F238E27FC236}">
                <a16:creationId xmlns:a16="http://schemas.microsoft.com/office/drawing/2014/main" id="{81DCE0CC-63D8-A280-3953-1DB1846403FE}"/>
              </a:ext>
            </a:extLst>
          </p:cNvPr>
          <p:cNvSpPr>
            <a:spLocks noGrp="1"/>
          </p:cNvSpPr>
          <p:nvPr>
            <p:ph type="body" sz="quarter" idx="23"/>
          </p:nvPr>
        </p:nvSpPr>
        <p:spPr/>
        <p:txBody>
          <a:bodyPr/>
          <a:lstStyle/>
          <a:p>
            <a:endParaRPr lang="en-US"/>
          </a:p>
        </p:txBody>
      </p:sp>
      <p:sp>
        <p:nvSpPr>
          <p:cNvPr id="22" name="Text Placeholder 21">
            <a:extLst>
              <a:ext uri="{FF2B5EF4-FFF2-40B4-BE49-F238E27FC236}">
                <a16:creationId xmlns:a16="http://schemas.microsoft.com/office/drawing/2014/main" id="{779C9FC0-A580-12D5-63E5-E1067AAD6163}"/>
              </a:ext>
            </a:extLst>
          </p:cNvPr>
          <p:cNvSpPr>
            <a:spLocks noGrp="1"/>
          </p:cNvSpPr>
          <p:nvPr>
            <p:ph type="body" sz="quarter" idx="24"/>
          </p:nvPr>
        </p:nvSpPr>
        <p:spPr/>
        <p:txBody>
          <a:bodyPr/>
          <a:lstStyle/>
          <a:p>
            <a:endParaRPr lang="en-US"/>
          </a:p>
        </p:txBody>
      </p:sp>
      <p:sp>
        <p:nvSpPr>
          <p:cNvPr id="10" name="Content Placeholder 9">
            <a:extLst>
              <a:ext uri="{FF2B5EF4-FFF2-40B4-BE49-F238E27FC236}">
                <a16:creationId xmlns:a16="http://schemas.microsoft.com/office/drawing/2014/main" id="{056152B5-42AE-D407-D364-5F99CB646592}"/>
              </a:ext>
            </a:extLst>
          </p:cNvPr>
          <p:cNvSpPr>
            <a:spLocks noGrp="1"/>
          </p:cNvSpPr>
          <p:nvPr>
            <p:ph sz="half" idx="22"/>
          </p:nvPr>
        </p:nvSpPr>
        <p:spPr/>
        <p:txBody>
          <a:bodyPr/>
          <a:lstStyle/>
          <a:p>
            <a:pPr marL="137160" indent="-137160"/>
            <a:endParaRPr lang="en-US" dirty="0"/>
          </a:p>
        </p:txBody>
      </p:sp>
    </p:spTree>
    <p:extLst>
      <p:ext uri="{BB962C8B-B14F-4D97-AF65-F5344CB8AC3E}">
        <p14:creationId xmlns:p14="http://schemas.microsoft.com/office/powerpoint/2010/main" val="15151820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B49AC7A9-4399-621C-6F35-FC31EFFCC1B0}"/>
              </a:ext>
            </a:extLst>
          </p:cNvPr>
          <p:cNvSpPr>
            <a:spLocks noGrp="1"/>
          </p:cNvSpPr>
          <p:nvPr>
            <p:ph type="title"/>
          </p:nvPr>
        </p:nvSpPr>
        <p:spPr/>
        <p:txBody>
          <a:bodyPr/>
          <a:lstStyle/>
          <a:p>
            <a:endParaRPr lang="en-US"/>
          </a:p>
        </p:txBody>
      </p:sp>
      <p:sp>
        <p:nvSpPr>
          <p:cNvPr id="34" name="Text Placeholder 33">
            <a:extLst>
              <a:ext uri="{FF2B5EF4-FFF2-40B4-BE49-F238E27FC236}">
                <a16:creationId xmlns:a16="http://schemas.microsoft.com/office/drawing/2014/main" id="{61B9A7B6-ED4A-9CE2-B9D2-273F425E5765}"/>
              </a:ext>
            </a:extLst>
          </p:cNvPr>
          <p:cNvSpPr>
            <a:spLocks noGrp="1"/>
          </p:cNvSpPr>
          <p:nvPr>
            <p:ph type="body" sz="quarter" idx="18"/>
          </p:nvPr>
        </p:nvSpPr>
        <p:spPr/>
        <p:txBody>
          <a:bodyPr/>
          <a:lstStyle/>
          <a:p>
            <a:endParaRPr lang="en-US"/>
          </a:p>
        </p:txBody>
      </p:sp>
      <p:sp>
        <p:nvSpPr>
          <p:cNvPr id="40" name="Text Placeholder 39">
            <a:extLst>
              <a:ext uri="{FF2B5EF4-FFF2-40B4-BE49-F238E27FC236}">
                <a16:creationId xmlns:a16="http://schemas.microsoft.com/office/drawing/2014/main" id="{E8EE55D7-A508-BC93-3565-9AD79076F5CA}"/>
              </a:ext>
            </a:extLst>
          </p:cNvPr>
          <p:cNvSpPr>
            <a:spLocks noGrp="1"/>
          </p:cNvSpPr>
          <p:nvPr>
            <p:ph type="body" sz="quarter" idx="24"/>
          </p:nvPr>
        </p:nvSpPr>
        <p:spPr/>
        <p:txBody>
          <a:bodyPr/>
          <a:lstStyle/>
          <a:p>
            <a:endParaRPr lang="en-US"/>
          </a:p>
        </p:txBody>
      </p:sp>
      <p:sp>
        <p:nvSpPr>
          <p:cNvPr id="41" name="Text Placeholder 40">
            <a:extLst>
              <a:ext uri="{FF2B5EF4-FFF2-40B4-BE49-F238E27FC236}">
                <a16:creationId xmlns:a16="http://schemas.microsoft.com/office/drawing/2014/main" id="{614C0915-65A5-75F3-E68E-9792D0F5304E}"/>
              </a:ext>
            </a:extLst>
          </p:cNvPr>
          <p:cNvSpPr>
            <a:spLocks noGrp="1"/>
          </p:cNvSpPr>
          <p:nvPr>
            <p:ph type="body" sz="quarter" idx="25"/>
          </p:nvPr>
        </p:nvSpPr>
        <p:spPr/>
        <p:txBody>
          <a:bodyPr/>
          <a:lstStyle/>
          <a:p>
            <a:endParaRPr lang="en-US"/>
          </a:p>
        </p:txBody>
      </p:sp>
      <p:sp>
        <p:nvSpPr>
          <p:cNvPr id="42" name="Text Placeholder 41">
            <a:extLst>
              <a:ext uri="{FF2B5EF4-FFF2-40B4-BE49-F238E27FC236}">
                <a16:creationId xmlns:a16="http://schemas.microsoft.com/office/drawing/2014/main" id="{1586E8EE-93E1-8A8D-4201-92B74FD68722}"/>
              </a:ext>
            </a:extLst>
          </p:cNvPr>
          <p:cNvSpPr>
            <a:spLocks noGrp="1"/>
          </p:cNvSpPr>
          <p:nvPr>
            <p:ph type="body" sz="quarter" idx="26"/>
          </p:nvPr>
        </p:nvSpPr>
        <p:spPr/>
        <p:txBody>
          <a:bodyPr/>
          <a:lstStyle/>
          <a:p>
            <a:endParaRPr lang="en-US"/>
          </a:p>
        </p:txBody>
      </p:sp>
      <p:sp>
        <p:nvSpPr>
          <p:cNvPr id="43" name="Text Placeholder 42">
            <a:extLst>
              <a:ext uri="{FF2B5EF4-FFF2-40B4-BE49-F238E27FC236}">
                <a16:creationId xmlns:a16="http://schemas.microsoft.com/office/drawing/2014/main" id="{3C6435F2-0A8C-E3AD-11C4-4C22E448FB1F}"/>
              </a:ext>
            </a:extLst>
          </p:cNvPr>
          <p:cNvSpPr>
            <a:spLocks noGrp="1"/>
          </p:cNvSpPr>
          <p:nvPr>
            <p:ph type="body" sz="quarter" idx="27"/>
          </p:nvPr>
        </p:nvSpPr>
        <p:spPr/>
        <p:txBody>
          <a:bodyPr/>
          <a:lstStyle/>
          <a:p>
            <a:endParaRPr lang="en-US"/>
          </a:p>
        </p:txBody>
      </p:sp>
      <p:sp>
        <p:nvSpPr>
          <p:cNvPr id="35" name="Text Placeholder 34">
            <a:extLst>
              <a:ext uri="{FF2B5EF4-FFF2-40B4-BE49-F238E27FC236}">
                <a16:creationId xmlns:a16="http://schemas.microsoft.com/office/drawing/2014/main" id="{41CB4A0B-3E58-FDC1-53D1-57D53ADA1044}"/>
              </a:ext>
            </a:extLst>
          </p:cNvPr>
          <p:cNvSpPr>
            <a:spLocks noGrp="1"/>
          </p:cNvSpPr>
          <p:nvPr>
            <p:ph type="body" sz="quarter" idx="19"/>
          </p:nvPr>
        </p:nvSpPr>
        <p:spPr/>
        <p:txBody>
          <a:bodyPr/>
          <a:lstStyle/>
          <a:p>
            <a:endParaRPr lang="en-US"/>
          </a:p>
        </p:txBody>
      </p:sp>
      <p:sp>
        <p:nvSpPr>
          <p:cNvPr id="44" name="Text Placeholder 43">
            <a:extLst>
              <a:ext uri="{FF2B5EF4-FFF2-40B4-BE49-F238E27FC236}">
                <a16:creationId xmlns:a16="http://schemas.microsoft.com/office/drawing/2014/main" id="{0D8F829D-955C-750C-A2D8-9F87E0FD1693}"/>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859AD762-E71B-492E-4698-96BE590F880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59611889-0B4C-C00C-92E7-947CA78E930E}"/>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14A46722-9E93-5636-EEF5-976CC9D6C02E}"/>
              </a:ext>
            </a:extLst>
          </p:cNvPr>
          <p:cNvSpPr>
            <a:spLocks noGrp="1"/>
          </p:cNvSpPr>
          <p:nvPr>
            <p:ph type="body" sz="quarter" idx="31"/>
          </p:nvPr>
        </p:nvSpPr>
        <p:spPr/>
        <p:txBody>
          <a:bodyPr/>
          <a:lstStyle/>
          <a:p>
            <a:endParaRPr lang="en-US"/>
          </a:p>
        </p:txBody>
      </p:sp>
      <p:sp>
        <p:nvSpPr>
          <p:cNvPr id="36" name="Text Placeholder 35">
            <a:extLst>
              <a:ext uri="{FF2B5EF4-FFF2-40B4-BE49-F238E27FC236}">
                <a16:creationId xmlns:a16="http://schemas.microsoft.com/office/drawing/2014/main" id="{04ADE99F-021F-5221-71C7-2CF3F30D5129}"/>
              </a:ext>
            </a:extLst>
          </p:cNvPr>
          <p:cNvSpPr>
            <a:spLocks noGrp="1"/>
          </p:cNvSpPr>
          <p:nvPr>
            <p:ph type="body" sz="quarter" idx="20"/>
          </p:nvPr>
        </p:nvSpPr>
        <p:spPr/>
        <p:txBody>
          <a:bodyPr/>
          <a:lstStyle/>
          <a:p>
            <a:endParaRPr lang="en-US"/>
          </a:p>
        </p:txBody>
      </p:sp>
      <p:sp>
        <p:nvSpPr>
          <p:cNvPr id="48" name="Text Placeholder 47">
            <a:extLst>
              <a:ext uri="{FF2B5EF4-FFF2-40B4-BE49-F238E27FC236}">
                <a16:creationId xmlns:a16="http://schemas.microsoft.com/office/drawing/2014/main" id="{CCDC5651-1973-FF3A-B8C0-B17A1EA8B672}"/>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D93146BE-6E2A-7728-C892-C9EF5B927FC8}"/>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3811A831-1FD6-517C-E6A0-84B3863FB0D8}"/>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405D8E26-2848-6925-6E08-F0DF33E738B9}"/>
              </a:ext>
            </a:extLst>
          </p:cNvPr>
          <p:cNvSpPr>
            <a:spLocks noGrp="1"/>
          </p:cNvSpPr>
          <p:nvPr>
            <p:ph type="body" sz="quarter" idx="35"/>
          </p:nvPr>
        </p:nvSpPr>
        <p:spPr/>
        <p:txBody>
          <a:bodyPr/>
          <a:lstStyle/>
          <a:p>
            <a:endParaRPr lang="en-US"/>
          </a:p>
        </p:txBody>
      </p:sp>
      <p:sp>
        <p:nvSpPr>
          <p:cNvPr id="37" name="Text Placeholder 36">
            <a:extLst>
              <a:ext uri="{FF2B5EF4-FFF2-40B4-BE49-F238E27FC236}">
                <a16:creationId xmlns:a16="http://schemas.microsoft.com/office/drawing/2014/main" id="{898755F4-0965-4E14-FCAD-A4831F31C25F}"/>
              </a:ext>
            </a:extLst>
          </p:cNvPr>
          <p:cNvSpPr>
            <a:spLocks noGrp="1"/>
          </p:cNvSpPr>
          <p:nvPr>
            <p:ph type="body" sz="quarter" idx="21"/>
          </p:nvPr>
        </p:nvSpPr>
        <p:spPr/>
        <p:txBody>
          <a:bodyPr/>
          <a:lstStyle/>
          <a:p>
            <a:endParaRPr lang="en-US"/>
          </a:p>
        </p:txBody>
      </p:sp>
      <p:sp>
        <p:nvSpPr>
          <p:cNvPr id="52" name="Text Placeholder 51">
            <a:extLst>
              <a:ext uri="{FF2B5EF4-FFF2-40B4-BE49-F238E27FC236}">
                <a16:creationId xmlns:a16="http://schemas.microsoft.com/office/drawing/2014/main" id="{3E9A1418-BB9C-DB43-14F5-E79C6685716E}"/>
              </a:ext>
            </a:extLst>
          </p:cNvPr>
          <p:cNvSpPr>
            <a:spLocks noGrp="1"/>
          </p:cNvSpPr>
          <p:nvPr>
            <p:ph type="body" sz="quarter" idx="36"/>
          </p:nvPr>
        </p:nvSpPr>
        <p:spPr/>
        <p:txBody>
          <a:bodyPr/>
          <a:lstStyle/>
          <a:p>
            <a:endParaRPr lang="en-US"/>
          </a:p>
        </p:txBody>
      </p:sp>
      <p:sp>
        <p:nvSpPr>
          <p:cNvPr id="53" name="Text Placeholder 52">
            <a:extLst>
              <a:ext uri="{FF2B5EF4-FFF2-40B4-BE49-F238E27FC236}">
                <a16:creationId xmlns:a16="http://schemas.microsoft.com/office/drawing/2014/main" id="{BCF536C2-B25E-9135-7392-0248D6F645BB}"/>
              </a:ext>
            </a:extLst>
          </p:cNvPr>
          <p:cNvSpPr>
            <a:spLocks noGrp="1"/>
          </p:cNvSpPr>
          <p:nvPr>
            <p:ph type="body" sz="quarter" idx="37"/>
          </p:nvPr>
        </p:nvSpPr>
        <p:spPr/>
        <p:txBody>
          <a:bodyPr/>
          <a:lstStyle/>
          <a:p>
            <a:endParaRPr lang="en-US"/>
          </a:p>
        </p:txBody>
      </p:sp>
      <p:sp>
        <p:nvSpPr>
          <p:cNvPr id="54" name="Text Placeholder 53">
            <a:extLst>
              <a:ext uri="{FF2B5EF4-FFF2-40B4-BE49-F238E27FC236}">
                <a16:creationId xmlns:a16="http://schemas.microsoft.com/office/drawing/2014/main" id="{EDA2C0F1-E348-8886-C232-FE8BD924B2CD}"/>
              </a:ext>
            </a:extLst>
          </p:cNvPr>
          <p:cNvSpPr>
            <a:spLocks noGrp="1"/>
          </p:cNvSpPr>
          <p:nvPr>
            <p:ph type="body" sz="quarter" idx="38"/>
          </p:nvPr>
        </p:nvSpPr>
        <p:spPr/>
        <p:txBody>
          <a:bodyPr/>
          <a:lstStyle/>
          <a:p>
            <a:endParaRPr lang="en-US"/>
          </a:p>
        </p:txBody>
      </p:sp>
      <p:sp>
        <p:nvSpPr>
          <p:cNvPr id="55" name="Text Placeholder 54">
            <a:extLst>
              <a:ext uri="{FF2B5EF4-FFF2-40B4-BE49-F238E27FC236}">
                <a16:creationId xmlns:a16="http://schemas.microsoft.com/office/drawing/2014/main" id="{095E6F04-7DED-82E2-7410-DBBD74DBB39B}"/>
              </a:ext>
            </a:extLst>
          </p:cNvPr>
          <p:cNvSpPr>
            <a:spLocks noGrp="1"/>
          </p:cNvSpPr>
          <p:nvPr>
            <p:ph type="body" sz="quarter" idx="39"/>
          </p:nvPr>
        </p:nvSpPr>
        <p:spPr/>
        <p:txBody>
          <a:bodyPr/>
          <a:lstStyle/>
          <a:p>
            <a:endParaRPr lang="en-US"/>
          </a:p>
        </p:txBody>
      </p:sp>
      <p:sp>
        <p:nvSpPr>
          <p:cNvPr id="38" name="Text Placeholder 37">
            <a:extLst>
              <a:ext uri="{FF2B5EF4-FFF2-40B4-BE49-F238E27FC236}">
                <a16:creationId xmlns:a16="http://schemas.microsoft.com/office/drawing/2014/main" id="{566208E2-D455-4C9E-E061-CE479829BD8B}"/>
              </a:ext>
            </a:extLst>
          </p:cNvPr>
          <p:cNvSpPr>
            <a:spLocks noGrp="1"/>
          </p:cNvSpPr>
          <p:nvPr>
            <p:ph type="body" sz="quarter" idx="22"/>
          </p:nvPr>
        </p:nvSpPr>
        <p:spPr/>
        <p:txBody>
          <a:bodyPr/>
          <a:lstStyle/>
          <a:p>
            <a:endParaRPr lang="en-US"/>
          </a:p>
        </p:txBody>
      </p:sp>
      <p:sp>
        <p:nvSpPr>
          <p:cNvPr id="56" name="Text Placeholder 55">
            <a:extLst>
              <a:ext uri="{FF2B5EF4-FFF2-40B4-BE49-F238E27FC236}">
                <a16:creationId xmlns:a16="http://schemas.microsoft.com/office/drawing/2014/main" id="{B9C2E827-8B5B-3630-7351-9A8DF0EADB51}"/>
              </a:ext>
            </a:extLst>
          </p:cNvPr>
          <p:cNvSpPr>
            <a:spLocks noGrp="1"/>
          </p:cNvSpPr>
          <p:nvPr>
            <p:ph type="body" sz="quarter" idx="40"/>
          </p:nvPr>
        </p:nvSpPr>
        <p:spPr/>
        <p:txBody>
          <a:bodyPr/>
          <a:lstStyle/>
          <a:p>
            <a:endParaRPr lang="en-US"/>
          </a:p>
        </p:txBody>
      </p:sp>
      <p:sp>
        <p:nvSpPr>
          <p:cNvPr id="57" name="Text Placeholder 56">
            <a:extLst>
              <a:ext uri="{FF2B5EF4-FFF2-40B4-BE49-F238E27FC236}">
                <a16:creationId xmlns:a16="http://schemas.microsoft.com/office/drawing/2014/main" id="{9453AC11-268A-A3F5-D252-BC28B0A7C520}"/>
              </a:ext>
            </a:extLst>
          </p:cNvPr>
          <p:cNvSpPr>
            <a:spLocks noGrp="1"/>
          </p:cNvSpPr>
          <p:nvPr>
            <p:ph type="body" sz="quarter" idx="41"/>
          </p:nvPr>
        </p:nvSpPr>
        <p:spPr/>
        <p:txBody>
          <a:bodyPr/>
          <a:lstStyle/>
          <a:p>
            <a:endParaRPr lang="en-US"/>
          </a:p>
        </p:txBody>
      </p:sp>
      <p:sp>
        <p:nvSpPr>
          <p:cNvPr id="58" name="Text Placeholder 57">
            <a:extLst>
              <a:ext uri="{FF2B5EF4-FFF2-40B4-BE49-F238E27FC236}">
                <a16:creationId xmlns:a16="http://schemas.microsoft.com/office/drawing/2014/main" id="{44288E9D-D5DB-D795-2586-C3640B0B61C7}"/>
              </a:ext>
            </a:extLst>
          </p:cNvPr>
          <p:cNvSpPr>
            <a:spLocks noGrp="1"/>
          </p:cNvSpPr>
          <p:nvPr>
            <p:ph type="body" sz="quarter" idx="42"/>
          </p:nvPr>
        </p:nvSpPr>
        <p:spPr/>
        <p:txBody>
          <a:bodyPr/>
          <a:lstStyle/>
          <a:p>
            <a:endParaRPr lang="en-US"/>
          </a:p>
        </p:txBody>
      </p:sp>
      <p:sp>
        <p:nvSpPr>
          <p:cNvPr id="59" name="Text Placeholder 58">
            <a:extLst>
              <a:ext uri="{FF2B5EF4-FFF2-40B4-BE49-F238E27FC236}">
                <a16:creationId xmlns:a16="http://schemas.microsoft.com/office/drawing/2014/main" id="{AFF239D5-C907-5374-F47F-9B4FD57B1719}"/>
              </a:ext>
            </a:extLst>
          </p:cNvPr>
          <p:cNvSpPr>
            <a:spLocks noGrp="1"/>
          </p:cNvSpPr>
          <p:nvPr>
            <p:ph type="body" sz="quarter" idx="43"/>
          </p:nvPr>
        </p:nvSpPr>
        <p:spPr/>
        <p:txBody>
          <a:bodyPr/>
          <a:lstStyle/>
          <a:p>
            <a:endParaRPr lang="en-US"/>
          </a:p>
        </p:txBody>
      </p:sp>
      <p:sp>
        <p:nvSpPr>
          <p:cNvPr id="39" name="Text Placeholder 38">
            <a:extLst>
              <a:ext uri="{FF2B5EF4-FFF2-40B4-BE49-F238E27FC236}">
                <a16:creationId xmlns:a16="http://schemas.microsoft.com/office/drawing/2014/main" id="{95EC38C7-2756-82F0-8859-D02D442E1F61}"/>
              </a:ext>
            </a:extLst>
          </p:cNvPr>
          <p:cNvSpPr>
            <a:spLocks noGrp="1"/>
          </p:cNvSpPr>
          <p:nvPr>
            <p:ph type="body" sz="quarter" idx="23"/>
          </p:nvPr>
        </p:nvSpPr>
        <p:spPr/>
        <p:txBody>
          <a:bodyPr/>
          <a:lstStyle/>
          <a:p>
            <a:endParaRPr lang="en-US"/>
          </a:p>
        </p:txBody>
      </p:sp>
      <p:sp>
        <p:nvSpPr>
          <p:cNvPr id="60" name="Text Placeholder 59">
            <a:extLst>
              <a:ext uri="{FF2B5EF4-FFF2-40B4-BE49-F238E27FC236}">
                <a16:creationId xmlns:a16="http://schemas.microsoft.com/office/drawing/2014/main" id="{1A0D4294-7425-162E-3636-4914D6A0886E}"/>
              </a:ext>
            </a:extLst>
          </p:cNvPr>
          <p:cNvSpPr>
            <a:spLocks noGrp="1"/>
          </p:cNvSpPr>
          <p:nvPr>
            <p:ph type="body" sz="quarter" idx="44"/>
          </p:nvPr>
        </p:nvSpPr>
        <p:spPr/>
        <p:txBody>
          <a:bodyPr/>
          <a:lstStyle/>
          <a:p>
            <a:endParaRPr lang="en-US"/>
          </a:p>
        </p:txBody>
      </p:sp>
      <p:sp>
        <p:nvSpPr>
          <p:cNvPr id="61" name="Text Placeholder 60">
            <a:extLst>
              <a:ext uri="{FF2B5EF4-FFF2-40B4-BE49-F238E27FC236}">
                <a16:creationId xmlns:a16="http://schemas.microsoft.com/office/drawing/2014/main" id="{D8F69065-778B-8B32-3E3A-BE40BCF3AB93}"/>
              </a:ext>
            </a:extLst>
          </p:cNvPr>
          <p:cNvSpPr>
            <a:spLocks noGrp="1"/>
          </p:cNvSpPr>
          <p:nvPr>
            <p:ph type="body" sz="quarter" idx="45"/>
          </p:nvPr>
        </p:nvSpPr>
        <p:spPr/>
        <p:txBody>
          <a:bodyPr/>
          <a:lstStyle/>
          <a:p>
            <a:endParaRPr lang="en-US"/>
          </a:p>
        </p:txBody>
      </p:sp>
      <p:sp>
        <p:nvSpPr>
          <p:cNvPr id="62" name="Text Placeholder 61">
            <a:extLst>
              <a:ext uri="{FF2B5EF4-FFF2-40B4-BE49-F238E27FC236}">
                <a16:creationId xmlns:a16="http://schemas.microsoft.com/office/drawing/2014/main" id="{1A5623CF-E9E1-2A2F-14D5-94EBEF8B9886}"/>
              </a:ext>
            </a:extLst>
          </p:cNvPr>
          <p:cNvSpPr>
            <a:spLocks noGrp="1"/>
          </p:cNvSpPr>
          <p:nvPr>
            <p:ph type="body" sz="quarter" idx="46"/>
          </p:nvPr>
        </p:nvSpPr>
        <p:spPr/>
        <p:txBody>
          <a:bodyPr/>
          <a:lstStyle/>
          <a:p>
            <a:endParaRPr lang="en-US"/>
          </a:p>
        </p:txBody>
      </p:sp>
      <p:sp>
        <p:nvSpPr>
          <p:cNvPr id="63" name="Text Placeholder 62">
            <a:extLst>
              <a:ext uri="{FF2B5EF4-FFF2-40B4-BE49-F238E27FC236}">
                <a16:creationId xmlns:a16="http://schemas.microsoft.com/office/drawing/2014/main" id="{8F907765-C144-5373-8909-975F597333F9}"/>
              </a:ext>
            </a:extLst>
          </p:cNvPr>
          <p:cNvSpPr>
            <a:spLocks noGrp="1"/>
          </p:cNvSpPr>
          <p:nvPr>
            <p:ph type="body" sz="quarter" idx="47"/>
          </p:nvPr>
        </p:nvSpPr>
        <p:spPr/>
        <p:txBody>
          <a:bodyPr/>
          <a:lstStyle/>
          <a:p>
            <a:endParaRPr lang="en-US"/>
          </a:p>
        </p:txBody>
      </p:sp>
    </p:spTree>
    <p:extLst>
      <p:ext uri="{BB962C8B-B14F-4D97-AF65-F5344CB8AC3E}">
        <p14:creationId xmlns:p14="http://schemas.microsoft.com/office/powerpoint/2010/main" val="19051577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3A425-0B78-1C92-4A56-4CF42E32A9B7}"/>
              </a:ext>
            </a:extLst>
          </p:cNvPr>
          <p:cNvSpPr>
            <a:spLocks noGrp="1"/>
          </p:cNvSpPr>
          <p:nvPr>
            <p:ph type="title"/>
          </p:nvPr>
        </p:nvSpPr>
        <p:spPr/>
        <p:txBody>
          <a:bodyPr/>
          <a:lstStyle/>
          <a:p>
            <a:endParaRPr lang="en-US"/>
          </a:p>
        </p:txBody>
      </p:sp>
      <p:sp>
        <p:nvSpPr>
          <p:cNvPr id="5" name="Chart Placeholder 4">
            <a:extLst>
              <a:ext uri="{FF2B5EF4-FFF2-40B4-BE49-F238E27FC236}">
                <a16:creationId xmlns:a16="http://schemas.microsoft.com/office/drawing/2014/main" id="{5303315C-774A-588E-4374-97744C212737}"/>
              </a:ext>
            </a:extLst>
          </p:cNvPr>
          <p:cNvSpPr>
            <a:spLocks noGrp="1"/>
          </p:cNvSpPr>
          <p:nvPr>
            <p:ph type="chart" sz="quarter" idx="16"/>
          </p:nvPr>
        </p:nvSpPr>
        <p:spPr/>
        <p:txBody>
          <a:bodyPr/>
          <a:lstStyle/>
          <a:p>
            <a:endParaRPr lang="en-US"/>
          </a:p>
        </p:txBody>
      </p:sp>
    </p:spTree>
    <p:extLst>
      <p:ext uri="{BB962C8B-B14F-4D97-AF65-F5344CB8AC3E}">
        <p14:creationId xmlns:p14="http://schemas.microsoft.com/office/powerpoint/2010/main" val="7953718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1DB23F-A373-7339-8D89-FA8F7A94B55C}"/>
              </a:ext>
            </a:extLst>
          </p:cNvPr>
          <p:cNvSpPr>
            <a:spLocks noGrp="1"/>
          </p:cNvSpPr>
          <p:nvPr>
            <p:ph type="title"/>
          </p:nvPr>
        </p:nvSpPr>
        <p:spPr/>
        <p:txBody>
          <a:bodyPr/>
          <a:lstStyle/>
          <a:p>
            <a:endParaRPr lang="en-US"/>
          </a:p>
        </p:txBody>
      </p:sp>
      <p:sp>
        <p:nvSpPr>
          <p:cNvPr id="5" name="Table Placeholder 4">
            <a:extLst>
              <a:ext uri="{FF2B5EF4-FFF2-40B4-BE49-F238E27FC236}">
                <a16:creationId xmlns:a16="http://schemas.microsoft.com/office/drawing/2014/main" id="{E779E966-BFE8-1DC8-761A-64E7CC0ADC3C}"/>
              </a:ext>
            </a:extLst>
          </p:cNvPr>
          <p:cNvSpPr>
            <a:spLocks noGrp="1"/>
          </p:cNvSpPr>
          <p:nvPr>
            <p:ph type="tbl" sz="quarter" idx="10"/>
          </p:nvPr>
        </p:nvSpPr>
        <p:spPr/>
        <p:txBody>
          <a:bodyPr/>
          <a:lstStyle/>
          <a:p>
            <a:endParaRPr lang="en-US"/>
          </a:p>
        </p:txBody>
      </p:sp>
    </p:spTree>
    <p:extLst>
      <p:ext uri="{BB962C8B-B14F-4D97-AF65-F5344CB8AC3E}">
        <p14:creationId xmlns:p14="http://schemas.microsoft.com/office/powerpoint/2010/main" val="3778061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5C2CD6-28EE-7DED-ADDB-E320E963795B}"/>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BD6D37E9-88E1-2D70-4C64-D1501E810D07}"/>
              </a:ext>
            </a:extLst>
          </p:cNvPr>
          <p:cNvSpPr>
            <a:spLocks noGrp="1"/>
          </p:cNvSpPr>
          <p:nvPr>
            <p:ph sz="half" idx="14"/>
          </p:nvPr>
        </p:nvSpPr>
        <p:spPr/>
        <p:txBody>
          <a:bodyPr/>
          <a:lstStyle/>
          <a:p>
            <a:endParaRPr lang="en-US"/>
          </a:p>
        </p:txBody>
      </p:sp>
      <p:sp>
        <p:nvSpPr>
          <p:cNvPr id="8" name="Picture Placeholder 7">
            <a:extLst>
              <a:ext uri="{FF2B5EF4-FFF2-40B4-BE49-F238E27FC236}">
                <a16:creationId xmlns:a16="http://schemas.microsoft.com/office/drawing/2014/main" id="{C591C9D0-5CF1-148A-0C67-FC18295CF73A}"/>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CBBB10A4-48B0-E572-2C23-AF31BD9B2B10}"/>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3066399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203065-1A8D-576A-9077-7B24055FBCC7}"/>
              </a:ext>
            </a:extLst>
          </p:cNvPr>
          <p:cNvSpPr>
            <a:spLocks noGrp="1"/>
          </p:cNvSpPr>
          <p:nvPr>
            <p:ph type="title"/>
          </p:nvPr>
        </p:nvSpPr>
        <p:spPr/>
        <p:txBody>
          <a:bodyPr/>
          <a:lstStyle/>
          <a:p>
            <a:endParaRPr lang="en-US"/>
          </a:p>
        </p:txBody>
      </p:sp>
      <p:sp>
        <p:nvSpPr>
          <p:cNvPr id="8" name="Picture Placeholder 7">
            <a:extLst>
              <a:ext uri="{FF2B5EF4-FFF2-40B4-BE49-F238E27FC236}">
                <a16:creationId xmlns:a16="http://schemas.microsoft.com/office/drawing/2014/main" id="{D6A355F1-4C59-62B0-CCCA-22E0E14F4EE4}"/>
              </a:ext>
            </a:extLst>
          </p:cNvPr>
          <p:cNvSpPr>
            <a:spLocks noGrp="1"/>
          </p:cNvSpPr>
          <p:nvPr>
            <p:ph type="pic" sz="quarter" idx="15"/>
          </p:nvPr>
        </p:nvSpPr>
        <p:spPr/>
        <p:txBody>
          <a:bodyPr/>
          <a:lstStyle/>
          <a:p>
            <a:endParaRPr lang="en-US"/>
          </a:p>
        </p:txBody>
      </p:sp>
      <p:sp>
        <p:nvSpPr>
          <p:cNvPr id="9" name="Text Placeholder 8">
            <a:extLst>
              <a:ext uri="{FF2B5EF4-FFF2-40B4-BE49-F238E27FC236}">
                <a16:creationId xmlns:a16="http://schemas.microsoft.com/office/drawing/2014/main" id="{36FC85D9-9CF1-026E-8EC7-1EB27DBE68CC}"/>
              </a:ext>
            </a:extLst>
          </p:cNvPr>
          <p:cNvSpPr>
            <a:spLocks noGrp="1"/>
          </p:cNvSpPr>
          <p:nvPr>
            <p:ph type="body" sz="quarter" idx="23"/>
          </p:nvPr>
        </p:nvSpPr>
        <p:spPr/>
        <p:txBody>
          <a:bodyPr/>
          <a:lstStyle/>
          <a:p>
            <a:endParaRPr lang="en-US"/>
          </a:p>
        </p:txBody>
      </p:sp>
      <p:sp>
        <p:nvSpPr>
          <p:cNvPr id="11" name="Picture Placeholder 10">
            <a:extLst>
              <a:ext uri="{FF2B5EF4-FFF2-40B4-BE49-F238E27FC236}">
                <a16:creationId xmlns:a16="http://schemas.microsoft.com/office/drawing/2014/main" id="{C21186E3-FF68-D3C7-04DB-6FF9A4B341C7}"/>
              </a:ext>
            </a:extLst>
          </p:cNvPr>
          <p:cNvSpPr>
            <a:spLocks noGrp="1"/>
          </p:cNvSpPr>
          <p:nvPr>
            <p:ph type="pic" sz="quarter" idx="29"/>
          </p:nvPr>
        </p:nvSpPr>
        <p:spPr/>
        <p:txBody>
          <a:bodyPr/>
          <a:lstStyle/>
          <a:p>
            <a:endParaRPr lang="en-US"/>
          </a:p>
        </p:txBody>
      </p:sp>
      <p:sp>
        <p:nvSpPr>
          <p:cNvPr id="10" name="Text Placeholder 9">
            <a:extLst>
              <a:ext uri="{FF2B5EF4-FFF2-40B4-BE49-F238E27FC236}">
                <a16:creationId xmlns:a16="http://schemas.microsoft.com/office/drawing/2014/main" id="{E481D49D-3CB8-04B7-7DB7-3305260EECCD}"/>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5837604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3BD103-A98F-F93D-10DA-CF08A16201F9}"/>
              </a:ext>
            </a:extLst>
          </p:cNvPr>
          <p:cNvSpPr>
            <a:spLocks noGrp="1"/>
          </p:cNvSpPr>
          <p:nvPr>
            <p:ph type="title"/>
          </p:nvPr>
        </p:nvSpPr>
        <p:spPr/>
        <p:txBody>
          <a:bodyPr/>
          <a:lstStyle/>
          <a:p>
            <a:endParaRPr lang="en-US"/>
          </a:p>
        </p:txBody>
      </p:sp>
      <p:graphicFrame>
        <p:nvGraphicFramePr>
          <p:cNvPr id="8" name="Content Placeholder 8" descr="Pie chart with four sections">
            <a:extLst>
              <a:ext uri="{FF2B5EF4-FFF2-40B4-BE49-F238E27FC236}">
                <a16:creationId xmlns:a16="http://schemas.microsoft.com/office/drawing/2014/main" id="{F6F2FECF-EF10-CA04-A932-48E3ACAD1097}"/>
              </a:ext>
            </a:extLst>
          </p:cNvPr>
          <p:cNvGraphicFramePr>
            <a:graphicFrameLocks/>
          </p:cNvGraphicFramePr>
          <p:nvPr>
            <p:extLst>
              <p:ext uri="{D42A27DB-BD31-4B8C-83A1-F6EECF244321}">
                <p14:modId xmlns:p14="http://schemas.microsoft.com/office/powerpoint/2010/main" val="3140516390"/>
              </p:ext>
            </p:extLst>
          </p:nvPr>
        </p:nvGraphicFramePr>
        <p:xfrm>
          <a:off x="1443755" y="1806725"/>
          <a:ext cx="4262652" cy="40560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8" descr="Pie chart with four sections">
            <a:extLst>
              <a:ext uri="{FF2B5EF4-FFF2-40B4-BE49-F238E27FC236}">
                <a16:creationId xmlns:a16="http://schemas.microsoft.com/office/drawing/2014/main" id="{9D8D1A3D-C44A-D05E-9C0A-E8BE2507A56A}"/>
              </a:ext>
            </a:extLst>
          </p:cNvPr>
          <p:cNvGraphicFramePr>
            <a:graphicFrameLocks/>
          </p:cNvGraphicFramePr>
          <p:nvPr>
            <p:extLst>
              <p:ext uri="{D42A27DB-BD31-4B8C-83A1-F6EECF244321}">
                <p14:modId xmlns:p14="http://schemas.microsoft.com/office/powerpoint/2010/main" val="1533726740"/>
              </p:ext>
            </p:extLst>
          </p:nvPr>
        </p:nvGraphicFramePr>
        <p:xfrm>
          <a:off x="6705600" y="1806725"/>
          <a:ext cx="4262652" cy="405606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EF4988D5-7EE6-6D40-1E9D-B21E6504956B}"/>
              </a:ext>
            </a:extLst>
          </p:cNvPr>
          <p:cNvSpPr txBox="1"/>
          <p:nvPr/>
        </p:nvSpPr>
        <p:spPr>
          <a:xfrm>
            <a:off x="1443755" y="2733430"/>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4" name="TextBox 3">
            <a:extLst>
              <a:ext uri="{FF2B5EF4-FFF2-40B4-BE49-F238E27FC236}">
                <a16:creationId xmlns:a16="http://schemas.microsoft.com/office/drawing/2014/main" id="{4BDF9208-C206-2D8D-B4BC-C58140C0F2D0}"/>
              </a:ext>
            </a:extLst>
          </p:cNvPr>
          <p:cNvSpPr txBox="1"/>
          <p:nvPr/>
        </p:nvSpPr>
        <p:spPr>
          <a:xfrm>
            <a:off x="3765057" y="3150120"/>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5" name="TextBox 4">
            <a:extLst>
              <a:ext uri="{FF2B5EF4-FFF2-40B4-BE49-F238E27FC236}">
                <a16:creationId xmlns:a16="http://schemas.microsoft.com/office/drawing/2014/main" id="{584044D9-AE61-AFF7-872B-64FF24F66522}"/>
              </a:ext>
            </a:extLst>
          </p:cNvPr>
          <p:cNvSpPr txBox="1"/>
          <p:nvPr/>
        </p:nvSpPr>
        <p:spPr>
          <a:xfrm>
            <a:off x="2758652" y="4334442"/>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6" name="TextBox 5">
            <a:extLst>
              <a:ext uri="{FF2B5EF4-FFF2-40B4-BE49-F238E27FC236}">
                <a16:creationId xmlns:a16="http://schemas.microsoft.com/office/drawing/2014/main" id="{393A1614-72A5-CBF0-4EBE-73B468ED9C04}"/>
              </a:ext>
            </a:extLst>
          </p:cNvPr>
          <p:cNvSpPr txBox="1"/>
          <p:nvPr/>
        </p:nvSpPr>
        <p:spPr>
          <a:xfrm>
            <a:off x="3830371" y="4154256"/>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0" name="TextBox 9">
            <a:extLst>
              <a:ext uri="{FF2B5EF4-FFF2-40B4-BE49-F238E27FC236}">
                <a16:creationId xmlns:a16="http://schemas.microsoft.com/office/drawing/2014/main" id="{D964BD5E-92AD-CB22-D190-B8041468593A}"/>
              </a:ext>
            </a:extLst>
          </p:cNvPr>
          <p:cNvSpPr txBox="1"/>
          <p:nvPr/>
        </p:nvSpPr>
        <p:spPr>
          <a:xfrm>
            <a:off x="6834091" y="2610319"/>
            <a:ext cx="816429" cy="246221"/>
          </a:xfrm>
          <a:prstGeom prst="rect">
            <a:avLst/>
          </a:prstGeom>
          <a:noFill/>
        </p:spPr>
        <p:txBody>
          <a:bodyPr wrap="square" lIns="0" tIns="0" rIns="0" bIns="0" rtlCol="0" anchor="ctr" anchorCtr="0">
            <a:spAutoFit/>
          </a:bodyPr>
          <a:lstStyle/>
          <a:p>
            <a:pPr algn="ctr"/>
            <a:r>
              <a:rPr lang="en-US" sz="1600">
                <a:solidFill>
                  <a:schemeClr val="tx2"/>
                </a:solidFill>
                <a:latin typeface="Franklin Gothic Medium" panose="020B0603020102020204" pitchFamily="34" charset="0"/>
              </a:rPr>
              <a:t>[value]</a:t>
            </a:r>
          </a:p>
        </p:txBody>
      </p:sp>
      <p:sp>
        <p:nvSpPr>
          <p:cNvPr id="11" name="TextBox 10">
            <a:extLst>
              <a:ext uri="{FF2B5EF4-FFF2-40B4-BE49-F238E27FC236}">
                <a16:creationId xmlns:a16="http://schemas.microsoft.com/office/drawing/2014/main" id="{4C7FCC58-3B2B-4868-5F8C-AB964F5834E9}"/>
              </a:ext>
            </a:extLst>
          </p:cNvPr>
          <p:cNvSpPr txBox="1"/>
          <p:nvPr/>
        </p:nvSpPr>
        <p:spPr>
          <a:xfrm>
            <a:off x="9028300" y="3117461"/>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2" name="TextBox 11">
            <a:extLst>
              <a:ext uri="{FF2B5EF4-FFF2-40B4-BE49-F238E27FC236}">
                <a16:creationId xmlns:a16="http://schemas.microsoft.com/office/drawing/2014/main" id="{40CB1B45-AB4F-F791-7FA7-F3ECB8B93BBB}"/>
              </a:ext>
            </a:extLst>
          </p:cNvPr>
          <p:cNvSpPr txBox="1"/>
          <p:nvPr/>
        </p:nvSpPr>
        <p:spPr>
          <a:xfrm>
            <a:off x="8021895" y="4301783"/>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
        <p:nvSpPr>
          <p:cNvPr id="13" name="TextBox 12">
            <a:extLst>
              <a:ext uri="{FF2B5EF4-FFF2-40B4-BE49-F238E27FC236}">
                <a16:creationId xmlns:a16="http://schemas.microsoft.com/office/drawing/2014/main" id="{F4FA38F9-A26D-7474-BE34-D288A3859A28}"/>
              </a:ext>
            </a:extLst>
          </p:cNvPr>
          <p:cNvSpPr txBox="1"/>
          <p:nvPr/>
        </p:nvSpPr>
        <p:spPr>
          <a:xfrm>
            <a:off x="9093614" y="4154255"/>
            <a:ext cx="816429" cy="246221"/>
          </a:xfrm>
          <a:prstGeom prst="rect">
            <a:avLst/>
          </a:prstGeom>
          <a:noFill/>
        </p:spPr>
        <p:txBody>
          <a:bodyPr wrap="square" lIns="0" tIns="0" rIns="0" bIns="0" rtlCol="0" anchor="ctr" anchorCtr="0">
            <a:spAutoFit/>
          </a:bodyPr>
          <a:lstStyle/>
          <a:p>
            <a:pPr algn="ctr"/>
            <a:r>
              <a:rPr lang="en-US" sz="1600">
                <a:solidFill>
                  <a:schemeClr val="bg1"/>
                </a:solidFill>
                <a:latin typeface="Franklin Gothic Medium" panose="020B0603020102020204" pitchFamily="34" charset="0"/>
              </a:rPr>
              <a:t>[value]</a:t>
            </a:r>
          </a:p>
        </p:txBody>
      </p:sp>
    </p:spTree>
    <p:extLst>
      <p:ext uri="{BB962C8B-B14F-4D97-AF65-F5344CB8AC3E}">
        <p14:creationId xmlns:p14="http://schemas.microsoft.com/office/powerpoint/2010/main" val="22240731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D829-1EBE-4DCC-9065-AAB9518B50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C2AA16-4319-1633-27AB-98FEB5CFA5B7}"/>
              </a:ext>
            </a:extLst>
          </p:cNvPr>
          <p:cNvSpPr>
            <a:spLocks noGrp="1"/>
          </p:cNvSpPr>
          <p:nvPr>
            <p:ph type="title"/>
          </p:nvPr>
        </p:nvSpPr>
        <p:spPr/>
        <p:txBody>
          <a:bodyPr/>
          <a:lstStyle/>
          <a:p>
            <a:endParaRPr lang="en-US"/>
          </a:p>
        </p:txBody>
      </p:sp>
      <p:graphicFrame>
        <p:nvGraphicFramePr>
          <p:cNvPr id="4" name="Content Placeholder 11" descr="Bar chart with four categories. In each of the four categories, there are three series of values.">
            <a:extLst>
              <a:ext uri="{FF2B5EF4-FFF2-40B4-BE49-F238E27FC236}">
                <a16:creationId xmlns:a16="http://schemas.microsoft.com/office/drawing/2014/main" id="{38492244-B35D-5065-277F-CFAFF0CC6349}"/>
              </a:ext>
            </a:extLst>
          </p:cNvPr>
          <p:cNvGraphicFramePr>
            <a:graphicFrameLocks/>
          </p:cNvGraphicFramePr>
          <p:nvPr>
            <p:extLst>
              <p:ext uri="{D42A27DB-BD31-4B8C-83A1-F6EECF244321}">
                <p14:modId xmlns:p14="http://schemas.microsoft.com/office/powerpoint/2010/main" val="3962933700"/>
              </p:ext>
            </p:extLst>
          </p:nvPr>
        </p:nvGraphicFramePr>
        <p:xfrm>
          <a:off x="852488" y="1395412"/>
          <a:ext cx="10501312" cy="4471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291071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D71E-8BED-3A3F-AF5F-140B1366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A5B2E-2298-90C5-26C2-DEBCC73E7174}"/>
              </a:ext>
            </a:extLst>
          </p:cNvPr>
          <p:cNvSpPr>
            <a:spLocks noGrp="1"/>
          </p:cNvSpPr>
          <p:nvPr>
            <p:ph type="title"/>
          </p:nvPr>
        </p:nvSpPr>
        <p:spPr/>
        <p:txBody>
          <a:bodyPr/>
          <a:lstStyle/>
          <a:p>
            <a:endParaRPr lang="en-US"/>
          </a:p>
        </p:txBody>
      </p:sp>
      <p:graphicFrame>
        <p:nvGraphicFramePr>
          <p:cNvPr id="5" name="Content Placeholder 11" descr="Line chart with three lines running horizontally in four categories.">
            <a:extLst>
              <a:ext uri="{FF2B5EF4-FFF2-40B4-BE49-F238E27FC236}">
                <a16:creationId xmlns:a16="http://schemas.microsoft.com/office/drawing/2014/main" id="{58C1AE1B-138B-D3C3-F8A1-2C4F22900E5D}"/>
              </a:ext>
            </a:extLst>
          </p:cNvPr>
          <p:cNvGraphicFramePr>
            <a:graphicFrameLocks/>
          </p:cNvGraphicFramePr>
          <p:nvPr>
            <p:extLst>
              <p:ext uri="{D42A27DB-BD31-4B8C-83A1-F6EECF244321}">
                <p14:modId xmlns:p14="http://schemas.microsoft.com/office/powerpoint/2010/main" val="4008211036"/>
              </p:ext>
            </p:extLst>
          </p:nvPr>
        </p:nvGraphicFramePr>
        <p:xfrm>
          <a:off x="852488" y="1395413"/>
          <a:ext cx="10501312" cy="45225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95177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1BA8-F1E4-DCCC-96A0-4FD6458C89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FD4508-5315-E73E-DA7E-04288847BC92}"/>
              </a:ext>
            </a:extLst>
          </p:cNvPr>
          <p:cNvSpPr>
            <a:spLocks noGrp="1"/>
          </p:cNvSpPr>
          <p:nvPr>
            <p:ph type="body" sz="quarter" idx="29"/>
          </p:nvPr>
        </p:nvSpPr>
        <p:spPr/>
        <p:txBody>
          <a:bodyPr>
            <a:normAutofit/>
          </a:bodyPr>
          <a:lstStyle/>
          <a:p>
            <a:r>
              <a:rPr lang="en-US" dirty="0"/>
              <a:t>08</a:t>
            </a:r>
          </a:p>
        </p:txBody>
      </p:sp>
      <p:sp>
        <p:nvSpPr>
          <p:cNvPr id="3" name="Title 2">
            <a:extLst>
              <a:ext uri="{FF2B5EF4-FFF2-40B4-BE49-F238E27FC236}">
                <a16:creationId xmlns:a16="http://schemas.microsoft.com/office/drawing/2014/main" id="{8732C437-5F40-5F86-6BDE-6A5048E38BB1}"/>
              </a:ext>
            </a:extLst>
          </p:cNvPr>
          <p:cNvSpPr>
            <a:spLocks noGrp="1"/>
          </p:cNvSpPr>
          <p:nvPr>
            <p:ph type="ctrTitle"/>
          </p:nvPr>
        </p:nvSpPr>
        <p:spPr/>
        <p:txBody>
          <a:bodyPr/>
          <a:lstStyle/>
          <a:p>
            <a:r>
              <a:rPr lang="en-US"/>
              <a:t>TIMELINE &amp; INFOGRAPHIC SLIDE LAYOUTS</a:t>
            </a:r>
          </a:p>
        </p:txBody>
      </p:sp>
    </p:spTree>
    <p:extLst>
      <p:ext uri="{BB962C8B-B14F-4D97-AF65-F5344CB8AC3E}">
        <p14:creationId xmlns:p14="http://schemas.microsoft.com/office/powerpoint/2010/main" val="76211884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DEE5-C1C4-652B-104F-F93AA2CCBD28}"/>
              </a:ext>
            </a:extLst>
          </p:cNvPr>
          <p:cNvSpPr>
            <a:spLocks noGrp="1"/>
          </p:cNvSpPr>
          <p:nvPr>
            <p:ph type="title"/>
          </p:nvPr>
        </p:nvSpPr>
        <p:spPr/>
        <p:txBody>
          <a:bodyPr/>
          <a:lstStyle/>
          <a:p>
            <a:endParaRPr lang="en-US"/>
          </a:p>
        </p:txBody>
      </p:sp>
      <p:sp>
        <p:nvSpPr>
          <p:cNvPr id="15" name="Text Placeholder 14">
            <a:extLst>
              <a:ext uri="{FF2B5EF4-FFF2-40B4-BE49-F238E27FC236}">
                <a16:creationId xmlns:a16="http://schemas.microsoft.com/office/drawing/2014/main" id="{81BF9D5F-5D3E-14A3-4E19-43C6D0605360}"/>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71597749-A5BE-5389-0C3B-FE75BB4B3349}"/>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7C0D780B-F1B6-A14B-CAD8-D9DF72045F39}"/>
              </a:ext>
            </a:extLst>
          </p:cNvPr>
          <p:cNvSpPr>
            <a:spLocks noGrp="1"/>
          </p:cNvSpPr>
          <p:nvPr>
            <p:ph type="body" sz="quarter" idx="14"/>
          </p:nvPr>
        </p:nvSpPr>
        <p:spPr/>
        <p:txBody>
          <a:bodyPr/>
          <a:lstStyle/>
          <a:p>
            <a:endParaRPr lang="en-US"/>
          </a:p>
        </p:txBody>
      </p:sp>
      <p:sp>
        <p:nvSpPr>
          <p:cNvPr id="16" name="Text Placeholder 15">
            <a:extLst>
              <a:ext uri="{FF2B5EF4-FFF2-40B4-BE49-F238E27FC236}">
                <a16:creationId xmlns:a16="http://schemas.microsoft.com/office/drawing/2014/main" id="{765ABB98-49BE-2D4E-6051-97CB55314494}"/>
              </a:ext>
            </a:extLst>
          </p:cNvPr>
          <p:cNvSpPr>
            <a:spLocks noGrp="1"/>
          </p:cNvSpPr>
          <p:nvPr>
            <p:ph type="body" sz="quarter" idx="26"/>
          </p:nvPr>
        </p:nvSpPr>
        <p:spPr/>
        <p:txBody>
          <a:bodyPr/>
          <a:lstStyle/>
          <a:p>
            <a:endParaRPr lang="en-US"/>
          </a:p>
        </p:txBody>
      </p:sp>
      <p:sp>
        <p:nvSpPr>
          <p:cNvPr id="8" name="Text Placeholder 7">
            <a:extLst>
              <a:ext uri="{FF2B5EF4-FFF2-40B4-BE49-F238E27FC236}">
                <a16:creationId xmlns:a16="http://schemas.microsoft.com/office/drawing/2014/main" id="{5F64F04C-37C3-7857-6570-5F95B13A13AA}"/>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F5E7AECA-715A-5235-AFB3-E2A66A863787}"/>
              </a:ext>
            </a:extLst>
          </p:cNvPr>
          <p:cNvSpPr>
            <a:spLocks noGrp="1"/>
          </p:cNvSpPr>
          <p:nvPr>
            <p:ph type="body" sz="quarter" idx="17"/>
          </p:nvPr>
        </p:nvSpPr>
        <p:spPr/>
        <p:txBody>
          <a:bodyPr/>
          <a:lstStyle/>
          <a:p>
            <a:endParaRPr lang="en-US"/>
          </a:p>
        </p:txBody>
      </p:sp>
      <p:sp>
        <p:nvSpPr>
          <p:cNvPr id="17" name="Text Placeholder 16">
            <a:extLst>
              <a:ext uri="{FF2B5EF4-FFF2-40B4-BE49-F238E27FC236}">
                <a16:creationId xmlns:a16="http://schemas.microsoft.com/office/drawing/2014/main" id="{1217C74E-09F4-A4BA-6D00-46782906433D}"/>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9E00901D-807D-69DF-0C7F-7314A013ADB3}"/>
              </a:ext>
            </a:extLst>
          </p:cNvPr>
          <p:cNvSpPr>
            <a:spLocks noGrp="1"/>
          </p:cNvSpPr>
          <p:nvPr>
            <p:ph type="body" sz="quarter" idx="22"/>
          </p:nvPr>
        </p:nvSpPr>
        <p:spPr/>
        <p:txBody>
          <a:bodyPr/>
          <a:lstStyle/>
          <a:p>
            <a:endParaRPr lang="en-US"/>
          </a:p>
        </p:txBody>
      </p:sp>
      <p:sp>
        <p:nvSpPr>
          <p:cNvPr id="11" name="Text Placeholder 10">
            <a:extLst>
              <a:ext uri="{FF2B5EF4-FFF2-40B4-BE49-F238E27FC236}">
                <a16:creationId xmlns:a16="http://schemas.microsoft.com/office/drawing/2014/main" id="{142C7517-E80D-A4B3-613D-BE65F72634A2}"/>
              </a:ext>
            </a:extLst>
          </p:cNvPr>
          <p:cNvSpPr>
            <a:spLocks noGrp="1"/>
          </p:cNvSpPr>
          <p:nvPr>
            <p:ph type="body" sz="quarter" idx="21"/>
          </p:nvPr>
        </p:nvSpPr>
        <p:spPr/>
        <p:txBody>
          <a:bodyPr/>
          <a:lstStyle/>
          <a:p>
            <a:endParaRPr lang="en-US"/>
          </a:p>
        </p:txBody>
      </p:sp>
      <p:sp>
        <p:nvSpPr>
          <p:cNvPr id="20" name="Text Placeholder 19">
            <a:extLst>
              <a:ext uri="{FF2B5EF4-FFF2-40B4-BE49-F238E27FC236}">
                <a16:creationId xmlns:a16="http://schemas.microsoft.com/office/drawing/2014/main" id="{A10B3152-0C6C-A0BA-D533-502E8EB69001}"/>
              </a:ext>
            </a:extLst>
          </p:cNvPr>
          <p:cNvSpPr>
            <a:spLocks noGrp="1"/>
          </p:cNvSpPr>
          <p:nvPr>
            <p:ph type="body" sz="quarter" idx="30"/>
          </p:nvPr>
        </p:nvSpPr>
        <p:spPr/>
        <p:txBody>
          <a:bodyPr/>
          <a:lstStyle/>
          <a:p>
            <a:endParaRPr lang="en-US"/>
          </a:p>
        </p:txBody>
      </p:sp>
      <p:sp>
        <p:nvSpPr>
          <p:cNvPr id="14" name="Text Placeholder 13">
            <a:extLst>
              <a:ext uri="{FF2B5EF4-FFF2-40B4-BE49-F238E27FC236}">
                <a16:creationId xmlns:a16="http://schemas.microsoft.com/office/drawing/2014/main" id="{A2605511-305D-B3B5-D556-B659E15C56ED}"/>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DEBBB364-977A-85D0-9B5B-DBEE83006C85}"/>
              </a:ext>
            </a:extLst>
          </p:cNvPr>
          <p:cNvSpPr>
            <a:spLocks noGrp="1"/>
          </p:cNvSpPr>
          <p:nvPr>
            <p:ph type="body" sz="quarter" idx="23"/>
          </p:nvPr>
        </p:nvSpPr>
        <p:spPr/>
        <p:txBody>
          <a:bodyPr/>
          <a:lstStyle/>
          <a:p>
            <a:endParaRPr lang="en-US"/>
          </a:p>
        </p:txBody>
      </p:sp>
      <p:sp>
        <p:nvSpPr>
          <p:cNvPr id="19" name="Text Placeholder 18">
            <a:extLst>
              <a:ext uri="{FF2B5EF4-FFF2-40B4-BE49-F238E27FC236}">
                <a16:creationId xmlns:a16="http://schemas.microsoft.com/office/drawing/2014/main" id="{55738F60-A54A-C02B-C94E-3995D4DF1F87}"/>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61D7EB79-6860-B1A9-DD07-6CC2CB3E7E11}"/>
              </a:ext>
            </a:extLst>
          </p:cNvPr>
          <p:cNvSpPr>
            <a:spLocks noGrp="1"/>
          </p:cNvSpPr>
          <p:nvPr>
            <p:ph type="body" sz="quarter" idx="20"/>
          </p:nvPr>
        </p:nvSpPr>
        <p:spPr/>
        <p:txBody>
          <a:bodyPr/>
          <a:lstStyle/>
          <a:p>
            <a:endParaRPr lang="en-US"/>
          </a:p>
        </p:txBody>
      </p:sp>
      <p:sp>
        <p:nvSpPr>
          <p:cNvPr id="9" name="Text Placeholder 8">
            <a:extLst>
              <a:ext uri="{FF2B5EF4-FFF2-40B4-BE49-F238E27FC236}">
                <a16:creationId xmlns:a16="http://schemas.microsoft.com/office/drawing/2014/main" id="{149139DD-6603-4D03-9214-6544157379C1}"/>
              </a:ext>
            </a:extLst>
          </p:cNvPr>
          <p:cNvSpPr>
            <a:spLocks noGrp="1"/>
          </p:cNvSpPr>
          <p:nvPr>
            <p:ph type="body" sz="quarter" idx="19"/>
          </p:nvPr>
        </p:nvSpPr>
        <p:spPr/>
        <p:txBody>
          <a:bodyPr/>
          <a:lstStyle/>
          <a:p>
            <a:endParaRPr lang="en-US"/>
          </a:p>
        </p:txBody>
      </p:sp>
      <p:sp>
        <p:nvSpPr>
          <p:cNvPr id="18" name="Text Placeholder 17">
            <a:extLst>
              <a:ext uri="{FF2B5EF4-FFF2-40B4-BE49-F238E27FC236}">
                <a16:creationId xmlns:a16="http://schemas.microsoft.com/office/drawing/2014/main" id="{5CCA6B39-115F-1333-9BA3-2AA5FAED37CB}"/>
              </a:ext>
            </a:extLst>
          </p:cNvPr>
          <p:cNvSpPr>
            <a:spLocks noGrp="1"/>
          </p:cNvSpPr>
          <p:nvPr>
            <p:ph type="body" sz="quarter" idx="28"/>
          </p:nvPr>
        </p:nvSpPr>
        <p:spPr/>
        <p:txBody>
          <a:bodyPr/>
          <a:lstStyle/>
          <a:p>
            <a:endParaRPr lang="en-US"/>
          </a:p>
        </p:txBody>
      </p:sp>
      <p:sp>
        <p:nvSpPr>
          <p:cNvPr id="6" name="Text Placeholder 5">
            <a:extLst>
              <a:ext uri="{FF2B5EF4-FFF2-40B4-BE49-F238E27FC236}">
                <a16:creationId xmlns:a16="http://schemas.microsoft.com/office/drawing/2014/main" id="{A579CC80-FE02-0E72-7E8F-3042254A7795}"/>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152BD33E-1384-7506-1E65-E4E7AAAA3E05}"/>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69640018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AB97-817B-ADBF-9AD0-05F8D190C05D}"/>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B6D7C6DD-D4AE-F90F-AB34-3FD4C61287D7}"/>
              </a:ext>
            </a:extLst>
          </p:cNvPr>
          <p:cNvSpPr>
            <a:spLocks noGrp="1"/>
          </p:cNvSpPr>
          <p:nvPr>
            <p:ph type="body" sz="quarter" idx="25"/>
          </p:nvPr>
        </p:nvSpPr>
        <p:spPr/>
        <p:txBody>
          <a:bodyPr/>
          <a:lstStyle/>
          <a:p>
            <a:endParaRPr lang="en-US"/>
          </a:p>
        </p:txBody>
      </p:sp>
      <p:sp>
        <p:nvSpPr>
          <p:cNvPr id="3" name="Text Placeholder 2">
            <a:extLst>
              <a:ext uri="{FF2B5EF4-FFF2-40B4-BE49-F238E27FC236}">
                <a16:creationId xmlns:a16="http://schemas.microsoft.com/office/drawing/2014/main" id="{DA9F31E8-9C41-0643-D022-5C679ECC2DCA}"/>
              </a:ext>
            </a:extLst>
          </p:cNvPr>
          <p:cNvSpPr>
            <a:spLocks noGrp="1"/>
          </p:cNvSpPr>
          <p:nvPr>
            <p:ph type="body" sz="quarter" idx="14"/>
          </p:nvPr>
        </p:nvSpPr>
        <p:spPr/>
        <p:txBody>
          <a:bodyPr/>
          <a:lstStyle/>
          <a:p>
            <a:endParaRPr lang="en-US"/>
          </a:p>
        </p:txBody>
      </p:sp>
      <p:sp>
        <p:nvSpPr>
          <p:cNvPr id="12" name="Text Placeholder 11">
            <a:extLst>
              <a:ext uri="{FF2B5EF4-FFF2-40B4-BE49-F238E27FC236}">
                <a16:creationId xmlns:a16="http://schemas.microsoft.com/office/drawing/2014/main" id="{783F0571-929A-B7A3-44E9-6C2C44F83C54}"/>
              </a:ext>
            </a:extLst>
          </p:cNvPr>
          <p:cNvSpPr>
            <a:spLocks noGrp="1"/>
          </p:cNvSpPr>
          <p:nvPr>
            <p:ph type="body" sz="quarter" idx="41"/>
          </p:nvPr>
        </p:nvSpPr>
        <p:spPr/>
        <p:txBody>
          <a:bodyPr/>
          <a:lstStyle/>
          <a:p>
            <a:endParaRPr lang="en-US"/>
          </a:p>
        </p:txBody>
      </p:sp>
      <p:sp>
        <p:nvSpPr>
          <p:cNvPr id="6" name="Text Placeholder 5">
            <a:extLst>
              <a:ext uri="{FF2B5EF4-FFF2-40B4-BE49-F238E27FC236}">
                <a16:creationId xmlns:a16="http://schemas.microsoft.com/office/drawing/2014/main" id="{EC7919FD-1E8B-054A-53CC-3056D9E864EC}"/>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A06868D-4FDB-11F2-E745-FBA81362E777}"/>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A9403ACA-057A-4DFF-FBD7-57088AFB27CD}"/>
              </a:ext>
            </a:extLst>
          </p:cNvPr>
          <p:cNvSpPr>
            <a:spLocks noGrp="1"/>
          </p:cNvSpPr>
          <p:nvPr>
            <p:ph type="body" sz="quarter" idx="34"/>
          </p:nvPr>
        </p:nvSpPr>
        <p:spPr/>
        <p:txBody>
          <a:bodyPr/>
          <a:lstStyle/>
          <a:p>
            <a:endParaRPr lang="en-US"/>
          </a:p>
        </p:txBody>
      </p:sp>
      <p:sp>
        <p:nvSpPr>
          <p:cNvPr id="14" name="Text Placeholder 13">
            <a:extLst>
              <a:ext uri="{FF2B5EF4-FFF2-40B4-BE49-F238E27FC236}">
                <a16:creationId xmlns:a16="http://schemas.microsoft.com/office/drawing/2014/main" id="{3AD73978-3064-4F80-5411-69278CC4DF8D}"/>
              </a:ext>
            </a:extLst>
          </p:cNvPr>
          <p:cNvSpPr>
            <a:spLocks noGrp="1"/>
          </p:cNvSpPr>
          <p:nvPr>
            <p:ph type="body" sz="quarter" idx="43"/>
          </p:nvPr>
        </p:nvSpPr>
        <p:spPr/>
        <p:txBody>
          <a:bodyPr/>
          <a:lstStyle/>
          <a:p>
            <a:endParaRPr lang="en-US"/>
          </a:p>
        </p:txBody>
      </p:sp>
      <p:sp>
        <p:nvSpPr>
          <p:cNvPr id="10" name="Text Placeholder 9">
            <a:extLst>
              <a:ext uri="{FF2B5EF4-FFF2-40B4-BE49-F238E27FC236}">
                <a16:creationId xmlns:a16="http://schemas.microsoft.com/office/drawing/2014/main" id="{FD39040E-3617-E234-36DE-809DA5EB2124}"/>
              </a:ext>
            </a:extLst>
          </p:cNvPr>
          <p:cNvSpPr>
            <a:spLocks noGrp="1"/>
          </p:cNvSpPr>
          <p:nvPr>
            <p:ph type="body" sz="quarter" idx="38"/>
          </p:nvPr>
        </p:nvSpPr>
        <p:spPr/>
        <p:txBody>
          <a:bodyPr/>
          <a:lstStyle/>
          <a:p>
            <a:endParaRPr lang="en-US"/>
          </a:p>
        </p:txBody>
      </p:sp>
      <p:sp>
        <p:nvSpPr>
          <p:cNvPr id="18" name="Text Placeholder 17">
            <a:extLst>
              <a:ext uri="{FF2B5EF4-FFF2-40B4-BE49-F238E27FC236}">
                <a16:creationId xmlns:a16="http://schemas.microsoft.com/office/drawing/2014/main" id="{6969CAEC-4BB9-F269-B4D2-EA9058470069}"/>
              </a:ext>
            </a:extLst>
          </p:cNvPr>
          <p:cNvSpPr>
            <a:spLocks noGrp="1"/>
          </p:cNvSpPr>
          <p:nvPr>
            <p:ph type="body" sz="quarter" idx="47"/>
          </p:nvPr>
        </p:nvSpPr>
        <p:spPr/>
        <p:txBody>
          <a:bodyPr/>
          <a:lstStyle/>
          <a:p>
            <a:endParaRPr lang="en-US"/>
          </a:p>
        </p:txBody>
      </p:sp>
      <p:sp>
        <p:nvSpPr>
          <p:cNvPr id="11" name="Text Placeholder 10">
            <a:extLst>
              <a:ext uri="{FF2B5EF4-FFF2-40B4-BE49-F238E27FC236}">
                <a16:creationId xmlns:a16="http://schemas.microsoft.com/office/drawing/2014/main" id="{A825FB8E-07FA-BDE8-F66B-E7FB0237EB5E}"/>
              </a:ext>
            </a:extLst>
          </p:cNvPr>
          <p:cNvSpPr>
            <a:spLocks noGrp="1"/>
          </p:cNvSpPr>
          <p:nvPr>
            <p:ph type="body" sz="quarter" idx="40"/>
          </p:nvPr>
        </p:nvSpPr>
        <p:spPr/>
        <p:txBody>
          <a:bodyPr/>
          <a:lstStyle/>
          <a:p>
            <a:endParaRPr lang="en-US"/>
          </a:p>
        </p:txBody>
      </p:sp>
      <p:sp>
        <p:nvSpPr>
          <p:cNvPr id="17" name="Text Placeholder 16">
            <a:extLst>
              <a:ext uri="{FF2B5EF4-FFF2-40B4-BE49-F238E27FC236}">
                <a16:creationId xmlns:a16="http://schemas.microsoft.com/office/drawing/2014/main" id="{8F7B9D0D-682A-A835-AE6B-83E185733FB6}"/>
              </a:ext>
            </a:extLst>
          </p:cNvPr>
          <p:cNvSpPr>
            <a:spLocks noGrp="1"/>
          </p:cNvSpPr>
          <p:nvPr>
            <p:ph type="body" sz="quarter" idx="46"/>
          </p:nvPr>
        </p:nvSpPr>
        <p:spPr/>
        <p:txBody>
          <a:bodyPr/>
          <a:lstStyle/>
          <a:p>
            <a:endParaRPr lang="en-US"/>
          </a:p>
        </p:txBody>
      </p:sp>
      <p:sp>
        <p:nvSpPr>
          <p:cNvPr id="9" name="Text Placeholder 8">
            <a:extLst>
              <a:ext uri="{FF2B5EF4-FFF2-40B4-BE49-F238E27FC236}">
                <a16:creationId xmlns:a16="http://schemas.microsoft.com/office/drawing/2014/main" id="{F63608BF-68F1-798B-2F3A-07AFDA1602D1}"/>
              </a:ext>
            </a:extLst>
          </p:cNvPr>
          <p:cNvSpPr>
            <a:spLocks noGrp="1"/>
          </p:cNvSpPr>
          <p:nvPr>
            <p:ph type="body" sz="quarter" idx="36"/>
          </p:nvPr>
        </p:nvSpPr>
        <p:spPr/>
        <p:txBody>
          <a:bodyPr/>
          <a:lstStyle/>
          <a:p>
            <a:endParaRPr lang="en-US"/>
          </a:p>
        </p:txBody>
      </p:sp>
      <p:sp>
        <p:nvSpPr>
          <p:cNvPr id="16" name="Text Placeholder 15">
            <a:extLst>
              <a:ext uri="{FF2B5EF4-FFF2-40B4-BE49-F238E27FC236}">
                <a16:creationId xmlns:a16="http://schemas.microsoft.com/office/drawing/2014/main" id="{73C53D24-10A8-5B68-7A31-16E73B4BE25C}"/>
              </a:ext>
            </a:extLst>
          </p:cNvPr>
          <p:cNvSpPr>
            <a:spLocks noGrp="1"/>
          </p:cNvSpPr>
          <p:nvPr>
            <p:ph type="body" sz="quarter" idx="45"/>
          </p:nvPr>
        </p:nvSpPr>
        <p:spPr/>
        <p:txBody>
          <a:bodyPr/>
          <a:lstStyle/>
          <a:p>
            <a:endParaRPr lang="en-US"/>
          </a:p>
        </p:txBody>
      </p:sp>
      <p:sp>
        <p:nvSpPr>
          <p:cNvPr id="7" name="Text Placeholder 6">
            <a:extLst>
              <a:ext uri="{FF2B5EF4-FFF2-40B4-BE49-F238E27FC236}">
                <a16:creationId xmlns:a16="http://schemas.microsoft.com/office/drawing/2014/main" id="{997C5308-4516-8C7E-CB27-FEA3B7149CA4}"/>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A12BCFA2-1C39-CD90-1271-3236FF17B57B}"/>
              </a:ext>
            </a:extLst>
          </p:cNvPr>
          <p:cNvSpPr>
            <a:spLocks noGrp="1"/>
          </p:cNvSpPr>
          <p:nvPr>
            <p:ph type="body" sz="quarter" idx="44"/>
          </p:nvPr>
        </p:nvSpPr>
        <p:spPr/>
        <p:txBody>
          <a:bodyPr/>
          <a:lstStyle/>
          <a:p>
            <a:endParaRPr lang="en-US"/>
          </a:p>
        </p:txBody>
      </p:sp>
      <p:sp>
        <p:nvSpPr>
          <p:cNvPr id="4" name="Text Placeholder 3">
            <a:extLst>
              <a:ext uri="{FF2B5EF4-FFF2-40B4-BE49-F238E27FC236}">
                <a16:creationId xmlns:a16="http://schemas.microsoft.com/office/drawing/2014/main" id="{9327656F-3366-BA90-1F85-ADEA5820474B}"/>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0112966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0D2B-BBA1-92B7-C6D4-1F6D9B26B5C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01FF96B4-4F3F-DC9D-8C0C-F68ED6F04C0E}"/>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034FC30E-7C46-C74D-FFA3-798AFC94F584}"/>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A5ACC572-1D31-0C64-C821-F82677D680BC}"/>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E6B632D8-1D59-D098-4C7A-E16FEA6E8FB3}"/>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E36C545E-A40B-B441-9F50-64502E6C2FB5}"/>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00242A06-96B4-A009-0756-4D3C44B0246E}"/>
              </a:ext>
            </a:extLst>
          </p:cNvPr>
          <p:cNvSpPr>
            <a:spLocks noGrp="1"/>
          </p:cNvSpPr>
          <p:nvPr>
            <p:ph type="body" sz="quarter" idx="26"/>
          </p:nvPr>
        </p:nvSpPr>
        <p:spPr/>
        <p:txBody>
          <a:bodyPr/>
          <a:lstStyle/>
          <a:p>
            <a:endParaRPr lang="en-US"/>
          </a:p>
        </p:txBody>
      </p:sp>
      <p:sp>
        <p:nvSpPr>
          <p:cNvPr id="9" name="Text Placeholder 8">
            <a:extLst>
              <a:ext uri="{FF2B5EF4-FFF2-40B4-BE49-F238E27FC236}">
                <a16:creationId xmlns:a16="http://schemas.microsoft.com/office/drawing/2014/main" id="{A26E4F99-2A4C-AC6D-7F10-917E1DB5B9CB}"/>
              </a:ext>
            </a:extLst>
          </p:cNvPr>
          <p:cNvSpPr>
            <a:spLocks noGrp="1"/>
          </p:cNvSpPr>
          <p:nvPr>
            <p:ph type="body" sz="quarter" idx="27"/>
          </p:nvPr>
        </p:nvSpPr>
        <p:spPr/>
        <p:txBody>
          <a:bodyPr/>
          <a:lstStyle/>
          <a:p>
            <a:endParaRPr lang="en-US"/>
          </a:p>
        </p:txBody>
      </p:sp>
      <p:sp>
        <p:nvSpPr>
          <p:cNvPr id="10" name="Text Placeholder 9">
            <a:extLst>
              <a:ext uri="{FF2B5EF4-FFF2-40B4-BE49-F238E27FC236}">
                <a16:creationId xmlns:a16="http://schemas.microsoft.com/office/drawing/2014/main" id="{2FC7FBBE-2256-9714-142C-460972D3AABD}"/>
              </a:ext>
            </a:extLst>
          </p:cNvPr>
          <p:cNvSpPr>
            <a:spLocks noGrp="1"/>
          </p:cNvSpPr>
          <p:nvPr>
            <p:ph type="body" sz="quarter" idx="28"/>
          </p:nvPr>
        </p:nvSpPr>
        <p:spPr/>
        <p:txBody>
          <a:bodyPr/>
          <a:lstStyle/>
          <a:p>
            <a:endParaRPr lang="en-US"/>
          </a:p>
        </p:txBody>
      </p:sp>
      <p:sp>
        <p:nvSpPr>
          <p:cNvPr id="11" name="Text Placeholder 10">
            <a:extLst>
              <a:ext uri="{FF2B5EF4-FFF2-40B4-BE49-F238E27FC236}">
                <a16:creationId xmlns:a16="http://schemas.microsoft.com/office/drawing/2014/main" id="{FFD9E2D2-EFB3-6ADF-69A6-B558B84AFA07}"/>
              </a:ext>
            </a:extLst>
          </p:cNvPr>
          <p:cNvSpPr>
            <a:spLocks noGrp="1"/>
          </p:cNvSpPr>
          <p:nvPr>
            <p:ph type="body" sz="quarter" idx="29"/>
          </p:nvPr>
        </p:nvSpPr>
        <p:spPr/>
        <p:txBody>
          <a:bodyPr/>
          <a:lstStyle/>
          <a:p>
            <a:endParaRPr lang="en-US"/>
          </a:p>
        </p:txBody>
      </p:sp>
      <p:sp>
        <p:nvSpPr>
          <p:cNvPr id="12" name="Text Placeholder 11">
            <a:extLst>
              <a:ext uri="{FF2B5EF4-FFF2-40B4-BE49-F238E27FC236}">
                <a16:creationId xmlns:a16="http://schemas.microsoft.com/office/drawing/2014/main" id="{B2A84B6D-341C-0DA9-0AA4-0C8C4647FE70}"/>
              </a:ext>
            </a:extLst>
          </p:cNvPr>
          <p:cNvSpPr>
            <a:spLocks noGrp="1"/>
          </p:cNvSpPr>
          <p:nvPr>
            <p:ph type="body" sz="quarter" idx="30"/>
          </p:nvPr>
        </p:nvSpPr>
        <p:spPr/>
        <p:txBody>
          <a:bodyPr/>
          <a:lstStyle/>
          <a:p>
            <a:endParaRPr lang="en-US"/>
          </a:p>
        </p:txBody>
      </p:sp>
      <p:sp>
        <p:nvSpPr>
          <p:cNvPr id="13" name="Text Placeholder 12">
            <a:extLst>
              <a:ext uri="{FF2B5EF4-FFF2-40B4-BE49-F238E27FC236}">
                <a16:creationId xmlns:a16="http://schemas.microsoft.com/office/drawing/2014/main" id="{705182A4-96FB-8809-7D45-471E6FA84F09}"/>
              </a:ext>
            </a:extLst>
          </p:cNvPr>
          <p:cNvSpPr>
            <a:spLocks noGrp="1"/>
          </p:cNvSpPr>
          <p:nvPr>
            <p:ph type="body" sz="quarter" idx="31"/>
          </p:nvPr>
        </p:nvSpPr>
        <p:spPr/>
        <p:txBody>
          <a:bodyPr/>
          <a:lstStyle/>
          <a:p>
            <a:endParaRPr lang="en-US"/>
          </a:p>
        </p:txBody>
      </p:sp>
      <p:sp>
        <p:nvSpPr>
          <p:cNvPr id="14" name="Text Placeholder 13">
            <a:extLst>
              <a:ext uri="{FF2B5EF4-FFF2-40B4-BE49-F238E27FC236}">
                <a16:creationId xmlns:a16="http://schemas.microsoft.com/office/drawing/2014/main" id="{EBB56E5E-886F-2FAF-A3B5-7D333CC72D72}"/>
              </a:ext>
            </a:extLst>
          </p:cNvPr>
          <p:cNvSpPr>
            <a:spLocks noGrp="1"/>
          </p:cNvSpPr>
          <p:nvPr>
            <p:ph type="body" sz="quarter" idx="32"/>
          </p:nvPr>
        </p:nvSpPr>
        <p:spPr/>
        <p:txBody>
          <a:bodyPr/>
          <a:lstStyle/>
          <a:p>
            <a:endParaRPr lang="en-US"/>
          </a:p>
        </p:txBody>
      </p:sp>
      <p:sp>
        <p:nvSpPr>
          <p:cNvPr id="15" name="Text Placeholder 14">
            <a:extLst>
              <a:ext uri="{FF2B5EF4-FFF2-40B4-BE49-F238E27FC236}">
                <a16:creationId xmlns:a16="http://schemas.microsoft.com/office/drawing/2014/main" id="{9A98A23E-D141-7F72-7B68-6386D6B524E8}"/>
              </a:ext>
            </a:extLst>
          </p:cNvPr>
          <p:cNvSpPr>
            <a:spLocks noGrp="1"/>
          </p:cNvSpPr>
          <p:nvPr>
            <p:ph type="body" sz="quarter" idx="33"/>
          </p:nvPr>
        </p:nvSpPr>
        <p:spPr/>
        <p:txBody>
          <a:bodyPr/>
          <a:lstStyle/>
          <a:p>
            <a:endParaRPr lang="en-US"/>
          </a:p>
        </p:txBody>
      </p:sp>
      <p:sp>
        <p:nvSpPr>
          <p:cNvPr id="16" name="Text Placeholder 15">
            <a:extLst>
              <a:ext uri="{FF2B5EF4-FFF2-40B4-BE49-F238E27FC236}">
                <a16:creationId xmlns:a16="http://schemas.microsoft.com/office/drawing/2014/main" id="{EE674000-0E88-BD3D-6F32-8BDDE32A13C0}"/>
              </a:ext>
            </a:extLst>
          </p:cNvPr>
          <p:cNvSpPr>
            <a:spLocks noGrp="1"/>
          </p:cNvSpPr>
          <p:nvPr>
            <p:ph type="body" sz="quarter" idx="34"/>
          </p:nvPr>
        </p:nvSpPr>
        <p:spPr/>
        <p:txBody>
          <a:bodyPr/>
          <a:lstStyle/>
          <a:p>
            <a:endParaRPr lang="en-US"/>
          </a:p>
        </p:txBody>
      </p:sp>
      <p:sp>
        <p:nvSpPr>
          <p:cNvPr id="17" name="Text Placeholder 16">
            <a:extLst>
              <a:ext uri="{FF2B5EF4-FFF2-40B4-BE49-F238E27FC236}">
                <a16:creationId xmlns:a16="http://schemas.microsoft.com/office/drawing/2014/main" id="{9EFB01F7-EF3A-4976-9FEA-761912288E3C}"/>
              </a:ext>
            </a:extLst>
          </p:cNvPr>
          <p:cNvSpPr>
            <a:spLocks noGrp="1"/>
          </p:cNvSpPr>
          <p:nvPr>
            <p:ph type="body" sz="quarter" idx="35"/>
          </p:nvPr>
        </p:nvSpPr>
        <p:spPr/>
        <p:txBody>
          <a:bodyPr/>
          <a:lstStyle/>
          <a:p>
            <a:endParaRPr lang="en-US"/>
          </a:p>
        </p:txBody>
      </p:sp>
      <p:sp>
        <p:nvSpPr>
          <p:cNvPr id="18" name="Text Placeholder 17">
            <a:extLst>
              <a:ext uri="{FF2B5EF4-FFF2-40B4-BE49-F238E27FC236}">
                <a16:creationId xmlns:a16="http://schemas.microsoft.com/office/drawing/2014/main" id="{4EE195BD-41D0-8453-A640-7B96A4D0632D}"/>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20494596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7AF5-EB1A-2DB1-9E8F-5880529FCC06}"/>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0F95728A-A17B-BA09-36E6-0C4EA4B64D36}"/>
              </a:ext>
            </a:extLst>
          </p:cNvPr>
          <p:cNvSpPr>
            <a:spLocks noGrp="1"/>
          </p:cNvSpPr>
          <p:nvPr>
            <p:ph type="title"/>
          </p:nvPr>
        </p:nvSpPr>
        <p:spPr/>
        <p:txBody>
          <a:bodyPr/>
          <a:lstStyle/>
          <a:p>
            <a:endParaRPr lang="en-US"/>
          </a:p>
        </p:txBody>
      </p:sp>
      <p:sp>
        <p:nvSpPr>
          <p:cNvPr id="21" name="Text Placeholder 20">
            <a:extLst>
              <a:ext uri="{FF2B5EF4-FFF2-40B4-BE49-F238E27FC236}">
                <a16:creationId xmlns:a16="http://schemas.microsoft.com/office/drawing/2014/main" id="{337CC5AB-9490-9BB0-7670-671E4B755A2E}"/>
              </a:ext>
            </a:extLst>
          </p:cNvPr>
          <p:cNvSpPr>
            <a:spLocks noGrp="1"/>
          </p:cNvSpPr>
          <p:nvPr>
            <p:ph type="body" sz="quarter" idx="22"/>
          </p:nvPr>
        </p:nvSpPr>
        <p:spPr>
          <a:xfrm>
            <a:off x="747362" y="2064394"/>
            <a:ext cx="2171694" cy="363986"/>
          </a:xfrm>
        </p:spPr>
        <p:txBody>
          <a:bodyPr/>
          <a:lstStyle/>
          <a:p>
            <a:endParaRPr lang="en-US" dirty="0"/>
          </a:p>
        </p:txBody>
      </p:sp>
      <p:sp>
        <p:nvSpPr>
          <p:cNvPr id="20" name="Text Placeholder 19">
            <a:extLst>
              <a:ext uri="{FF2B5EF4-FFF2-40B4-BE49-F238E27FC236}">
                <a16:creationId xmlns:a16="http://schemas.microsoft.com/office/drawing/2014/main" id="{B8CB212B-18E8-B22D-159D-38C30DB7A067}"/>
              </a:ext>
            </a:extLst>
          </p:cNvPr>
          <p:cNvSpPr>
            <a:spLocks noGrp="1"/>
          </p:cNvSpPr>
          <p:nvPr>
            <p:ph type="body" sz="quarter" idx="21"/>
          </p:nvPr>
        </p:nvSpPr>
        <p:spPr>
          <a:xfrm>
            <a:off x="747362" y="2492384"/>
            <a:ext cx="2171695" cy="839414"/>
          </a:xfrm>
        </p:spPr>
        <p:txBody>
          <a:bodyPr/>
          <a:lstStyle/>
          <a:p>
            <a:endParaRPr lang="en-US"/>
          </a:p>
        </p:txBody>
      </p:sp>
      <p:sp>
        <p:nvSpPr>
          <p:cNvPr id="22" name="Text Placeholder 21">
            <a:extLst>
              <a:ext uri="{FF2B5EF4-FFF2-40B4-BE49-F238E27FC236}">
                <a16:creationId xmlns:a16="http://schemas.microsoft.com/office/drawing/2014/main" id="{8B522E20-A9B2-2039-1353-EAED6C500A62}"/>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AD8201C6-1907-3785-295E-C91B9B0102F3}"/>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F5611C12-386E-49B6-D3CF-74D3ABA6230C}"/>
              </a:ext>
            </a:extLst>
          </p:cNvPr>
          <p:cNvSpPr>
            <a:spLocks noGrp="1"/>
          </p:cNvSpPr>
          <p:nvPr>
            <p:ph type="body" sz="quarter" idx="25"/>
          </p:nvPr>
        </p:nvSpPr>
        <p:spPr/>
        <p:txBody>
          <a:bodyPr/>
          <a:lstStyle/>
          <a:p>
            <a:endParaRPr lang="en-US"/>
          </a:p>
        </p:txBody>
      </p:sp>
      <p:sp>
        <p:nvSpPr>
          <p:cNvPr id="25" name="Text Placeholder 24">
            <a:extLst>
              <a:ext uri="{FF2B5EF4-FFF2-40B4-BE49-F238E27FC236}">
                <a16:creationId xmlns:a16="http://schemas.microsoft.com/office/drawing/2014/main" id="{FC474531-2FCE-8C1B-AF0E-13EF7078E86E}"/>
              </a:ext>
            </a:extLst>
          </p:cNvPr>
          <p:cNvSpPr>
            <a:spLocks noGrp="1"/>
          </p:cNvSpPr>
          <p:nvPr>
            <p:ph type="body" sz="quarter" idx="26"/>
          </p:nvPr>
        </p:nvSpPr>
        <p:spPr/>
        <p:txBody>
          <a:bodyPr/>
          <a:lstStyle/>
          <a:p>
            <a:endParaRPr lang="en-US"/>
          </a:p>
        </p:txBody>
      </p:sp>
      <p:sp>
        <p:nvSpPr>
          <p:cNvPr id="26" name="Text Placeholder 25">
            <a:extLst>
              <a:ext uri="{FF2B5EF4-FFF2-40B4-BE49-F238E27FC236}">
                <a16:creationId xmlns:a16="http://schemas.microsoft.com/office/drawing/2014/main" id="{6151E49D-87D1-E98F-035C-37D9334DC815}"/>
              </a:ext>
            </a:extLst>
          </p:cNvPr>
          <p:cNvSpPr>
            <a:spLocks noGrp="1"/>
          </p:cNvSpPr>
          <p:nvPr>
            <p:ph type="body" sz="quarter" idx="27"/>
          </p:nvPr>
        </p:nvSpPr>
        <p:spPr/>
        <p:txBody>
          <a:bodyPr/>
          <a:lstStyle/>
          <a:p>
            <a:endParaRPr lang="en-US"/>
          </a:p>
        </p:txBody>
      </p:sp>
      <p:sp>
        <p:nvSpPr>
          <p:cNvPr id="27" name="Text Placeholder 26">
            <a:extLst>
              <a:ext uri="{FF2B5EF4-FFF2-40B4-BE49-F238E27FC236}">
                <a16:creationId xmlns:a16="http://schemas.microsoft.com/office/drawing/2014/main" id="{3FE98CD4-508B-88FE-5E00-8870526D7231}"/>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6A2A4A75-D064-CEF0-93FC-CA797306380F}"/>
              </a:ext>
            </a:extLst>
          </p:cNvPr>
          <p:cNvSpPr>
            <a:spLocks noGrp="1"/>
          </p:cNvSpPr>
          <p:nvPr>
            <p:ph type="body" sz="quarter" idx="29"/>
          </p:nvPr>
        </p:nvSpPr>
        <p:spPr/>
        <p:txBody>
          <a:bodyPr/>
          <a:lstStyle/>
          <a:p>
            <a:endParaRPr lang="en-US"/>
          </a:p>
        </p:txBody>
      </p:sp>
      <p:sp>
        <p:nvSpPr>
          <p:cNvPr id="29" name="Text Placeholder 28">
            <a:extLst>
              <a:ext uri="{FF2B5EF4-FFF2-40B4-BE49-F238E27FC236}">
                <a16:creationId xmlns:a16="http://schemas.microsoft.com/office/drawing/2014/main" id="{0030AEFA-1944-2041-7D96-3A3485FE487F}"/>
              </a:ext>
            </a:extLst>
          </p:cNvPr>
          <p:cNvSpPr>
            <a:spLocks noGrp="1"/>
          </p:cNvSpPr>
          <p:nvPr>
            <p:ph type="body" sz="quarter" idx="30"/>
          </p:nvPr>
        </p:nvSpPr>
        <p:spPr/>
        <p:txBody>
          <a:bodyPr/>
          <a:lstStyle/>
          <a:p>
            <a:endParaRPr lang="en-US"/>
          </a:p>
        </p:txBody>
      </p:sp>
      <p:sp>
        <p:nvSpPr>
          <p:cNvPr id="30" name="Text Placeholder 29">
            <a:extLst>
              <a:ext uri="{FF2B5EF4-FFF2-40B4-BE49-F238E27FC236}">
                <a16:creationId xmlns:a16="http://schemas.microsoft.com/office/drawing/2014/main" id="{1044C947-566D-0CAA-329D-A0CF061CF5AA}"/>
              </a:ext>
            </a:extLst>
          </p:cNvPr>
          <p:cNvSpPr>
            <a:spLocks noGrp="1"/>
          </p:cNvSpPr>
          <p:nvPr>
            <p:ph type="body" sz="quarter" idx="31"/>
          </p:nvPr>
        </p:nvSpPr>
        <p:spPr/>
        <p:txBody>
          <a:bodyPr/>
          <a:lstStyle/>
          <a:p>
            <a:endParaRPr lang="en-US"/>
          </a:p>
        </p:txBody>
      </p:sp>
      <p:sp>
        <p:nvSpPr>
          <p:cNvPr id="31" name="Text Placeholder 30">
            <a:extLst>
              <a:ext uri="{FF2B5EF4-FFF2-40B4-BE49-F238E27FC236}">
                <a16:creationId xmlns:a16="http://schemas.microsoft.com/office/drawing/2014/main" id="{7E6C8345-DC48-1434-D9EA-AEA3C9BD5661}"/>
              </a:ext>
            </a:extLst>
          </p:cNvPr>
          <p:cNvSpPr>
            <a:spLocks noGrp="1"/>
          </p:cNvSpPr>
          <p:nvPr>
            <p:ph type="body" sz="quarter" idx="32"/>
          </p:nvPr>
        </p:nvSpPr>
        <p:spPr/>
        <p:txBody>
          <a:bodyPr/>
          <a:lstStyle/>
          <a:p>
            <a:endParaRPr lang="en-US"/>
          </a:p>
        </p:txBody>
      </p:sp>
      <p:sp>
        <p:nvSpPr>
          <p:cNvPr id="32" name="Text Placeholder 31">
            <a:extLst>
              <a:ext uri="{FF2B5EF4-FFF2-40B4-BE49-F238E27FC236}">
                <a16:creationId xmlns:a16="http://schemas.microsoft.com/office/drawing/2014/main" id="{E9C44EF6-6A53-BD57-CBC8-D7B038D8C9E0}"/>
              </a:ext>
            </a:extLst>
          </p:cNvPr>
          <p:cNvSpPr>
            <a:spLocks noGrp="1"/>
          </p:cNvSpPr>
          <p:nvPr>
            <p:ph type="body" sz="quarter" idx="33"/>
          </p:nvPr>
        </p:nvSpPr>
        <p:spPr/>
        <p:txBody>
          <a:bodyPr/>
          <a:lstStyle/>
          <a:p>
            <a:endParaRPr lang="en-US"/>
          </a:p>
        </p:txBody>
      </p:sp>
      <p:sp>
        <p:nvSpPr>
          <p:cNvPr id="33" name="Text Placeholder 32">
            <a:extLst>
              <a:ext uri="{FF2B5EF4-FFF2-40B4-BE49-F238E27FC236}">
                <a16:creationId xmlns:a16="http://schemas.microsoft.com/office/drawing/2014/main" id="{1961975D-99C2-5622-C6FB-2054D837A500}"/>
              </a:ext>
            </a:extLst>
          </p:cNvPr>
          <p:cNvSpPr>
            <a:spLocks noGrp="1"/>
          </p:cNvSpPr>
          <p:nvPr>
            <p:ph type="body" sz="quarter" idx="34"/>
          </p:nvPr>
        </p:nvSpPr>
        <p:spPr/>
        <p:txBody>
          <a:bodyPr/>
          <a:lstStyle/>
          <a:p>
            <a:endParaRPr lang="en-US"/>
          </a:p>
        </p:txBody>
      </p:sp>
      <p:sp>
        <p:nvSpPr>
          <p:cNvPr id="34" name="Text Placeholder 33">
            <a:extLst>
              <a:ext uri="{FF2B5EF4-FFF2-40B4-BE49-F238E27FC236}">
                <a16:creationId xmlns:a16="http://schemas.microsoft.com/office/drawing/2014/main" id="{3420E532-1B18-2061-8776-B8C5589E3665}"/>
              </a:ext>
            </a:extLst>
          </p:cNvPr>
          <p:cNvSpPr>
            <a:spLocks noGrp="1"/>
          </p:cNvSpPr>
          <p:nvPr>
            <p:ph type="body" sz="quarter" idx="35"/>
          </p:nvPr>
        </p:nvSpPr>
        <p:spPr/>
        <p:txBody>
          <a:bodyPr/>
          <a:lstStyle/>
          <a:p>
            <a:endParaRPr lang="en-US"/>
          </a:p>
        </p:txBody>
      </p:sp>
      <p:sp>
        <p:nvSpPr>
          <p:cNvPr id="35" name="Text Placeholder 34">
            <a:extLst>
              <a:ext uri="{FF2B5EF4-FFF2-40B4-BE49-F238E27FC236}">
                <a16:creationId xmlns:a16="http://schemas.microsoft.com/office/drawing/2014/main" id="{DDA3C263-231C-BDBC-0070-26A87561EC14}"/>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1946140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5AF0-B45F-675D-BF46-9C75F30303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C710-08CA-53A6-ECFF-2C220F3C8981}"/>
              </a:ext>
            </a:extLst>
          </p:cNvPr>
          <p:cNvSpPr>
            <a:spLocks noGrp="1"/>
          </p:cNvSpPr>
          <p:nvPr>
            <p:ph type="body" sz="quarter" idx="29"/>
          </p:nvPr>
        </p:nvSpPr>
        <p:spPr/>
        <p:txBody>
          <a:bodyPr>
            <a:normAutofit/>
          </a:bodyPr>
          <a:lstStyle/>
          <a:p>
            <a:r>
              <a:rPr lang="en-US" dirty="0"/>
              <a:t>09</a:t>
            </a:r>
          </a:p>
        </p:txBody>
      </p:sp>
      <p:sp>
        <p:nvSpPr>
          <p:cNvPr id="3" name="Title 2">
            <a:extLst>
              <a:ext uri="{FF2B5EF4-FFF2-40B4-BE49-F238E27FC236}">
                <a16:creationId xmlns:a16="http://schemas.microsoft.com/office/drawing/2014/main" id="{5FD47B3D-421C-E667-F9B5-69028770272E}"/>
              </a:ext>
            </a:extLst>
          </p:cNvPr>
          <p:cNvSpPr>
            <a:spLocks noGrp="1"/>
          </p:cNvSpPr>
          <p:nvPr>
            <p:ph type="ctrTitle"/>
          </p:nvPr>
        </p:nvSpPr>
        <p:spPr/>
        <p:txBody>
          <a:bodyPr/>
          <a:lstStyle/>
          <a:p>
            <a:r>
              <a:rPr lang="en-US"/>
              <a:t>MEDIA LAYOUT </a:t>
            </a:r>
            <a:br>
              <a:rPr lang="en-US"/>
            </a:br>
            <a:r>
              <a:rPr lang="en-US"/>
              <a:t>SLIDES</a:t>
            </a:r>
          </a:p>
        </p:txBody>
      </p:sp>
    </p:spTree>
    <p:extLst>
      <p:ext uri="{BB962C8B-B14F-4D97-AF65-F5344CB8AC3E}">
        <p14:creationId xmlns:p14="http://schemas.microsoft.com/office/powerpoint/2010/main" val="20880040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91BF-9B36-3B4B-4C52-83E1720B2470}"/>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BBC837A4-FC57-30D9-0298-7D2CD99886E7}"/>
              </a:ext>
            </a:extLst>
          </p:cNvPr>
          <p:cNvSpPr>
            <a:spLocks noGrp="1"/>
          </p:cNvSpPr>
          <p:nvPr>
            <p:ph sz="quarter" idx="24"/>
          </p:nvPr>
        </p:nvSpPr>
        <p:spPr/>
        <p:txBody>
          <a:bodyPr/>
          <a:lstStyle/>
          <a:p>
            <a:endParaRPr lang="en-US"/>
          </a:p>
        </p:txBody>
      </p:sp>
      <p:sp>
        <p:nvSpPr>
          <p:cNvPr id="3" name="Text Placeholder 2">
            <a:extLst>
              <a:ext uri="{FF2B5EF4-FFF2-40B4-BE49-F238E27FC236}">
                <a16:creationId xmlns:a16="http://schemas.microsoft.com/office/drawing/2014/main" id="{6BF4F6F4-F4E0-A36A-1BF4-0FF2243591A0}"/>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5785827A-57D0-F357-F5A3-DB5A1B6A82EA}"/>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A5890E63-6F0B-44F0-3CAF-C517C25D0C5B}"/>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D695A497-535B-8778-0B8F-F6FCA1F9572A}"/>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0C272A1B-4AC4-EF33-4FB6-F166852295D0}"/>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2A7F183A-5791-E904-2052-61F0AF69DFEB}"/>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31175098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60859-F3C6-360D-C926-13745044A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1FB39-EBE2-36E0-D3F7-3238B83F9F4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C0EDECB-7388-4E6B-0E00-2ACD1DD6BBB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458DE89C-A781-EACB-894B-59A4DFDF26C5}"/>
              </a:ext>
            </a:extLst>
          </p:cNvPr>
          <p:cNvSpPr>
            <a:spLocks noGrp="1"/>
          </p:cNvSpPr>
          <p:nvPr>
            <p:ph sz="quarter" idx="24"/>
          </p:nvPr>
        </p:nvSpPr>
        <p:spPr/>
        <p:txBody>
          <a:bodyPr/>
          <a:lstStyle/>
          <a:p>
            <a:endParaRPr lang="en-US"/>
          </a:p>
        </p:txBody>
      </p:sp>
    </p:spTree>
    <p:extLst>
      <p:ext uri="{BB962C8B-B14F-4D97-AF65-F5344CB8AC3E}">
        <p14:creationId xmlns:p14="http://schemas.microsoft.com/office/powerpoint/2010/main" val="134959554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50D1-78E6-A8DF-F401-A9A5D98CD271}"/>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ED4DCB64-7BF0-8896-B7AA-E69B1CAC50C7}"/>
              </a:ext>
            </a:extLst>
          </p:cNvPr>
          <p:cNvSpPr>
            <a:spLocks noGrp="1"/>
          </p:cNvSpPr>
          <p:nvPr>
            <p:ph type="pic" sz="quarter" idx="13"/>
          </p:nvPr>
        </p:nvSpPr>
        <p:spPr/>
        <p:txBody>
          <a:bodyPr/>
          <a:lstStyle/>
          <a:p>
            <a:endParaRPr lang="en-US"/>
          </a:p>
        </p:txBody>
      </p:sp>
      <p:sp>
        <p:nvSpPr>
          <p:cNvPr id="4" name="Text Placeholder 3">
            <a:extLst>
              <a:ext uri="{FF2B5EF4-FFF2-40B4-BE49-F238E27FC236}">
                <a16:creationId xmlns:a16="http://schemas.microsoft.com/office/drawing/2014/main" id="{0EBE8253-8B16-A3DF-3812-031E7ACBF12A}"/>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1C8CD50E-C5E9-1142-DF5C-82CF6073FB8C}"/>
              </a:ext>
            </a:extLst>
          </p:cNvPr>
          <p:cNvSpPr>
            <a:spLocks noGrp="1"/>
          </p:cNvSpPr>
          <p:nvPr>
            <p:ph type="body" sz="quarter" idx="24"/>
          </p:nvPr>
        </p:nvSpPr>
        <p:spPr/>
        <p:txBody>
          <a:bodyPr/>
          <a:lstStyle/>
          <a:p>
            <a:endParaRPr lang="en-US"/>
          </a:p>
        </p:txBody>
      </p:sp>
      <p:sp>
        <p:nvSpPr>
          <p:cNvPr id="6" name="Text Placeholder 5">
            <a:extLst>
              <a:ext uri="{FF2B5EF4-FFF2-40B4-BE49-F238E27FC236}">
                <a16:creationId xmlns:a16="http://schemas.microsoft.com/office/drawing/2014/main" id="{856AE0CA-F251-97C7-A10F-C573124F66EE}"/>
              </a:ext>
            </a:extLst>
          </p:cNvPr>
          <p:cNvSpPr>
            <a:spLocks noGrp="1"/>
          </p:cNvSpPr>
          <p:nvPr>
            <p:ph type="body" sz="quarter" idx="26"/>
          </p:nvPr>
        </p:nvSpPr>
        <p:spPr/>
        <p:txBody>
          <a:bodyPr/>
          <a:lstStyle/>
          <a:p>
            <a:endParaRPr lang="en-US"/>
          </a:p>
        </p:txBody>
      </p:sp>
      <p:sp>
        <p:nvSpPr>
          <p:cNvPr id="7" name="Text Placeholder 6">
            <a:extLst>
              <a:ext uri="{FF2B5EF4-FFF2-40B4-BE49-F238E27FC236}">
                <a16:creationId xmlns:a16="http://schemas.microsoft.com/office/drawing/2014/main" id="{285C8445-3E64-5C49-C8E1-66CA42930CC5}"/>
              </a:ext>
            </a:extLst>
          </p:cNvPr>
          <p:cNvSpPr>
            <a:spLocks noGrp="1"/>
          </p:cNvSpPr>
          <p:nvPr>
            <p:ph type="body" sz="quarter" idx="27"/>
          </p:nvPr>
        </p:nvSpPr>
        <p:spPr/>
        <p:txBody>
          <a:bodyPr/>
          <a:lstStyle/>
          <a:p>
            <a:endParaRPr lang="en-US"/>
          </a:p>
        </p:txBody>
      </p:sp>
      <p:sp>
        <p:nvSpPr>
          <p:cNvPr id="8" name="Text Placeholder 7">
            <a:extLst>
              <a:ext uri="{FF2B5EF4-FFF2-40B4-BE49-F238E27FC236}">
                <a16:creationId xmlns:a16="http://schemas.microsoft.com/office/drawing/2014/main" id="{1EF22E38-0A91-1264-1B76-99BFE2425168}"/>
              </a:ext>
            </a:extLst>
          </p:cNvPr>
          <p:cNvSpPr>
            <a:spLocks noGrp="1"/>
          </p:cNvSpPr>
          <p:nvPr>
            <p:ph type="body" sz="quarter" idx="28"/>
          </p:nvPr>
        </p:nvSpPr>
        <p:spPr/>
        <p:txBody>
          <a:bodyPr/>
          <a:lstStyle/>
          <a:p>
            <a:endParaRPr lang="en-US"/>
          </a:p>
        </p:txBody>
      </p:sp>
      <p:sp>
        <p:nvSpPr>
          <p:cNvPr id="9" name="Text Placeholder 8">
            <a:extLst>
              <a:ext uri="{FF2B5EF4-FFF2-40B4-BE49-F238E27FC236}">
                <a16:creationId xmlns:a16="http://schemas.microsoft.com/office/drawing/2014/main" id="{6C9E093F-F275-1B5E-8FAD-A9650E389E89}"/>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26214128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D9BD-15BC-9D9D-1A09-099108BD8BB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76725EC-7336-F3C7-0BF8-2FF476EFC573}"/>
              </a:ext>
            </a:extLst>
          </p:cNvPr>
          <p:cNvSpPr>
            <a:spLocks noGrp="1"/>
          </p:cNvSpPr>
          <p:nvPr>
            <p:ph type="body" sz="quarter" idx="18"/>
          </p:nvPr>
        </p:nvSpPr>
        <p:spPr/>
        <p:txBody>
          <a:bodyPr/>
          <a:lstStyle/>
          <a:p>
            <a:endParaRPr lang="en-US"/>
          </a:p>
        </p:txBody>
      </p:sp>
      <p:sp>
        <p:nvSpPr>
          <p:cNvPr id="4" name="Content Placeholder 3">
            <a:extLst>
              <a:ext uri="{FF2B5EF4-FFF2-40B4-BE49-F238E27FC236}">
                <a16:creationId xmlns:a16="http://schemas.microsoft.com/office/drawing/2014/main" id="{9E442FF1-CE82-1DAA-DCCA-72BC9248DF0D}"/>
              </a:ext>
            </a:extLst>
          </p:cNvPr>
          <p:cNvSpPr>
            <a:spLocks noGrp="1"/>
          </p:cNvSpPr>
          <p:nvPr>
            <p:ph sz="quarter" idx="28"/>
          </p:nvPr>
        </p:nvSpPr>
        <p:spPr/>
        <p:txBody>
          <a:bodyPr/>
          <a:lstStyle/>
          <a:p>
            <a:endParaRPr lang="en-US"/>
          </a:p>
        </p:txBody>
      </p:sp>
    </p:spTree>
    <p:extLst>
      <p:ext uri="{BB962C8B-B14F-4D97-AF65-F5344CB8AC3E}">
        <p14:creationId xmlns:p14="http://schemas.microsoft.com/office/powerpoint/2010/main" val="16494396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1F45-2472-7C4E-2411-922E80AA29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973CBC-C1E8-467B-3BF5-EC5A7B7233FA}"/>
              </a:ext>
            </a:extLst>
          </p:cNvPr>
          <p:cNvSpPr>
            <a:spLocks noGrp="1"/>
          </p:cNvSpPr>
          <p:nvPr>
            <p:ph type="title"/>
          </p:nvPr>
        </p:nvSpPr>
        <p:spPr/>
        <p:txBody>
          <a:bodyPr/>
          <a:lstStyle/>
          <a:p>
            <a:endParaRPr lang="en-US"/>
          </a:p>
        </p:txBody>
      </p:sp>
      <p:sp>
        <p:nvSpPr>
          <p:cNvPr id="6" name="Picture Placeholder 5">
            <a:extLst>
              <a:ext uri="{FF2B5EF4-FFF2-40B4-BE49-F238E27FC236}">
                <a16:creationId xmlns:a16="http://schemas.microsoft.com/office/drawing/2014/main" id="{9DE57762-821D-422F-752E-FF10EB34100C}"/>
              </a:ext>
            </a:extLst>
          </p:cNvPr>
          <p:cNvSpPr>
            <a:spLocks noGrp="1"/>
          </p:cNvSpPr>
          <p:nvPr>
            <p:ph type="pic" sz="quarter" idx="10"/>
          </p:nvPr>
        </p:nvSpPr>
        <p:spPr/>
        <p:txBody>
          <a:bodyPr/>
          <a:lstStyle/>
          <a:p>
            <a:endParaRPr lang="en-US"/>
          </a:p>
        </p:txBody>
      </p:sp>
      <p:sp>
        <p:nvSpPr>
          <p:cNvPr id="8" name="Text Placeholder 7">
            <a:extLst>
              <a:ext uri="{FF2B5EF4-FFF2-40B4-BE49-F238E27FC236}">
                <a16:creationId xmlns:a16="http://schemas.microsoft.com/office/drawing/2014/main" id="{22A03D98-96FB-2C54-45BC-2D66BD82225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8894100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907D-3927-CB9C-CD53-98FE78E5C6E5}"/>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E8A98B84-F7CF-13AA-5697-EC8DD9C79E96}"/>
              </a:ext>
            </a:extLst>
          </p:cNvPr>
          <p:cNvSpPr>
            <a:spLocks noGrp="1"/>
          </p:cNvSpPr>
          <p:nvPr>
            <p:ph type="media" sz="quarter" idx="10"/>
          </p:nvPr>
        </p:nvSpPr>
        <p:spPr/>
        <p:txBody>
          <a:bodyPr/>
          <a:lstStyle/>
          <a:p>
            <a:endParaRPr lang="en-US"/>
          </a:p>
        </p:txBody>
      </p:sp>
    </p:spTree>
    <p:extLst>
      <p:ext uri="{BB962C8B-B14F-4D97-AF65-F5344CB8AC3E}">
        <p14:creationId xmlns:p14="http://schemas.microsoft.com/office/powerpoint/2010/main" val="20005557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1596-D462-592B-C333-0CA1E4BEE21F}"/>
              </a:ext>
            </a:extLst>
          </p:cNvPr>
          <p:cNvSpPr>
            <a:spLocks noGrp="1"/>
          </p:cNvSpPr>
          <p:nvPr>
            <p:ph type="title"/>
          </p:nvPr>
        </p:nvSpPr>
        <p:spPr/>
        <p:txBody>
          <a:bodyPr/>
          <a:lstStyle/>
          <a:p>
            <a:endParaRPr lang="en-US"/>
          </a:p>
        </p:txBody>
      </p:sp>
      <p:sp>
        <p:nvSpPr>
          <p:cNvPr id="3" name="Media Placeholder 2">
            <a:extLst>
              <a:ext uri="{FF2B5EF4-FFF2-40B4-BE49-F238E27FC236}">
                <a16:creationId xmlns:a16="http://schemas.microsoft.com/office/drawing/2014/main" id="{5FEDBBAC-6535-3DB9-6491-36BDB24B1D88}"/>
              </a:ext>
            </a:extLst>
          </p:cNvPr>
          <p:cNvSpPr>
            <a:spLocks noGrp="1"/>
          </p:cNvSpPr>
          <p:nvPr>
            <p:ph type="media" sz="quarter" idx="10"/>
          </p:nvPr>
        </p:nvSpPr>
        <p:spPr/>
        <p:txBody>
          <a:bodyPr/>
          <a:lstStyle/>
          <a:p>
            <a:endParaRPr lang="en-US"/>
          </a:p>
        </p:txBody>
      </p:sp>
      <p:sp>
        <p:nvSpPr>
          <p:cNvPr id="4" name="Text Placeholder 3">
            <a:extLst>
              <a:ext uri="{FF2B5EF4-FFF2-40B4-BE49-F238E27FC236}">
                <a16:creationId xmlns:a16="http://schemas.microsoft.com/office/drawing/2014/main" id="{5ECFF938-86AB-1A73-500B-D914061328B4}"/>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4187559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9E78AC-C06D-78A3-056C-EF0C0C4C5C56}"/>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46732F20-CE38-C681-F3A7-C923DAF951E4}"/>
              </a:ext>
            </a:extLst>
          </p:cNvPr>
          <p:cNvSpPr>
            <a:spLocks noGrp="1"/>
          </p:cNvSpPr>
          <p:nvPr>
            <p:ph type="pic" sz="quarter" idx="11"/>
          </p:nvPr>
        </p:nvSpPr>
        <p:spPr/>
        <p:txBody>
          <a:bodyPr/>
          <a:lstStyle/>
          <a:p>
            <a:endParaRPr lang="en-US"/>
          </a:p>
        </p:txBody>
      </p:sp>
      <p:sp>
        <p:nvSpPr>
          <p:cNvPr id="6" name="Text Placeholder 5">
            <a:extLst>
              <a:ext uri="{FF2B5EF4-FFF2-40B4-BE49-F238E27FC236}">
                <a16:creationId xmlns:a16="http://schemas.microsoft.com/office/drawing/2014/main" id="{724D6CD5-098A-60A8-60EF-6835A375DF5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40528079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04589-9C18-8007-6D48-D63A746F6B5F}"/>
              </a:ext>
            </a:extLst>
          </p:cNvPr>
          <p:cNvSpPr>
            <a:spLocks noGrp="1"/>
          </p:cNvSpPr>
          <p:nvPr>
            <p:ph type="title"/>
          </p:nvPr>
        </p:nvSpPr>
        <p:spPr/>
        <p:txBody>
          <a:bodyPr/>
          <a:lstStyle/>
          <a:p>
            <a:endParaRPr lang="en-US"/>
          </a:p>
        </p:txBody>
      </p:sp>
      <p:sp>
        <p:nvSpPr>
          <p:cNvPr id="4" name="Media Placeholder 3">
            <a:extLst>
              <a:ext uri="{FF2B5EF4-FFF2-40B4-BE49-F238E27FC236}">
                <a16:creationId xmlns:a16="http://schemas.microsoft.com/office/drawing/2014/main" id="{B7A34527-CDB6-B44A-42BE-3ADA9CBC36DD}"/>
              </a:ext>
            </a:extLst>
          </p:cNvPr>
          <p:cNvSpPr>
            <a:spLocks noGrp="1"/>
          </p:cNvSpPr>
          <p:nvPr>
            <p:ph type="media" sz="quarter" idx="13"/>
          </p:nvPr>
        </p:nvSpPr>
        <p:spPr/>
        <p:txBody>
          <a:bodyPr/>
          <a:lstStyle/>
          <a:p>
            <a:endParaRPr lang="en-US"/>
          </a:p>
        </p:txBody>
      </p:sp>
    </p:spTree>
    <p:extLst>
      <p:ext uri="{BB962C8B-B14F-4D97-AF65-F5344CB8AC3E}">
        <p14:creationId xmlns:p14="http://schemas.microsoft.com/office/powerpoint/2010/main" val="41427049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2450-E346-9E67-E925-9FC3923995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E4BD6C-ED54-B70D-7782-6F0AAD426C81}"/>
              </a:ext>
            </a:extLst>
          </p:cNvPr>
          <p:cNvSpPr>
            <a:spLocks noGrp="1"/>
          </p:cNvSpPr>
          <p:nvPr>
            <p:ph type="body" sz="quarter" idx="29"/>
          </p:nvPr>
        </p:nvSpPr>
        <p:spPr/>
        <p:txBody>
          <a:bodyPr/>
          <a:lstStyle/>
          <a:p>
            <a:r>
              <a:rPr lang="en-US"/>
              <a:t>10</a:t>
            </a:r>
          </a:p>
        </p:txBody>
      </p:sp>
      <p:sp>
        <p:nvSpPr>
          <p:cNvPr id="3" name="Title 2">
            <a:extLst>
              <a:ext uri="{FF2B5EF4-FFF2-40B4-BE49-F238E27FC236}">
                <a16:creationId xmlns:a16="http://schemas.microsoft.com/office/drawing/2014/main" id="{45FFD78D-CBC0-DDE1-E9A7-3DE477A5C049}"/>
              </a:ext>
            </a:extLst>
          </p:cNvPr>
          <p:cNvSpPr>
            <a:spLocks noGrp="1"/>
          </p:cNvSpPr>
          <p:nvPr>
            <p:ph type="ctrTitle"/>
          </p:nvPr>
        </p:nvSpPr>
        <p:spPr/>
        <p:txBody>
          <a:bodyPr/>
          <a:lstStyle/>
          <a:p>
            <a:r>
              <a:rPr lang="en-US"/>
              <a:t>THANK YOU &amp; </a:t>
            </a:r>
            <a:br>
              <a:rPr lang="en-US"/>
            </a:br>
            <a:r>
              <a:rPr lang="en-US"/>
              <a:t>CONTACT SLIDES</a:t>
            </a:r>
          </a:p>
        </p:txBody>
      </p:sp>
    </p:spTree>
    <p:extLst>
      <p:ext uri="{BB962C8B-B14F-4D97-AF65-F5344CB8AC3E}">
        <p14:creationId xmlns:p14="http://schemas.microsoft.com/office/powerpoint/2010/main" val="194179253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CDE82A-DD57-6CB9-1BC3-D62967EED66A}"/>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88141185-2151-5461-1B27-F3EF7F88705A}"/>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40F58F35-BAC0-302D-AAE8-4F47358AB22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24751098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D9CF-D039-BB5A-E0AF-0A3076970224}"/>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2598341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2755A3-78C2-9B1D-680E-DDAF476A85A9}"/>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51A53237-FCC1-A785-2842-5F500493F854}"/>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5C2FFEEC-4026-C475-6954-07D6548EAF36}"/>
              </a:ext>
            </a:extLst>
          </p:cNvPr>
          <p:cNvSpPr>
            <a:spLocks noGrp="1"/>
          </p:cNvSpPr>
          <p:nvPr>
            <p:ph type="body" sz="quarter" idx="11"/>
          </p:nvPr>
        </p:nvSpPr>
        <p:spPr/>
        <p:txBody>
          <a:bodyPr/>
          <a:lstStyle/>
          <a:p>
            <a:pPr marL="137160" indent="-137160"/>
            <a:endParaRPr lang="en-US" dirty="0"/>
          </a:p>
        </p:txBody>
      </p:sp>
      <p:sp>
        <p:nvSpPr>
          <p:cNvPr id="13" name="Text Placeholder 12">
            <a:extLst>
              <a:ext uri="{FF2B5EF4-FFF2-40B4-BE49-F238E27FC236}">
                <a16:creationId xmlns:a16="http://schemas.microsoft.com/office/drawing/2014/main" id="{3BEFAC45-9224-CD77-6EF9-273297FB2E83}"/>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2E80CF8B-21CF-DD5D-43ED-5643423318E8}"/>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6129A4CE-C34D-E402-2983-5E8D0BD95260}"/>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C4CFFAE2-9882-8A42-72D2-3BFA65D26F08}"/>
              </a:ext>
            </a:extLst>
          </p:cNvPr>
          <p:cNvSpPr>
            <a:spLocks noGrp="1"/>
          </p:cNvSpPr>
          <p:nvPr>
            <p:ph type="body" sz="quarter" idx="37"/>
          </p:nvPr>
        </p:nvSpPr>
        <p:spPr/>
        <p:txBody>
          <a:bodyPr/>
          <a:lstStyle/>
          <a:p>
            <a:endParaRPr lang="en-US"/>
          </a:p>
        </p:txBody>
      </p:sp>
      <p:sp>
        <p:nvSpPr>
          <p:cNvPr id="16" name="Text Placeholder 15">
            <a:extLst>
              <a:ext uri="{FF2B5EF4-FFF2-40B4-BE49-F238E27FC236}">
                <a16:creationId xmlns:a16="http://schemas.microsoft.com/office/drawing/2014/main" id="{B73EA3E2-6C40-71FE-B6A5-CE541482E509}"/>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302234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4EDD00C-E332-D019-646A-626ECD75DE88}"/>
              </a:ext>
            </a:extLst>
          </p:cNvPr>
          <p:cNvSpPr>
            <a:spLocks noGrp="1"/>
          </p:cNvSpPr>
          <p:nvPr>
            <p:ph type="pic" sz="quarter" idx="10"/>
          </p:nvPr>
        </p:nvSpPr>
        <p:spPr/>
        <p:txBody>
          <a:bodyPr/>
          <a:lstStyle/>
          <a:p>
            <a:endParaRPr lang="en-US"/>
          </a:p>
        </p:txBody>
      </p:sp>
      <p:sp>
        <p:nvSpPr>
          <p:cNvPr id="7" name="Title 6">
            <a:extLst>
              <a:ext uri="{FF2B5EF4-FFF2-40B4-BE49-F238E27FC236}">
                <a16:creationId xmlns:a16="http://schemas.microsoft.com/office/drawing/2014/main" id="{5A6A6BDA-72F3-6085-DCC7-A1335AEA2347}"/>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BA2A2A24-3449-7E3E-F23D-C37FB291527F}"/>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F9CED530-DE11-2B3D-F4E7-973910F1A8EF}"/>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4849CB00-6650-4DDD-B352-419C18824AB6}"/>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151295887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FA20-25C8-F399-7E95-863D6267A502}"/>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5930B491-FAF3-AB6D-3556-708CFCA842FC}"/>
              </a:ext>
            </a:extLst>
          </p:cNvPr>
          <p:cNvSpPr>
            <a:spLocks noGrp="1"/>
          </p:cNvSpPr>
          <p:nvPr>
            <p:ph type="pic" sz="quarter" idx="10"/>
          </p:nvPr>
        </p:nvSpPr>
        <p:spPr/>
        <p:txBody>
          <a:bodyPr/>
          <a:lstStyle/>
          <a:p>
            <a:endParaRPr lang="en-US"/>
          </a:p>
        </p:txBody>
      </p:sp>
      <p:sp>
        <p:nvSpPr>
          <p:cNvPr id="4" name="Text Placeholder 3">
            <a:extLst>
              <a:ext uri="{FF2B5EF4-FFF2-40B4-BE49-F238E27FC236}">
                <a16:creationId xmlns:a16="http://schemas.microsoft.com/office/drawing/2014/main" id="{CB6DFC20-60F5-772F-BCBF-54ABA9967964}"/>
              </a:ext>
            </a:extLst>
          </p:cNvPr>
          <p:cNvSpPr>
            <a:spLocks noGrp="1"/>
          </p:cNvSpPr>
          <p:nvPr>
            <p:ph type="body" sz="quarter" idx="24"/>
          </p:nvPr>
        </p:nvSpPr>
        <p:spPr/>
        <p:txBody>
          <a:bodyPr/>
          <a:lstStyle/>
          <a:p>
            <a:endParaRPr lang="en-US"/>
          </a:p>
        </p:txBody>
      </p:sp>
      <p:sp>
        <p:nvSpPr>
          <p:cNvPr id="5" name="Text Placeholder 4">
            <a:extLst>
              <a:ext uri="{FF2B5EF4-FFF2-40B4-BE49-F238E27FC236}">
                <a16:creationId xmlns:a16="http://schemas.microsoft.com/office/drawing/2014/main" id="{192F8283-FB76-7897-079E-5FCABCE10B48}"/>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F3B5E3A5-8687-327D-4635-7EC3DF847A65}"/>
              </a:ext>
            </a:extLst>
          </p:cNvPr>
          <p:cNvSpPr>
            <a:spLocks noGrp="1"/>
          </p:cNvSpPr>
          <p:nvPr>
            <p:ph type="body" sz="quarter" idx="33"/>
          </p:nvPr>
        </p:nvSpPr>
        <p:spPr/>
        <p:txBody>
          <a:bodyPr/>
          <a:lstStyle/>
          <a:p>
            <a:endParaRPr lang="en-US"/>
          </a:p>
        </p:txBody>
      </p:sp>
      <p:sp>
        <p:nvSpPr>
          <p:cNvPr id="8" name="Text Placeholder 7">
            <a:extLst>
              <a:ext uri="{FF2B5EF4-FFF2-40B4-BE49-F238E27FC236}">
                <a16:creationId xmlns:a16="http://schemas.microsoft.com/office/drawing/2014/main" id="{700B03A8-0252-0041-15EE-92E0D21C5653}"/>
              </a:ext>
            </a:extLst>
          </p:cNvPr>
          <p:cNvSpPr>
            <a:spLocks noGrp="1"/>
          </p:cNvSpPr>
          <p:nvPr>
            <p:ph type="body" sz="quarter" idx="37"/>
          </p:nvPr>
        </p:nvSpPr>
        <p:spPr/>
        <p:txBody>
          <a:bodyPr/>
          <a:lstStyle/>
          <a:p>
            <a:endParaRPr lang="en-US"/>
          </a:p>
        </p:txBody>
      </p:sp>
      <p:sp>
        <p:nvSpPr>
          <p:cNvPr id="7" name="Text Placeholder 6">
            <a:extLst>
              <a:ext uri="{FF2B5EF4-FFF2-40B4-BE49-F238E27FC236}">
                <a16:creationId xmlns:a16="http://schemas.microsoft.com/office/drawing/2014/main" id="{05102162-E024-EDFC-F4C3-E2CDF86A987A}"/>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8139351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D875-F7FB-5677-6FBA-90FFEF13564B}"/>
              </a:ext>
            </a:extLst>
          </p:cNvPr>
          <p:cNvSpPr>
            <a:spLocks noGrp="1"/>
          </p:cNvSpPr>
          <p:nvPr>
            <p:ph type="title"/>
          </p:nvPr>
        </p:nvSpPr>
        <p:spPr>
          <a:xfrm>
            <a:off x="731520" y="2066474"/>
            <a:ext cx="10698480" cy="2141611"/>
          </a:xfrm>
        </p:spPr>
        <p:txBody>
          <a:bodyPr/>
          <a:lstStyle/>
          <a:p>
            <a:r>
              <a:rPr lang="en-US"/>
              <a:t>Thank You!</a:t>
            </a:r>
          </a:p>
        </p:txBody>
      </p:sp>
      <p:sp>
        <p:nvSpPr>
          <p:cNvPr id="10" name="Text Placeholder 9">
            <a:extLst>
              <a:ext uri="{FF2B5EF4-FFF2-40B4-BE49-F238E27FC236}">
                <a16:creationId xmlns:a16="http://schemas.microsoft.com/office/drawing/2014/main" id="{BC3DAF54-8661-9A50-F83F-FFC050D67A0B}"/>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35BF964C-8CBD-E295-8978-5B6D0560C993}"/>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58444596-831F-BDFF-F96E-0E2B7FF9BCB0}"/>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28499999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79138-8527-7556-5A68-1F0BC7F7AD8D}"/>
              </a:ext>
            </a:extLst>
          </p:cNvPr>
          <p:cNvSpPr>
            <a:spLocks noGrp="1"/>
          </p:cNvSpPr>
          <p:nvPr>
            <p:ph type="title"/>
          </p:nvPr>
        </p:nvSpPr>
        <p:spPr>
          <a:xfrm>
            <a:off x="731520" y="1912468"/>
            <a:ext cx="10698480" cy="2141611"/>
          </a:xfrm>
        </p:spPr>
        <p:txBody>
          <a:bodyPr/>
          <a:lstStyle/>
          <a:p>
            <a:r>
              <a:rPr lang="en-US"/>
              <a:t>Questions?</a:t>
            </a:r>
          </a:p>
        </p:txBody>
      </p:sp>
      <p:sp>
        <p:nvSpPr>
          <p:cNvPr id="10" name="Text Placeholder 9">
            <a:extLst>
              <a:ext uri="{FF2B5EF4-FFF2-40B4-BE49-F238E27FC236}">
                <a16:creationId xmlns:a16="http://schemas.microsoft.com/office/drawing/2014/main" id="{B060CBA7-322E-8A4C-FA6D-49EF1949FE7F}"/>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93567636-9A49-960F-A7B0-BC814AC088C0}"/>
              </a:ext>
            </a:extLst>
          </p:cNvPr>
          <p:cNvSpPr>
            <a:spLocks noGrp="1"/>
          </p:cNvSpPr>
          <p:nvPr>
            <p:ph type="body" sz="quarter" idx="11"/>
          </p:nvPr>
        </p:nvSpPr>
        <p:spPr/>
        <p:txBody>
          <a:bodyPr/>
          <a:lstStyle/>
          <a:p>
            <a:endParaRPr lang="en-US"/>
          </a:p>
        </p:txBody>
      </p:sp>
      <p:sp>
        <p:nvSpPr>
          <p:cNvPr id="12" name="Text Placeholder 11">
            <a:extLst>
              <a:ext uri="{FF2B5EF4-FFF2-40B4-BE49-F238E27FC236}">
                <a16:creationId xmlns:a16="http://schemas.microsoft.com/office/drawing/2014/main" id="{DAF8D9D9-5BFE-28EF-616E-8163185A887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70509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BC54-09AE-2BFD-C9B2-2D242214DFEF}"/>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9941BF6B-A205-763C-8ACA-105DB8933921}"/>
              </a:ext>
            </a:extLst>
          </p:cNvPr>
          <p:cNvPicPr>
            <a:picLocks noChangeAspect="1"/>
          </p:cNvPicPr>
          <p:nvPr/>
        </p:nvPicPr>
        <p:blipFill>
          <a:blip r:embed="rId2"/>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C069788C-C763-1AA2-3114-D3E0A1D41F20}"/>
              </a:ext>
            </a:extLst>
          </p:cNvPr>
          <p:cNvPicPr>
            <a:picLocks noChangeAspect="1"/>
          </p:cNvPicPr>
          <p:nvPr/>
        </p:nvPicPr>
        <p:blipFill>
          <a:blip r:embed="rId3">
            <a:extLst>
              <a:ext uri="{96DAC541-7B7A-43D3-8B79-37D633B846F1}">
                <asvg:svgBlip xmlns:asvg="http://schemas.microsoft.com/office/drawing/2016/SVG/main" r:embed="rId4"/>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7D256EDC-73ED-9A8F-7E8C-26D63D136860}"/>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F6146C5E-3E6F-1036-7192-89C190FD9E7A}"/>
              </a:ext>
            </a:extLst>
          </p:cNvPr>
          <p:cNvPicPr>
            <a:picLocks noChangeAspect="1"/>
          </p:cNvPicPr>
          <p:nvPr/>
        </p:nvPicPr>
        <p:blipFill>
          <a:blip r:embed="rId5">
            <a:extLst>
              <a:ext uri="{96DAC541-7B7A-43D3-8B79-37D633B846F1}">
                <asvg:svgBlip xmlns:asvg="http://schemas.microsoft.com/office/drawing/2016/SVG/main" r:embed="rId6"/>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6CBB333A-8F35-A653-DC56-9E99CDCA6C09}"/>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hlinkClick r:id="rId7"/>
              </a:rPr>
              <a:t>cpcc.edu</a:t>
            </a:r>
            <a:endParaRPr lang="en-US" sz="2000" b="0" i="0">
              <a:solidFill>
                <a:schemeClr val="tx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CAC9202B-F714-F3DF-3631-BF038098B0C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076525FB-05FA-222A-08EE-27BB822EC32B}"/>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tx2"/>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273050185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F105-74CC-D6B0-F41E-F765FB330959}"/>
              </a:ext>
            </a:extLst>
          </p:cNvPr>
          <p:cNvSpPr>
            <a:spLocks noGrp="1"/>
          </p:cNvSpPr>
          <p:nvPr>
            <p:ph type="title"/>
          </p:nvPr>
        </p:nvSpPr>
        <p:spPr>
          <a:xfrm>
            <a:off x="731520" y="-731520"/>
            <a:ext cx="10698480" cy="731520"/>
          </a:xfrm>
        </p:spPr>
        <p:txBody>
          <a:bodyPr/>
          <a:lstStyle/>
          <a:p>
            <a:endParaRPr lang="en-US"/>
          </a:p>
        </p:txBody>
      </p:sp>
      <p:pic>
        <p:nvPicPr>
          <p:cNvPr id="3" name="Picture 2" descr="Central Piedmont Community College logo icon">
            <a:extLst>
              <a:ext uri="{FF2B5EF4-FFF2-40B4-BE49-F238E27FC236}">
                <a16:creationId xmlns:a16="http://schemas.microsoft.com/office/drawing/2014/main" id="{5B8FC3B5-30C5-5602-67FA-0CB728B0CFF3}"/>
              </a:ext>
            </a:extLst>
          </p:cNvPr>
          <p:cNvPicPr>
            <a:picLocks noChangeAspect="1"/>
          </p:cNvPicPr>
          <p:nvPr/>
        </p:nvPicPr>
        <p:blipFill>
          <a:blip r:embed="rId3"/>
          <a:stretch>
            <a:fillRect/>
          </a:stretch>
        </p:blipFill>
        <p:spPr>
          <a:xfrm>
            <a:off x="2048044" y="2377797"/>
            <a:ext cx="2137753" cy="2149782"/>
          </a:xfrm>
          <a:prstGeom prst="rect">
            <a:avLst/>
          </a:prstGeom>
        </p:spPr>
      </p:pic>
      <p:pic>
        <p:nvPicPr>
          <p:cNvPr id="4" name="Graphic 3" descr="Telephone icon">
            <a:extLst>
              <a:ext uri="{FF2B5EF4-FFF2-40B4-BE49-F238E27FC236}">
                <a16:creationId xmlns:a16="http://schemas.microsoft.com/office/drawing/2014/main" id="{A59CFC41-D3BB-832F-BA9C-1F71CAC83FBE}"/>
              </a:ext>
            </a:extLst>
          </p:cNvPr>
          <p:cNvPicPr>
            <a:picLocks noChangeAspect="1"/>
          </p:cNvPicPr>
          <p:nvPr/>
        </p:nvPicPr>
        <p:blipFill>
          <a:blip r:embed="rId4">
            <a:extLst>
              <a:ext uri="{96DAC541-7B7A-43D3-8B79-37D633B846F1}">
                <asvg:svgBlip xmlns:asvg="http://schemas.microsoft.com/office/drawing/2016/SVG/main" r:embed="rId5"/>
              </a:ext>
            </a:extLst>
          </a:blip>
          <a:srcRect l="-7538" t="-4892" r="-5837" b="-6700"/>
          <a:stretch>
            <a:fillRect/>
          </a:stretch>
        </p:blipFill>
        <p:spPr>
          <a:xfrm>
            <a:off x="5389714" y="2266731"/>
            <a:ext cx="669158" cy="658648"/>
          </a:xfrm>
          <a:prstGeom prst="rect">
            <a:avLst/>
          </a:prstGeom>
        </p:spPr>
      </p:pic>
      <p:sp>
        <p:nvSpPr>
          <p:cNvPr id="5" name="TextBox 4">
            <a:extLst>
              <a:ext uri="{FF2B5EF4-FFF2-40B4-BE49-F238E27FC236}">
                <a16:creationId xmlns:a16="http://schemas.microsoft.com/office/drawing/2014/main" id="{CF83B8CA-E435-15A4-2C37-4BE15DA9CA33}"/>
              </a:ext>
            </a:extLst>
          </p:cNvPr>
          <p:cNvSpPr txBox="1"/>
          <p:nvPr/>
        </p:nvSpPr>
        <p:spPr>
          <a:xfrm>
            <a:off x="6150496" y="2377797"/>
            <a:ext cx="2268940"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704-330-2722</a:t>
            </a:r>
          </a:p>
        </p:txBody>
      </p:sp>
      <p:pic>
        <p:nvPicPr>
          <p:cNvPr id="6" name="Graphic 5" descr="Globe and magnifying glass icons">
            <a:extLst>
              <a:ext uri="{FF2B5EF4-FFF2-40B4-BE49-F238E27FC236}">
                <a16:creationId xmlns:a16="http://schemas.microsoft.com/office/drawing/2014/main" id="{46D9DB7C-932D-34B3-95EF-AA0C35D738E4}"/>
              </a:ext>
            </a:extLst>
          </p:cNvPr>
          <p:cNvPicPr>
            <a:picLocks noChangeAspect="1"/>
          </p:cNvPicPr>
          <p:nvPr/>
        </p:nvPicPr>
        <p:blipFill>
          <a:blip r:embed="rId6">
            <a:extLst>
              <a:ext uri="{96DAC541-7B7A-43D3-8B79-37D633B846F1}">
                <asvg:svgBlip xmlns:asvg="http://schemas.microsoft.com/office/drawing/2016/SVG/main" r:embed="rId7"/>
              </a:ext>
            </a:extLst>
          </a:blip>
          <a:srcRect l="-7537" t="-11593" r="-11064" b="-12474"/>
          <a:stretch>
            <a:fillRect/>
          </a:stretch>
        </p:blipFill>
        <p:spPr>
          <a:xfrm>
            <a:off x="5374290" y="3065467"/>
            <a:ext cx="700006" cy="732271"/>
          </a:xfrm>
          <a:prstGeom prst="rect">
            <a:avLst/>
          </a:prstGeom>
        </p:spPr>
      </p:pic>
      <p:sp>
        <p:nvSpPr>
          <p:cNvPr id="7" name="TextBox 6">
            <a:extLst>
              <a:ext uri="{FF2B5EF4-FFF2-40B4-BE49-F238E27FC236}">
                <a16:creationId xmlns:a16="http://schemas.microsoft.com/office/drawing/2014/main" id="{0B19ABCC-A97A-BEB2-C0E3-3BDEC7BC87F3}"/>
              </a:ext>
            </a:extLst>
          </p:cNvPr>
          <p:cNvSpPr txBox="1"/>
          <p:nvPr/>
        </p:nvSpPr>
        <p:spPr>
          <a:xfrm>
            <a:off x="6150496" y="3221953"/>
            <a:ext cx="3333741" cy="400110"/>
          </a:xfrm>
          <a:prstGeom prst="rect">
            <a:avLst/>
          </a:prstGeom>
          <a:noFill/>
        </p:spPr>
        <p:txBody>
          <a:bodyPr wrap="square" lIns="0" rtlCol="0">
            <a:spAutoFit/>
          </a:bodyPr>
          <a:lstStyle/>
          <a:p>
            <a:r>
              <a:rPr lang="en-US" sz="2000" b="0" i="0">
                <a:solidFill>
                  <a:schemeClr val="bg2"/>
                </a:solidFill>
                <a:latin typeface="Franklin Gothic Book" panose="020B05030201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cpcc.edu</a:t>
            </a:r>
            <a:endParaRPr lang="en-US" sz="2000" b="0" i="0">
              <a:solidFill>
                <a:schemeClr val="bg2"/>
              </a:solidFill>
              <a:latin typeface="Franklin Gothic Book" panose="020B0503020102020204" pitchFamily="34" charset="0"/>
              <a:cs typeface="Arial" panose="020B0604020202020204" pitchFamily="34" charset="0"/>
            </a:endParaRPr>
          </a:p>
        </p:txBody>
      </p:sp>
      <p:pic>
        <p:nvPicPr>
          <p:cNvPr id="8" name="Graphic 7" descr="location indicator icon">
            <a:extLst>
              <a:ext uri="{FF2B5EF4-FFF2-40B4-BE49-F238E27FC236}">
                <a16:creationId xmlns:a16="http://schemas.microsoft.com/office/drawing/2014/main" id="{8BD59A87-CA8E-E724-7AAB-9C7C49B4AC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38481" y="3972170"/>
            <a:ext cx="371624" cy="590226"/>
          </a:xfrm>
          <a:prstGeom prst="rect">
            <a:avLst/>
          </a:prstGeom>
        </p:spPr>
      </p:pic>
      <p:sp>
        <p:nvSpPr>
          <p:cNvPr id="9" name="TextBox 8">
            <a:extLst>
              <a:ext uri="{FF2B5EF4-FFF2-40B4-BE49-F238E27FC236}">
                <a16:creationId xmlns:a16="http://schemas.microsoft.com/office/drawing/2014/main" id="{B0E305F1-9114-21CB-9E83-720AA69DDD67}"/>
              </a:ext>
            </a:extLst>
          </p:cNvPr>
          <p:cNvSpPr txBox="1"/>
          <p:nvPr/>
        </p:nvSpPr>
        <p:spPr>
          <a:xfrm>
            <a:off x="6150496" y="4066109"/>
            <a:ext cx="5473857" cy="400110"/>
          </a:xfrm>
          <a:prstGeom prst="rect">
            <a:avLst/>
          </a:prstGeom>
          <a:noFill/>
        </p:spPr>
        <p:txBody>
          <a:bodyPr wrap="square" lIns="0" rtlCol="0">
            <a:spAutoFit/>
          </a:bodyPr>
          <a:lstStyle/>
          <a:p>
            <a:r>
              <a:rPr lang="en-US" sz="2000" b="0" i="0">
                <a:solidFill>
                  <a:schemeClr val="bg1"/>
                </a:solidFill>
                <a:latin typeface="Franklin Gothic Book" panose="020B0503020102020204" pitchFamily="34" charset="0"/>
                <a:cs typeface="Arial" panose="020B0604020202020204" pitchFamily="34" charset="0"/>
              </a:rPr>
              <a:t>1201 Elizabeth Ave, Charlotte, NC 28204</a:t>
            </a:r>
          </a:p>
        </p:txBody>
      </p:sp>
    </p:spTree>
    <p:extLst>
      <p:ext uri="{BB962C8B-B14F-4D97-AF65-F5344CB8AC3E}">
        <p14:creationId xmlns:p14="http://schemas.microsoft.com/office/powerpoint/2010/main" val="34789037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5AC0-DA44-988E-A7CB-2194910B8967}"/>
              </a:ext>
            </a:extLst>
          </p:cNvPr>
          <p:cNvSpPr>
            <a:spLocks noGrp="1"/>
          </p:cNvSpPr>
          <p:nvPr>
            <p:ph type="title"/>
          </p:nvPr>
        </p:nvSpPr>
        <p:spPr>
          <a:xfrm>
            <a:off x="731520" y="-731520"/>
            <a:ext cx="10698480" cy="731520"/>
          </a:xfrm>
        </p:spPr>
        <p:txBody>
          <a:bodyPr/>
          <a:lstStyle/>
          <a:p>
            <a:r>
              <a:rPr lang="en-US" dirty="0"/>
              <a:t>Add a title for </a:t>
            </a:r>
            <a:r>
              <a:rPr lang="en-US"/>
              <a:t>a screen reader</a:t>
            </a:r>
            <a:endParaRPr lang="en-US" dirty="0"/>
          </a:p>
        </p:txBody>
      </p:sp>
      <p:pic>
        <p:nvPicPr>
          <p:cNvPr id="3" name="Graphic 2" descr="Central Piedmont Community College logo">
            <a:extLst>
              <a:ext uri="{FF2B5EF4-FFF2-40B4-BE49-F238E27FC236}">
                <a16:creationId xmlns:a16="http://schemas.microsoft.com/office/drawing/2014/main" id="{3DA4B6A8-9F57-C434-DBA9-B355F8BA83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9" y="2584173"/>
            <a:ext cx="7772395" cy="1689651"/>
          </a:xfrm>
          <a:prstGeom prst="rect">
            <a:avLst/>
          </a:prstGeom>
        </p:spPr>
      </p:pic>
    </p:spTree>
    <p:extLst>
      <p:ext uri="{BB962C8B-B14F-4D97-AF65-F5344CB8AC3E}">
        <p14:creationId xmlns:p14="http://schemas.microsoft.com/office/powerpoint/2010/main" val="4441693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F504-A6DE-7F13-D391-77A98A5C44DD}"/>
              </a:ext>
            </a:extLst>
          </p:cNvPr>
          <p:cNvSpPr>
            <a:spLocks noGrp="1"/>
          </p:cNvSpPr>
          <p:nvPr>
            <p:ph type="title"/>
          </p:nvPr>
        </p:nvSpPr>
        <p:spPr>
          <a:xfrm>
            <a:off x="731520" y="-755151"/>
            <a:ext cx="10698480" cy="731520"/>
          </a:xfrm>
        </p:spPr>
        <p:txBody>
          <a:bodyPr/>
          <a:lstStyle/>
          <a:p>
            <a:r>
              <a:rPr lang="en-US" dirty="0">
                <a:solidFill>
                  <a:schemeClr val="tx2"/>
                </a:solidFill>
              </a:rPr>
              <a:t>Add a title for a screen reader</a:t>
            </a:r>
          </a:p>
        </p:txBody>
      </p:sp>
      <p:pic>
        <p:nvPicPr>
          <p:cNvPr id="3" name="Graphic 2" descr="Central Piedmont Community College logo">
            <a:extLst>
              <a:ext uri="{FF2B5EF4-FFF2-40B4-BE49-F238E27FC236}">
                <a16:creationId xmlns:a16="http://schemas.microsoft.com/office/drawing/2014/main" id="{A69A2A4A-F643-D53D-7949-8383876990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09798" y="2584172"/>
            <a:ext cx="7772395" cy="1689651"/>
          </a:xfrm>
          <a:prstGeom prst="rect">
            <a:avLst/>
          </a:prstGeom>
        </p:spPr>
      </p:pic>
    </p:spTree>
    <p:extLst>
      <p:ext uri="{BB962C8B-B14F-4D97-AF65-F5344CB8AC3E}">
        <p14:creationId xmlns:p14="http://schemas.microsoft.com/office/powerpoint/2010/main" val="3944848857"/>
      </p:ext>
    </p:extLst>
  </p:cSld>
  <p:clrMapOvr>
    <a:masterClrMapping/>
  </p:clrMapOvr>
</p:sld>
</file>

<file path=ppt/theme/theme1.xml><?xml version="1.0" encoding="utf-8"?>
<a:theme xmlns:a="http://schemas.openxmlformats.org/drawingml/2006/main" name="Title, Section Divider, TOC, Agenda">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00350F70-52CC-E542-B0A8-84BE19C04E0F}"/>
    </a:ext>
  </a:extLst>
</a:theme>
</file>

<file path=ppt/theme/theme2.xml><?xml version="1.0" encoding="utf-8"?>
<a:theme xmlns:a="http://schemas.openxmlformats.org/drawingml/2006/main" name="Text, Image, Team, Graphic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3A269"/>
        </a:solidFill>
        <a:ln w="12700" cap="flat">
          <a:noFill/>
          <a:prstDash val="solid"/>
          <a:miter/>
        </a:ln>
      </a:spPr>
      <a:bodyPr lIns="365760" tIns="0" rIns="0" bIns="0" rtlCol="0" anchor="ctr"/>
      <a:lstStyle>
        <a:defPPr marL="0" marR="0" indent="0" algn="l" defTabSz="914400" rtl="0" eaLnBrk="1" fontAlgn="auto" latinLnBrk="0" hangingPunct="1">
          <a:lnSpc>
            <a:spcPct val="100000"/>
          </a:lnSpc>
          <a:spcBef>
            <a:spcPts val="0"/>
          </a:spcBef>
          <a:spcAft>
            <a:spcPts val="0"/>
          </a:spcAft>
          <a:buClrTx/>
          <a:buSzTx/>
          <a:buFontTx/>
          <a:buNone/>
          <a:tabLst/>
          <a:defRPr sz="1800" dirty="0" smtClean="0">
            <a:solidFill>
              <a:schemeClr val="tx1"/>
            </a:solidFill>
            <a:latin typeface="Franklin Gothic Medium" panose="020B0603020102020204" pitchFamily="34" charset="0"/>
          </a:defRPr>
        </a:defPPr>
      </a:lstStyle>
    </a:spDef>
    <a:lnDef>
      <a:spPr>
        <a:ln>
          <a:solidFill>
            <a:schemeClr val="accent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331EF6C-3C58-824F-B171-3671F2D20703}"/>
    </a:ext>
  </a:extLst>
</a:theme>
</file>

<file path=ppt/theme/theme3.xml><?xml version="1.0" encoding="utf-8"?>
<a:theme xmlns:a="http://schemas.openxmlformats.org/drawingml/2006/main" name="Executive Summary">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255D51CC-CAE8-584F-AC11-D6C032C96B64}"/>
    </a:ext>
  </a:extLst>
</a:theme>
</file>

<file path=ppt/theme/theme4.xml><?xml version="1.0" encoding="utf-8"?>
<a:theme xmlns:a="http://schemas.openxmlformats.org/drawingml/2006/main" name="Quotes">
  <a:themeElements>
    <a:clrScheme name="Central Piedmont Community College">
      <a:dk1>
        <a:srgbClr val="000000"/>
      </a:dk1>
      <a:lt1>
        <a:sysClr val="window" lastClr="FFFFFF"/>
      </a:lt1>
      <a:dk2>
        <a:srgbClr val="54565B"/>
      </a:dk2>
      <a:lt2>
        <a:srgbClr val="F0F0F0"/>
      </a:lt2>
      <a:accent1>
        <a:srgbClr val="B6A269"/>
      </a:accent1>
      <a:accent2>
        <a:srgbClr val="005F80"/>
      </a:accent2>
      <a:accent3>
        <a:srgbClr val="642667"/>
      </a:accent3>
      <a:accent4>
        <a:srgbClr val="F1C400"/>
      </a:accent4>
      <a:accent5>
        <a:srgbClr val="D45D00"/>
      </a:accent5>
      <a:accent6>
        <a:srgbClr val="9A9CA0"/>
      </a:accent6>
      <a:hlink>
        <a:srgbClr val="00316F"/>
      </a:hlink>
      <a:folHlink>
        <a:srgbClr val="853A84"/>
      </a:folHlink>
    </a:clrScheme>
    <a:fontScheme name="Central Piedmo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7C888C4D-FD38-604C-9426-B050F7829DB5}"/>
    </a:ext>
  </a:extLst>
</a:theme>
</file>

<file path=ppt/theme/theme5.xml><?xml version="1.0" encoding="utf-8"?>
<a:theme xmlns:a="http://schemas.openxmlformats.org/drawingml/2006/main" name="Questions, Thank You, Contact">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64B219C2-EF45-444C-BA1F-52EEAD8A1985}"/>
    </a:ext>
  </a:extLst>
</a:theme>
</file>

<file path=ppt/theme/theme6.xml><?xml version="1.0" encoding="utf-8"?>
<a:theme xmlns:a="http://schemas.openxmlformats.org/drawingml/2006/main" name="Icons">
  <a:themeElements>
    <a:clrScheme name="CPCC 2025-07">
      <a:dk1>
        <a:srgbClr val="000000"/>
      </a:dk1>
      <a:lt1>
        <a:srgbClr val="FFFFFF"/>
      </a:lt1>
      <a:dk2>
        <a:srgbClr val="545659"/>
      </a:dk2>
      <a:lt2>
        <a:srgbClr val="F0F0F0"/>
      </a:lt2>
      <a:accent1>
        <a:srgbClr val="B3A269"/>
      </a:accent1>
      <a:accent2>
        <a:srgbClr val="005D83"/>
      </a:accent2>
      <a:accent3>
        <a:srgbClr val="D65F00"/>
      </a:accent3>
      <a:accent4>
        <a:srgbClr val="F3C300"/>
      </a:accent4>
      <a:accent5>
        <a:srgbClr val="672666"/>
      </a:accent5>
      <a:accent6>
        <a:srgbClr val="4EA72E"/>
      </a:accent6>
      <a:hlink>
        <a:srgbClr val="00306F"/>
      </a:hlink>
      <a:folHlink>
        <a:srgbClr val="96607D"/>
      </a:folHlink>
    </a:clrScheme>
    <a:fontScheme name="Central Piedmont Power Point">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ntralPiedmont_Presentation Template_2025-11-20" id="{D5238206-D340-E44E-9F83-78CCA3268D0F}" vid="{C99DB327-DC22-CA48-90AA-6F1C645A8095}"/>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rgbClr val="636466"/>
    </a:dk1>
    <a:lt1>
      <a:srgbClr val="FFFFFF"/>
    </a:lt1>
    <a:dk2>
      <a:srgbClr val="636466"/>
    </a:dk2>
    <a:lt2>
      <a:srgbClr val="FFFFFF"/>
    </a:lt2>
    <a:accent1>
      <a:srgbClr val="007396"/>
    </a:accent1>
    <a:accent2>
      <a:srgbClr val="632566"/>
    </a:accent2>
    <a:accent3>
      <a:srgbClr val="83BD00"/>
    </a:accent3>
    <a:accent4>
      <a:srgbClr val="B6A169"/>
    </a:accent4>
    <a:accent5>
      <a:srgbClr val="862533"/>
    </a:accent5>
    <a:accent6>
      <a:srgbClr val="D35D00"/>
    </a:accent6>
    <a:hlink>
      <a:srgbClr val="0563C1"/>
    </a:hlink>
    <a:folHlink>
      <a:srgbClr val="954F72"/>
    </a:folHlink>
  </a:clrScheme>
  <a:fontScheme name="Central Piedmont">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B2792F386B4A42B4EA49C75A5922CF" ma:contentTypeVersion="4" ma:contentTypeDescription="Create a new document." ma:contentTypeScope="" ma:versionID="0b8bc7b67123cfc1f147ba3a46571d4f">
  <xsd:schema xmlns:xsd="http://www.w3.org/2001/XMLSchema" xmlns:xs="http://www.w3.org/2001/XMLSchema" xmlns:p="http://schemas.microsoft.com/office/2006/metadata/properties" xmlns:ns2="6f688bf4-d508-4724-8783-6bb3b9d45fa2" targetNamespace="http://schemas.microsoft.com/office/2006/metadata/properties" ma:root="true" ma:fieldsID="509d2c6dc273de05c087224e5c11a782" ns2:_="">
    <xsd:import namespace="6f688bf4-d508-4724-8783-6bb3b9d45fa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688bf4-d508-4724-8783-6bb3b9d45f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B8316F-EEFD-4D9E-A048-D30FD08B676B}">
  <ds:schemaRefs>
    <ds:schemaRef ds:uri="http://schemas.microsoft.com/sharepoint/v3/contenttype/forms"/>
  </ds:schemaRefs>
</ds:datastoreItem>
</file>

<file path=customXml/itemProps2.xml><?xml version="1.0" encoding="utf-8"?>
<ds:datastoreItem xmlns:ds="http://schemas.openxmlformats.org/officeDocument/2006/customXml" ds:itemID="{F3561321-6A76-4F79-B7DC-0A62956F90C9}">
  <ds:schemaRefs>
    <ds:schemaRef ds:uri="http://schemas.microsoft.com/office/2006/metadata/properties"/>
    <ds:schemaRef ds:uri="http://www.w3.org/XML/1998/namespace"/>
    <ds:schemaRef ds:uri="http://purl.org/dc/terms/"/>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6f688bf4-d508-4724-8783-6bb3b9d45fa2"/>
    <ds:schemaRef ds:uri="http://purl.org/dc/dcmitype/"/>
  </ds:schemaRefs>
</ds:datastoreItem>
</file>

<file path=customXml/itemProps3.xml><?xml version="1.0" encoding="utf-8"?>
<ds:datastoreItem xmlns:ds="http://schemas.openxmlformats.org/officeDocument/2006/customXml" ds:itemID="{A4DCFADA-3877-4624-BB55-BFFE59E2A6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688bf4-d508-4724-8783-6bb3b9d45f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4cfb91-e8ad-4001-a8b5-638f67299435}" enabled="0" method="" siteId="{464cfb91-e8ad-4001-a8b5-638f67299435}" removed="1"/>
</clbl:labelList>
</file>

<file path=docProps/app.xml><?xml version="1.0" encoding="utf-8"?>
<Properties xmlns="http://schemas.openxmlformats.org/officeDocument/2006/extended-properties" xmlns:vt="http://schemas.openxmlformats.org/officeDocument/2006/docPropsVTypes">
  <Template>Central-Piedmont-Presentation-template</Template>
  <TotalTime>1576</TotalTime>
  <Words>1295</Words>
  <Application>Microsoft Office PowerPoint</Application>
  <PresentationFormat>Widescreen</PresentationFormat>
  <Paragraphs>142</Paragraphs>
  <Slides>140</Slides>
  <Notes>8</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140</vt:i4>
      </vt:variant>
    </vt:vector>
  </HeadingPairs>
  <TitlesOfParts>
    <vt:vector size="152" baseType="lpstr">
      <vt:lpstr>Arial</vt:lpstr>
      <vt:lpstr>Baskerville Old Face</vt:lpstr>
      <vt:lpstr>Franklin Gothic Book</vt:lpstr>
      <vt:lpstr>Franklin Gothic Demi</vt:lpstr>
      <vt:lpstr>Franklin Gothic Heavy</vt:lpstr>
      <vt:lpstr>Franklin Gothic Medium</vt:lpstr>
      <vt:lpstr>Title, Section Divider, TOC, Agenda</vt:lpstr>
      <vt:lpstr>Text, Image, Team, Graphics</vt:lpstr>
      <vt:lpstr>Executive Summary</vt:lpstr>
      <vt:lpstr>Quotes</vt:lpstr>
      <vt:lpstr>Questions, Thank You, Contact</vt:lpstr>
      <vt:lpstr>Icons</vt:lpstr>
      <vt:lpstr>grantMaster Code-A-Thon 2026    By: Code Miners Team Central Piedmont Community College  Maura Carter, David Diza, Zoe Ramirez, Jaime Delgado-Guzman</vt:lpstr>
      <vt:lpstr>Table of Contents</vt:lpstr>
      <vt:lpstr>Code Miners: Team Members and Leadership</vt:lpstr>
      <vt:lpstr>Executive Summary/Problem</vt:lpstr>
      <vt:lpstr>Problem: Thousands of dollars in grant money go unclaimed each year.</vt:lpstr>
      <vt:lpstr>S-Curve: Process with steps along the way (and who).</vt:lpstr>
      <vt:lpstr>Solution: An application that automatically applies qualified students.</vt:lpstr>
      <vt:lpstr>Charts/Tables/Output</vt:lpstr>
      <vt:lpstr>Timeline</vt:lpstr>
      <vt:lpstr>Thank you &amp; Contact Information</vt:lpstr>
      <vt:lpstr>Problem: Thousands of dollars in grant money go unclaimed each year.</vt:lpstr>
      <vt:lpstr>Slide Template Categories at a Glance</vt:lpstr>
      <vt:lpstr>SAFETY MOMENT</vt:lpstr>
      <vt:lpstr>TITLE SLIDES &amp;  SECTION DIVIDERS</vt:lpstr>
      <vt:lpstr>Title Slide  with Central Piedmont Logo</vt:lpstr>
      <vt:lpstr>Title Slide Gray Background Plus Logo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OF CONTENTS, AGENDA, AND  OBJECTIVE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TEXT &amp; IMAGE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TEAM &amp; LEADERSHIP  LAYOUT SLIDES</vt:lpstr>
      <vt:lpstr>PowerPoint Presentation</vt:lpstr>
      <vt:lpstr>PowerPoint Presentation</vt:lpstr>
      <vt:lpstr>PowerPoint Presentation</vt:lpstr>
      <vt:lpstr>PowerPoint Presentation</vt:lpstr>
      <vt:lpstr>PowerPoint Presentation</vt:lpstr>
      <vt:lpstr>PowerPoint Presentation</vt:lpstr>
      <vt:lpstr>EXECUTIVE SUMMARY &amp;  BY THE NUMBERS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QUOTE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CHARTS, TABLES,  &amp; STAT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&amp; INFOGRAPHIC SLIDE LAYOUTS</vt:lpstr>
      <vt:lpstr>PowerPoint Presentation</vt:lpstr>
      <vt:lpstr>PowerPoint Presentation</vt:lpstr>
      <vt:lpstr>PowerPoint Presentation</vt:lpstr>
      <vt:lpstr>PowerPoint Presentation</vt:lpstr>
      <vt:lpstr>MEDIA LAYOUT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&amp;  CONTACT SLIDES</vt:lpstr>
      <vt:lpstr>PowerPoint Presentation</vt:lpstr>
      <vt:lpstr>PowerPoint Presentation</vt:lpstr>
      <vt:lpstr>PowerPoint Presentation</vt:lpstr>
      <vt:lpstr>PowerPoint Presentation</vt:lpstr>
      <vt:lpstr>PowerPoint Presentation</vt:lpstr>
      <vt:lpstr>Thank You!</vt:lpstr>
      <vt:lpstr>Questions?</vt:lpstr>
      <vt:lpstr>PowerPoint Presentation</vt:lpstr>
      <vt:lpstr>PowerPoint Presentation</vt:lpstr>
      <vt:lpstr>Add a title for a screen reader</vt:lpstr>
      <vt:lpstr>Add a title for a screen reader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Maura Carter</dc:creator>
  <cp:keywords/>
  <dc:description/>
  <cp:lastModifiedBy>Maura Carter</cp:lastModifiedBy>
  <cp:revision>5</cp:revision>
  <dcterms:created xsi:type="dcterms:W3CDTF">2026-03-16T22:27:22Z</dcterms:created>
  <dcterms:modified xsi:type="dcterms:W3CDTF">2026-03-18T00:47:10Z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0x010100B2B2792F386B4A42B4EA49C75A5922CF</vt:lpwstr>
  </property>
</Properties>
</file>