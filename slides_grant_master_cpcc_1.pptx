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heme/theme2.xml" ContentType="application/vnd.openxmlformats-officedocument.theme+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3.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theme/theme4.xml" ContentType="application/vnd.openxmlformats-officedocument.theme+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5.xml" ContentType="application/vnd.openxmlformats-officedocument.theme+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6" r:id="rId4"/>
    <p:sldMasterId id="2147483680" r:id="rId5"/>
    <p:sldMasterId id="2147483938" r:id="rId6"/>
    <p:sldMasterId id="2147484034" r:id="rId7"/>
    <p:sldMasterId id="2147483686" r:id="rId8"/>
    <p:sldMasterId id="2147483775" r:id="rId9"/>
  </p:sldMasterIdLst>
  <p:notesMasterIdLst>
    <p:notesMasterId r:id="rId171"/>
  </p:notesMasterIdLst>
  <p:sldIdLst>
    <p:sldId id="268" r:id="rId10"/>
    <p:sldId id="611" r:id="rId11"/>
    <p:sldId id="597" r:id="rId12"/>
    <p:sldId id="600" r:id="rId13"/>
    <p:sldId id="614" r:id="rId14"/>
    <p:sldId id="602" r:id="rId15"/>
    <p:sldId id="603" r:id="rId16"/>
    <p:sldId id="605" r:id="rId17"/>
    <p:sldId id="615" r:id="rId18"/>
    <p:sldId id="613" r:id="rId19"/>
    <p:sldId id="598" r:id="rId20"/>
    <p:sldId id="604" r:id="rId21"/>
    <p:sldId id="606" r:id="rId22"/>
    <p:sldId id="608" r:id="rId23"/>
    <p:sldId id="607" r:id="rId24"/>
    <p:sldId id="616" r:id="rId25"/>
    <p:sldId id="617" r:id="rId26"/>
    <p:sldId id="618" r:id="rId27"/>
    <p:sldId id="456" r:id="rId28"/>
    <p:sldId id="568" r:id="rId29"/>
    <p:sldId id="570" r:id="rId30"/>
    <p:sldId id="560" r:id="rId31"/>
    <p:sldId id="588" r:id="rId32"/>
    <p:sldId id="583" r:id="rId33"/>
    <p:sldId id="585" r:id="rId34"/>
    <p:sldId id="612" r:id="rId35"/>
    <p:sldId id="610" r:id="rId36"/>
    <p:sldId id="581" r:id="rId37"/>
    <p:sldId id="575" r:id="rId38"/>
    <p:sldId id="599" r:id="rId39"/>
    <p:sldId id="594" r:id="rId40"/>
    <p:sldId id="592" r:id="rId41"/>
    <p:sldId id="506" r:id="rId42"/>
    <p:sldId id="505" r:id="rId43"/>
    <p:sldId id="561" r:id="rId44"/>
    <p:sldId id="503" r:id="rId45"/>
    <p:sldId id="501" r:id="rId46"/>
    <p:sldId id="559" r:id="rId47"/>
    <p:sldId id="492" r:id="rId48"/>
    <p:sldId id="304" r:id="rId49"/>
    <p:sldId id="364" r:id="rId50"/>
    <p:sldId id="478" r:id="rId51"/>
    <p:sldId id="507" r:id="rId52"/>
    <p:sldId id="508" r:id="rId53"/>
    <p:sldId id="509" r:id="rId54"/>
    <p:sldId id="532" r:id="rId55"/>
    <p:sldId id="539" r:id="rId56"/>
    <p:sldId id="540" r:id="rId57"/>
    <p:sldId id="533" r:id="rId58"/>
    <p:sldId id="369" r:id="rId59"/>
    <p:sldId id="368" r:id="rId60"/>
    <p:sldId id="370" r:id="rId61"/>
    <p:sldId id="371" r:id="rId62"/>
    <p:sldId id="305" r:id="rId63"/>
    <p:sldId id="562" r:id="rId64"/>
    <p:sldId id="502" r:id="rId65"/>
    <p:sldId id="504" r:id="rId66"/>
    <p:sldId id="379" r:id="rId67"/>
    <p:sldId id="380" r:id="rId68"/>
    <p:sldId id="381" r:id="rId69"/>
    <p:sldId id="489" r:id="rId70"/>
    <p:sldId id="490" r:id="rId71"/>
    <p:sldId id="308" r:id="rId72"/>
    <p:sldId id="408" r:id="rId73"/>
    <p:sldId id="410" r:id="rId74"/>
    <p:sldId id="411" r:id="rId75"/>
    <p:sldId id="517" r:id="rId76"/>
    <p:sldId id="414" r:id="rId77"/>
    <p:sldId id="482" r:id="rId78"/>
    <p:sldId id="483" r:id="rId79"/>
    <p:sldId id="415" r:id="rId80"/>
    <p:sldId id="416" r:id="rId81"/>
    <p:sldId id="527" r:id="rId82"/>
    <p:sldId id="528" r:id="rId83"/>
    <p:sldId id="526" r:id="rId84"/>
    <p:sldId id="525" r:id="rId85"/>
    <p:sldId id="536" r:id="rId86"/>
    <p:sldId id="529" r:id="rId87"/>
    <p:sldId id="537" r:id="rId88"/>
    <p:sldId id="530" r:id="rId89"/>
    <p:sldId id="481" r:id="rId90"/>
    <p:sldId id="558" r:id="rId91"/>
    <p:sldId id="531" r:id="rId92"/>
    <p:sldId id="424" r:id="rId93"/>
    <p:sldId id="425" r:id="rId94"/>
    <p:sldId id="306" r:id="rId95"/>
    <p:sldId id="383" r:id="rId96"/>
    <p:sldId id="384" r:id="rId97"/>
    <p:sldId id="385" r:id="rId98"/>
    <p:sldId id="386" r:id="rId99"/>
    <p:sldId id="387" r:id="rId100"/>
    <p:sldId id="474" r:id="rId101"/>
    <p:sldId id="469" r:id="rId102"/>
    <p:sldId id="406" r:id="rId103"/>
    <p:sldId id="407" r:id="rId104"/>
    <p:sldId id="466" r:id="rId105"/>
    <p:sldId id="467" r:id="rId106"/>
    <p:sldId id="468" r:id="rId107"/>
    <p:sldId id="470" r:id="rId108"/>
    <p:sldId id="471" r:id="rId109"/>
    <p:sldId id="510" r:id="rId110"/>
    <p:sldId id="518" r:id="rId111"/>
    <p:sldId id="519" r:id="rId112"/>
    <p:sldId id="520" r:id="rId113"/>
    <p:sldId id="511" r:id="rId114"/>
    <p:sldId id="521" r:id="rId115"/>
    <p:sldId id="522" r:id="rId116"/>
    <p:sldId id="523" r:id="rId117"/>
    <p:sldId id="512" r:id="rId118"/>
    <p:sldId id="307" r:id="rId119"/>
    <p:sldId id="542" r:id="rId120"/>
    <p:sldId id="543" r:id="rId121"/>
    <p:sldId id="544" r:id="rId122"/>
    <p:sldId id="546" r:id="rId123"/>
    <p:sldId id="547" r:id="rId124"/>
    <p:sldId id="549" r:id="rId125"/>
    <p:sldId id="550" r:id="rId126"/>
    <p:sldId id="551" r:id="rId127"/>
    <p:sldId id="553" r:id="rId128"/>
    <p:sldId id="554" r:id="rId129"/>
    <p:sldId id="534" r:id="rId130"/>
    <p:sldId id="555" r:id="rId131"/>
    <p:sldId id="556" r:id="rId132"/>
    <p:sldId id="557" r:id="rId133"/>
    <p:sldId id="309" r:id="rId134"/>
    <p:sldId id="524" r:id="rId135"/>
    <p:sldId id="427" r:id="rId136"/>
    <p:sldId id="428" r:id="rId137"/>
    <p:sldId id="429" r:id="rId138"/>
    <p:sldId id="430" r:id="rId139"/>
    <p:sldId id="431" r:id="rId140"/>
    <p:sldId id="432" r:id="rId141"/>
    <p:sldId id="433" r:id="rId142"/>
    <p:sldId id="434" r:id="rId143"/>
    <p:sldId id="310" r:id="rId144"/>
    <p:sldId id="435" r:id="rId145"/>
    <p:sldId id="484" r:id="rId146"/>
    <p:sldId id="436" r:id="rId147"/>
    <p:sldId id="485" r:id="rId148"/>
    <p:sldId id="318" r:id="rId149"/>
    <p:sldId id="437" r:id="rId150"/>
    <p:sldId id="486" r:id="rId151"/>
    <p:sldId id="438" r:id="rId152"/>
    <p:sldId id="439" r:id="rId153"/>
    <p:sldId id="535" r:id="rId154"/>
    <p:sldId id="440" r:id="rId155"/>
    <p:sldId id="443" r:id="rId156"/>
    <p:sldId id="441" r:id="rId157"/>
    <p:sldId id="444" r:id="rId158"/>
    <p:sldId id="312" r:id="rId159"/>
    <p:sldId id="445" r:id="rId160"/>
    <p:sldId id="563" r:id="rId161"/>
    <p:sldId id="446" r:id="rId162"/>
    <p:sldId id="447" r:id="rId163"/>
    <p:sldId id="448" r:id="rId164"/>
    <p:sldId id="449" r:id="rId165"/>
    <p:sldId id="488" r:id="rId166"/>
    <p:sldId id="497" r:id="rId167"/>
    <p:sldId id="498" r:id="rId168"/>
    <p:sldId id="500" r:id="rId169"/>
    <p:sldId id="499" r:id="rId1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A74B824-74A1-9D54-00A0-261FAB46A548}" name="Melissa Warlick" initials="" userId="S::WMM9337E@cpcc.edu::95bdbd08-0329-4926-9c20-cf5978d8724a" providerId="AD"/>
  <p188:author id="{CD6BD649-4F24-3875-2D9B-865B3116A080}" name="Casey Habich" initials="CH" userId="S::hce4824e@cpcc.edu::388d01d9-5082-43ef-be9c-a82165c01cb9" providerId="AD"/>
  <p188:author id="{97629754-FDD8-CE85-4A37-43FEA0D187AE}" name="anna.rissanen@tattooprojects.com" initials="" userId="S::va_TattooProjects1@cpcc.edu::24ac678e-47b2-4a2c-b077-50135e565046" providerId="AD"/>
  <p188:author id="{50F19356-6A7A-8883-996F-BE4F7A6FB3AE}" name="Leigh Hubbard" initials="LH" userId="S::hlc9518e@cpcc.edu::3aaba957-48e0-4bee-90be-ad6bdac43885" providerId="AD"/>
  <p188:author id="{C054A26A-F06A-D25E-9018-2AACCE72C405}" name="Josh Green" initials="JG" userId="S::gja7878e@cpcc.edu::3f009b13-69bc-4427-ae7d-a35bfac0ccd2" providerId="AD"/>
  <p188:author id="{24FB43B4-67D9-BFD4-6729-393B1FABE223}" name="Leigh Hubbard" initials="LH" userId="S::HLC9518E@cpcc.edu::3aaba957-48e0-4bee-90be-ad6bdac43885" providerId="AD"/>
  <p188:author id="{CF11DCBA-3C24-32AB-37B6-F6A92F993FAE}" name="Josh Green" initials="JG" userId="S::GJA7878E@cpcc.edu::3f009b13-69bc-4427-ae7d-a35bfac0ccd2" providerId="AD"/>
  <p188:author id="{AD14C4CD-8E4A-18D8-EA45-5B4D776F4CDE}" name="Catherine Butler" initials="CB" userId="S::BCH5723E@cpcc.edu::00d11aa8-94f9-4dd5-b1b5-1dfa036f4527" providerId="AD"/>
  <p188:author id="{9A959DEB-5BDA-0736-F456-115985F25B93}" name="Catherine Butler" initials="CB" userId="S::bch5723e@cpcc.edu::00d11aa8-94f9-4dd5-b1b5-1dfa036f4527" providerId="AD"/>
  <p188:author id="{091DE9EF-2E9D-0DCC-B956-EB05D58C86DC}" name="Rachel Arenas" initials="RA" userId="S::ara4334e@cpcc.edu::827fa875-ebb9-474e-8cd7-1b9a2ac6bf64" providerId="AD"/>
  <p188:author id="{4F4D0AF7-B205-4FCE-B567-F38EEA8DB52B}" name="Cindy Tribucher" initials="CT" userId="S::tcj4548e@cpcc.edu::85302933-8cb2-4de5-893a-7705a1f0833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D7AE"/>
    <a:srgbClr val="B500AA"/>
    <a:srgbClr val="847543"/>
    <a:srgbClr val="7F7343"/>
    <a:srgbClr val="8C7F4A"/>
    <a:srgbClr val="72126C"/>
    <a:srgbClr val="7F0177"/>
    <a:srgbClr val="A49356"/>
    <a:srgbClr val="EDE3B0"/>
    <a:srgbClr val="B6A5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053"/>
    <p:restoredTop sz="94626"/>
  </p:normalViewPr>
  <p:slideViewPr>
    <p:cSldViewPr snapToGrid="0">
      <p:cViewPr varScale="1">
        <p:scale>
          <a:sx n="41" d="100"/>
          <a:sy n="41" d="100"/>
        </p:scale>
        <p:origin x="38" y="82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08.xml"/><Relationship Id="rId21" Type="http://schemas.openxmlformats.org/officeDocument/2006/relationships/slide" Target="slides/slide12.xml"/><Relationship Id="rId42" Type="http://schemas.openxmlformats.org/officeDocument/2006/relationships/slide" Target="slides/slide33.xml"/><Relationship Id="rId63" Type="http://schemas.openxmlformats.org/officeDocument/2006/relationships/slide" Target="slides/slide54.xml"/><Relationship Id="rId84" Type="http://schemas.openxmlformats.org/officeDocument/2006/relationships/slide" Target="slides/slide75.xml"/><Relationship Id="rId138" Type="http://schemas.openxmlformats.org/officeDocument/2006/relationships/slide" Target="slides/slide129.xml"/><Relationship Id="rId159" Type="http://schemas.openxmlformats.org/officeDocument/2006/relationships/slide" Target="slides/slide150.xml"/><Relationship Id="rId170" Type="http://schemas.openxmlformats.org/officeDocument/2006/relationships/slide" Target="slides/slide161.xml"/><Relationship Id="rId107" Type="http://schemas.openxmlformats.org/officeDocument/2006/relationships/slide" Target="slides/slide98.xml"/><Relationship Id="rId11" Type="http://schemas.openxmlformats.org/officeDocument/2006/relationships/slide" Target="slides/slide2.xml"/><Relationship Id="rId32" Type="http://schemas.openxmlformats.org/officeDocument/2006/relationships/slide" Target="slides/slide23.xml"/><Relationship Id="rId53" Type="http://schemas.openxmlformats.org/officeDocument/2006/relationships/slide" Target="slides/slide44.xml"/><Relationship Id="rId74" Type="http://schemas.openxmlformats.org/officeDocument/2006/relationships/slide" Target="slides/slide65.xml"/><Relationship Id="rId128" Type="http://schemas.openxmlformats.org/officeDocument/2006/relationships/slide" Target="slides/slide119.xml"/><Relationship Id="rId149" Type="http://schemas.openxmlformats.org/officeDocument/2006/relationships/slide" Target="slides/slide140.xml"/><Relationship Id="rId5" Type="http://schemas.openxmlformats.org/officeDocument/2006/relationships/slideMaster" Target="slideMasters/slideMaster2.xml"/><Relationship Id="rId95" Type="http://schemas.openxmlformats.org/officeDocument/2006/relationships/slide" Target="slides/slide86.xml"/><Relationship Id="rId160" Type="http://schemas.openxmlformats.org/officeDocument/2006/relationships/slide" Target="slides/slide151.xml"/><Relationship Id="rId22" Type="http://schemas.openxmlformats.org/officeDocument/2006/relationships/slide" Target="slides/slide13.xml"/><Relationship Id="rId43" Type="http://schemas.openxmlformats.org/officeDocument/2006/relationships/slide" Target="slides/slide34.xml"/><Relationship Id="rId64" Type="http://schemas.openxmlformats.org/officeDocument/2006/relationships/slide" Target="slides/slide55.xml"/><Relationship Id="rId118" Type="http://schemas.openxmlformats.org/officeDocument/2006/relationships/slide" Target="slides/slide109.xml"/><Relationship Id="rId139" Type="http://schemas.openxmlformats.org/officeDocument/2006/relationships/slide" Target="slides/slide130.xml"/><Relationship Id="rId85" Type="http://schemas.openxmlformats.org/officeDocument/2006/relationships/slide" Target="slides/slide76.xml"/><Relationship Id="rId150" Type="http://schemas.openxmlformats.org/officeDocument/2006/relationships/slide" Target="slides/slide141.xml"/><Relationship Id="rId171" Type="http://schemas.openxmlformats.org/officeDocument/2006/relationships/notesMaster" Target="notesMasters/notesMaster1.xml"/><Relationship Id="rId12" Type="http://schemas.openxmlformats.org/officeDocument/2006/relationships/slide" Target="slides/slide3.xml"/><Relationship Id="rId33" Type="http://schemas.openxmlformats.org/officeDocument/2006/relationships/slide" Target="slides/slide24.xml"/><Relationship Id="rId108" Type="http://schemas.openxmlformats.org/officeDocument/2006/relationships/slide" Target="slides/slide99.xml"/><Relationship Id="rId129" Type="http://schemas.openxmlformats.org/officeDocument/2006/relationships/slide" Target="slides/slide120.xml"/><Relationship Id="rId54" Type="http://schemas.openxmlformats.org/officeDocument/2006/relationships/slide" Target="slides/slide45.xml"/><Relationship Id="rId75" Type="http://schemas.openxmlformats.org/officeDocument/2006/relationships/slide" Target="slides/slide66.xml"/><Relationship Id="rId96" Type="http://schemas.openxmlformats.org/officeDocument/2006/relationships/slide" Target="slides/slide87.xml"/><Relationship Id="rId140" Type="http://schemas.openxmlformats.org/officeDocument/2006/relationships/slide" Target="slides/slide131.xml"/><Relationship Id="rId161" Type="http://schemas.openxmlformats.org/officeDocument/2006/relationships/slide" Target="slides/slide152.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4.xml"/><Relationship Id="rId28" Type="http://schemas.openxmlformats.org/officeDocument/2006/relationships/slide" Target="slides/slide19.xml"/><Relationship Id="rId49" Type="http://schemas.openxmlformats.org/officeDocument/2006/relationships/slide" Target="slides/slide40.xml"/><Relationship Id="rId114" Type="http://schemas.openxmlformats.org/officeDocument/2006/relationships/slide" Target="slides/slide105.xml"/><Relationship Id="rId119" Type="http://schemas.openxmlformats.org/officeDocument/2006/relationships/slide" Target="slides/slide110.xml"/><Relationship Id="rId44" Type="http://schemas.openxmlformats.org/officeDocument/2006/relationships/slide" Target="slides/slide35.xml"/><Relationship Id="rId60" Type="http://schemas.openxmlformats.org/officeDocument/2006/relationships/slide" Target="slides/slide51.xml"/><Relationship Id="rId65" Type="http://schemas.openxmlformats.org/officeDocument/2006/relationships/slide" Target="slides/slide56.xml"/><Relationship Id="rId81" Type="http://schemas.openxmlformats.org/officeDocument/2006/relationships/slide" Target="slides/slide72.xml"/><Relationship Id="rId86" Type="http://schemas.openxmlformats.org/officeDocument/2006/relationships/slide" Target="slides/slide77.xml"/><Relationship Id="rId130" Type="http://schemas.openxmlformats.org/officeDocument/2006/relationships/slide" Target="slides/slide121.xml"/><Relationship Id="rId135" Type="http://schemas.openxmlformats.org/officeDocument/2006/relationships/slide" Target="slides/slide126.xml"/><Relationship Id="rId151" Type="http://schemas.openxmlformats.org/officeDocument/2006/relationships/slide" Target="slides/slide142.xml"/><Relationship Id="rId156" Type="http://schemas.openxmlformats.org/officeDocument/2006/relationships/slide" Target="slides/slide147.xml"/><Relationship Id="rId172" Type="http://schemas.openxmlformats.org/officeDocument/2006/relationships/presProps" Target="presProps.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109" Type="http://schemas.openxmlformats.org/officeDocument/2006/relationships/slide" Target="slides/slide10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slide" Target="slides/slide67.xml"/><Relationship Id="rId97" Type="http://schemas.openxmlformats.org/officeDocument/2006/relationships/slide" Target="slides/slide88.xml"/><Relationship Id="rId104" Type="http://schemas.openxmlformats.org/officeDocument/2006/relationships/slide" Target="slides/slide95.xml"/><Relationship Id="rId120" Type="http://schemas.openxmlformats.org/officeDocument/2006/relationships/slide" Target="slides/slide111.xml"/><Relationship Id="rId125" Type="http://schemas.openxmlformats.org/officeDocument/2006/relationships/slide" Target="slides/slide116.xml"/><Relationship Id="rId141" Type="http://schemas.openxmlformats.org/officeDocument/2006/relationships/slide" Target="slides/slide132.xml"/><Relationship Id="rId146" Type="http://schemas.openxmlformats.org/officeDocument/2006/relationships/slide" Target="slides/slide137.xml"/><Relationship Id="rId167" Type="http://schemas.openxmlformats.org/officeDocument/2006/relationships/slide" Target="slides/slide158.xml"/><Relationship Id="rId7" Type="http://schemas.openxmlformats.org/officeDocument/2006/relationships/slideMaster" Target="slideMasters/slideMaster4.xml"/><Relationship Id="rId71" Type="http://schemas.openxmlformats.org/officeDocument/2006/relationships/slide" Target="slides/slide62.xml"/><Relationship Id="rId92" Type="http://schemas.openxmlformats.org/officeDocument/2006/relationships/slide" Target="slides/slide83.xml"/><Relationship Id="rId162" Type="http://schemas.openxmlformats.org/officeDocument/2006/relationships/slide" Target="slides/slide153.xml"/><Relationship Id="rId2" Type="http://schemas.openxmlformats.org/officeDocument/2006/relationships/customXml" Target="../customXml/item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 Id="rId87" Type="http://schemas.openxmlformats.org/officeDocument/2006/relationships/slide" Target="slides/slide78.xml"/><Relationship Id="rId110" Type="http://schemas.openxmlformats.org/officeDocument/2006/relationships/slide" Target="slides/slide101.xml"/><Relationship Id="rId115" Type="http://schemas.openxmlformats.org/officeDocument/2006/relationships/slide" Target="slides/slide106.xml"/><Relationship Id="rId131" Type="http://schemas.openxmlformats.org/officeDocument/2006/relationships/slide" Target="slides/slide122.xml"/><Relationship Id="rId136" Type="http://schemas.openxmlformats.org/officeDocument/2006/relationships/slide" Target="slides/slide127.xml"/><Relationship Id="rId157" Type="http://schemas.openxmlformats.org/officeDocument/2006/relationships/slide" Target="slides/slide148.xml"/><Relationship Id="rId61" Type="http://schemas.openxmlformats.org/officeDocument/2006/relationships/slide" Target="slides/slide52.xml"/><Relationship Id="rId82" Type="http://schemas.openxmlformats.org/officeDocument/2006/relationships/slide" Target="slides/slide73.xml"/><Relationship Id="rId152" Type="http://schemas.openxmlformats.org/officeDocument/2006/relationships/slide" Target="slides/slide143.xml"/><Relationship Id="rId173" Type="http://schemas.openxmlformats.org/officeDocument/2006/relationships/viewProps" Target="viewProps.xml"/><Relationship Id="rId19" Type="http://schemas.openxmlformats.org/officeDocument/2006/relationships/slide" Target="slides/slide10.xml"/><Relationship Id="rId14" Type="http://schemas.openxmlformats.org/officeDocument/2006/relationships/slide" Target="slides/slide5.xml"/><Relationship Id="rId30" Type="http://schemas.openxmlformats.org/officeDocument/2006/relationships/slide" Target="slides/slide21.xml"/><Relationship Id="rId35" Type="http://schemas.openxmlformats.org/officeDocument/2006/relationships/slide" Target="slides/slide26.xml"/><Relationship Id="rId56" Type="http://schemas.openxmlformats.org/officeDocument/2006/relationships/slide" Target="slides/slide47.xml"/><Relationship Id="rId77" Type="http://schemas.openxmlformats.org/officeDocument/2006/relationships/slide" Target="slides/slide68.xml"/><Relationship Id="rId100" Type="http://schemas.openxmlformats.org/officeDocument/2006/relationships/slide" Target="slides/slide91.xml"/><Relationship Id="rId105" Type="http://schemas.openxmlformats.org/officeDocument/2006/relationships/slide" Target="slides/slide96.xml"/><Relationship Id="rId126" Type="http://schemas.openxmlformats.org/officeDocument/2006/relationships/slide" Target="slides/slide117.xml"/><Relationship Id="rId147" Type="http://schemas.openxmlformats.org/officeDocument/2006/relationships/slide" Target="slides/slide138.xml"/><Relationship Id="rId168" Type="http://schemas.openxmlformats.org/officeDocument/2006/relationships/slide" Target="slides/slide159.xml"/><Relationship Id="rId8" Type="http://schemas.openxmlformats.org/officeDocument/2006/relationships/slideMaster" Target="slideMasters/slideMaster5.xml"/><Relationship Id="rId51" Type="http://schemas.openxmlformats.org/officeDocument/2006/relationships/slide" Target="slides/slide42.xml"/><Relationship Id="rId72" Type="http://schemas.openxmlformats.org/officeDocument/2006/relationships/slide" Target="slides/slide63.xml"/><Relationship Id="rId93" Type="http://schemas.openxmlformats.org/officeDocument/2006/relationships/slide" Target="slides/slide84.xml"/><Relationship Id="rId98" Type="http://schemas.openxmlformats.org/officeDocument/2006/relationships/slide" Target="slides/slide89.xml"/><Relationship Id="rId121" Type="http://schemas.openxmlformats.org/officeDocument/2006/relationships/slide" Target="slides/slide112.xml"/><Relationship Id="rId142" Type="http://schemas.openxmlformats.org/officeDocument/2006/relationships/slide" Target="slides/slide133.xml"/><Relationship Id="rId163" Type="http://schemas.openxmlformats.org/officeDocument/2006/relationships/slide" Target="slides/slide154.xml"/><Relationship Id="rId3" Type="http://schemas.openxmlformats.org/officeDocument/2006/relationships/customXml" Target="../customXml/item3.xml"/><Relationship Id="rId25" Type="http://schemas.openxmlformats.org/officeDocument/2006/relationships/slide" Target="slides/slide16.xml"/><Relationship Id="rId46" Type="http://schemas.openxmlformats.org/officeDocument/2006/relationships/slide" Target="slides/slide37.xml"/><Relationship Id="rId67" Type="http://schemas.openxmlformats.org/officeDocument/2006/relationships/slide" Target="slides/slide58.xml"/><Relationship Id="rId116" Type="http://schemas.openxmlformats.org/officeDocument/2006/relationships/slide" Target="slides/slide107.xml"/><Relationship Id="rId137" Type="http://schemas.openxmlformats.org/officeDocument/2006/relationships/slide" Target="slides/slide128.xml"/><Relationship Id="rId158" Type="http://schemas.openxmlformats.org/officeDocument/2006/relationships/slide" Target="slides/slide149.xml"/><Relationship Id="rId20" Type="http://schemas.openxmlformats.org/officeDocument/2006/relationships/slide" Target="slides/slide11.xml"/><Relationship Id="rId41" Type="http://schemas.openxmlformats.org/officeDocument/2006/relationships/slide" Target="slides/slide32.xml"/><Relationship Id="rId62" Type="http://schemas.openxmlformats.org/officeDocument/2006/relationships/slide" Target="slides/slide53.xml"/><Relationship Id="rId83" Type="http://schemas.openxmlformats.org/officeDocument/2006/relationships/slide" Target="slides/slide74.xml"/><Relationship Id="rId88" Type="http://schemas.openxmlformats.org/officeDocument/2006/relationships/slide" Target="slides/slide79.xml"/><Relationship Id="rId111" Type="http://schemas.openxmlformats.org/officeDocument/2006/relationships/slide" Target="slides/slide102.xml"/><Relationship Id="rId132" Type="http://schemas.openxmlformats.org/officeDocument/2006/relationships/slide" Target="slides/slide123.xml"/><Relationship Id="rId153" Type="http://schemas.openxmlformats.org/officeDocument/2006/relationships/slide" Target="slides/slide144.xml"/><Relationship Id="rId174" Type="http://schemas.openxmlformats.org/officeDocument/2006/relationships/theme" Target="theme/theme1.xml"/><Relationship Id="rId15" Type="http://schemas.openxmlformats.org/officeDocument/2006/relationships/slide" Target="slides/slide6.xml"/><Relationship Id="rId36" Type="http://schemas.openxmlformats.org/officeDocument/2006/relationships/slide" Target="slides/slide27.xml"/><Relationship Id="rId57" Type="http://schemas.openxmlformats.org/officeDocument/2006/relationships/slide" Target="slides/slide48.xml"/><Relationship Id="rId106" Type="http://schemas.openxmlformats.org/officeDocument/2006/relationships/slide" Target="slides/slide97.xml"/><Relationship Id="rId127" Type="http://schemas.openxmlformats.org/officeDocument/2006/relationships/slide" Target="slides/slide118.xml"/><Relationship Id="rId10" Type="http://schemas.openxmlformats.org/officeDocument/2006/relationships/slide" Target="slides/slide1.xml"/><Relationship Id="rId31" Type="http://schemas.openxmlformats.org/officeDocument/2006/relationships/slide" Target="slides/slide22.xml"/><Relationship Id="rId52" Type="http://schemas.openxmlformats.org/officeDocument/2006/relationships/slide" Target="slides/slide43.xml"/><Relationship Id="rId73" Type="http://schemas.openxmlformats.org/officeDocument/2006/relationships/slide" Target="slides/slide64.xml"/><Relationship Id="rId78" Type="http://schemas.openxmlformats.org/officeDocument/2006/relationships/slide" Target="slides/slide69.xml"/><Relationship Id="rId94" Type="http://schemas.openxmlformats.org/officeDocument/2006/relationships/slide" Target="slides/slide85.xml"/><Relationship Id="rId99" Type="http://schemas.openxmlformats.org/officeDocument/2006/relationships/slide" Target="slides/slide90.xml"/><Relationship Id="rId101" Type="http://schemas.openxmlformats.org/officeDocument/2006/relationships/slide" Target="slides/slide92.xml"/><Relationship Id="rId122" Type="http://schemas.openxmlformats.org/officeDocument/2006/relationships/slide" Target="slides/slide113.xml"/><Relationship Id="rId143" Type="http://schemas.openxmlformats.org/officeDocument/2006/relationships/slide" Target="slides/slide134.xml"/><Relationship Id="rId148" Type="http://schemas.openxmlformats.org/officeDocument/2006/relationships/slide" Target="slides/slide139.xml"/><Relationship Id="rId164" Type="http://schemas.openxmlformats.org/officeDocument/2006/relationships/slide" Target="slides/slide155.xml"/><Relationship Id="rId169" Type="http://schemas.openxmlformats.org/officeDocument/2006/relationships/slide" Target="slides/slide160.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slide" Target="slides/slide17.xml"/><Relationship Id="rId47" Type="http://schemas.openxmlformats.org/officeDocument/2006/relationships/slide" Target="slides/slide38.xml"/><Relationship Id="rId68" Type="http://schemas.openxmlformats.org/officeDocument/2006/relationships/slide" Target="slides/slide59.xml"/><Relationship Id="rId89" Type="http://schemas.openxmlformats.org/officeDocument/2006/relationships/slide" Target="slides/slide80.xml"/><Relationship Id="rId112" Type="http://schemas.openxmlformats.org/officeDocument/2006/relationships/slide" Target="slides/slide103.xml"/><Relationship Id="rId133" Type="http://schemas.openxmlformats.org/officeDocument/2006/relationships/slide" Target="slides/slide124.xml"/><Relationship Id="rId154" Type="http://schemas.openxmlformats.org/officeDocument/2006/relationships/slide" Target="slides/slide145.xml"/><Relationship Id="rId175" Type="http://schemas.openxmlformats.org/officeDocument/2006/relationships/tableStyles" Target="tableStyles.xml"/><Relationship Id="rId16" Type="http://schemas.openxmlformats.org/officeDocument/2006/relationships/slide" Target="slides/slide7.xml"/><Relationship Id="rId37" Type="http://schemas.openxmlformats.org/officeDocument/2006/relationships/slide" Target="slides/slide28.xml"/><Relationship Id="rId58" Type="http://schemas.openxmlformats.org/officeDocument/2006/relationships/slide" Target="slides/slide49.xml"/><Relationship Id="rId79" Type="http://schemas.openxmlformats.org/officeDocument/2006/relationships/slide" Target="slides/slide70.xml"/><Relationship Id="rId102" Type="http://schemas.openxmlformats.org/officeDocument/2006/relationships/slide" Target="slides/slide93.xml"/><Relationship Id="rId123" Type="http://schemas.openxmlformats.org/officeDocument/2006/relationships/slide" Target="slides/slide114.xml"/><Relationship Id="rId144" Type="http://schemas.openxmlformats.org/officeDocument/2006/relationships/slide" Target="slides/slide135.xml"/><Relationship Id="rId90" Type="http://schemas.openxmlformats.org/officeDocument/2006/relationships/slide" Target="slides/slide81.xml"/><Relationship Id="rId165" Type="http://schemas.openxmlformats.org/officeDocument/2006/relationships/slide" Target="slides/slide156.xml"/><Relationship Id="rId27" Type="http://schemas.openxmlformats.org/officeDocument/2006/relationships/slide" Target="slides/slide18.xml"/><Relationship Id="rId48" Type="http://schemas.openxmlformats.org/officeDocument/2006/relationships/slide" Target="slides/slide39.xml"/><Relationship Id="rId69" Type="http://schemas.openxmlformats.org/officeDocument/2006/relationships/slide" Target="slides/slide60.xml"/><Relationship Id="rId113" Type="http://schemas.openxmlformats.org/officeDocument/2006/relationships/slide" Target="slides/slide104.xml"/><Relationship Id="rId134" Type="http://schemas.openxmlformats.org/officeDocument/2006/relationships/slide" Target="slides/slide125.xml"/><Relationship Id="rId80" Type="http://schemas.openxmlformats.org/officeDocument/2006/relationships/slide" Target="slides/slide71.xml"/><Relationship Id="rId155" Type="http://schemas.openxmlformats.org/officeDocument/2006/relationships/slide" Target="slides/slide146.xml"/><Relationship Id="rId176" Type="http://schemas.microsoft.com/office/2018/10/relationships/authors" Target="authors.xml"/><Relationship Id="rId17" Type="http://schemas.openxmlformats.org/officeDocument/2006/relationships/slide" Target="slides/slide8.xml"/><Relationship Id="rId38" Type="http://schemas.openxmlformats.org/officeDocument/2006/relationships/slide" Target="slides/slide29.xml"/><Relationship Id="rId59" Type="http://schemas.openxmlformats.org/officeDocument/2006/relationships/slide" Target="slides/slide50.xml"/><Relationship Id="rId103" Type="http://schemas.openxmlformats.org/officeDocument/2006/relationships/slide" Target="slides/slide94.xml"/><Relationship Id="rId124" Type="http://schemas.openxmlformats.org/officeDocument/2006/relationships/slide" Target="slides/slide115.xml"/><Relationship Id="rId70" Type="http://schemas.openxmlformats.org/officeDocument/2006/relationships/slide" Target="slides/slide61.xml"/><Relationship Id="rId91" Type="http://schemas.openxmlformats.org/officeDocument/2006/relationships/slide" Target="slides/slide82.xml"/><Relationship Id="rId145" Type="http://schemas.openxmlformats.org/officeDocument/2006/relationships/slide" Target="slides/slide136.xml"/><Relationship Id="rId166" Type="http://schemas.openxmlformats.org/officeDocument/2006/relationships/slide" Target="slides/slide157.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tx2"/>
                </a:solidFill>
                <a:latin typeface="Franklin Gothic Medium" panose="020B0603020102020204" pitchFamily="34" charset="0"/>
                <a:ea typeface="+mn-ea"/>
                <a:cs typeface="+mn-cs"/>
              </a:defRPr>
            </a:pPr>
            <a:r>
              <a:rPr lang="en-US">
                <a:solidFill>
                  <a:schemeClr val="tx2"/>
                </a:solidFill>
                <a:latin typeface="Franklin Gothic Medium" panose="020B0603020102020204" pitchFamily="34" charset="0"/>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2"/>
              </a:solidFill>
              <a:latin typeface="Franklin Gothic Medium" panose="020B0603020102020204" pitchFamily="34" charset="0"/>
              <a:ea typeface="+mn-ea"/>
              <a:cs typeface="+mn-cs"/>
            </a:defRPr>
          </a:pPr>
          <a:endParaRPr lang="en-US"/>
        </a:p>
      </c:txPr>
    </c:title>
    <c:autoTitleDeleted val="0"/>
    <c:plotArea>
      <c:layout/>
      <c:pieChart>
        <c:varyColors val="1"/>
        <c:ser>
          <c:idx val="0"/>
          <c:order val="0"/>
          <c:tx>
            <c:strRef>
              <c:f>Sheet1!$B$1</c:f>
              <c:strCache>
                <c:ptCount val="1"/>
                <c:pt idx="0">
                  <c:v>Series 1</c:v>
                </c:pt>
              </c:strCache>
            </c:strRef>
          </c:tx>
          <c:dPt>
            <c:idx val="0"/>
            <c:bubble3D val="0"/>
            <c:spPr>
              <a:solidFill>
                <a:srgbClr val="005D83"/>
              </a:solidFill>
              <a:ln w="19050">
                <a:solidFill>
                  <a:schemeClr val="lt1"/>
                </a:solidFill>
              </a:ln>
              <a:effectLst/>
            </c:spPr>
            <c:extLst>
              <c:ext xmlns:c16="http://schemas.microsoft.com/office/drawing/2014/chart" uri="{C3380CC4-5D6E-409C-BE32-E72D297353CC}">
                <c16:uniqueId val="{00000001-F5F6-A448-AF6D-36B45ED6C70A}"/>
              </c:ext>
            </c:extLst>
          </c:dPt>
          <c:dPt>
            <c:idx val="1"/>
            <c:bubble3D val="0"/>
            <c:spPr>
              <a:solidFill>
                <a:srgbClr val="672666"/>
              </a:solidFill>
              <a:ln w="19050">
                <a:solidFill>
                  <a:schemeClr val="lt1"/>
                </a:solidFill>
              </a:ln>
              <a:effectLst/>
            </c:spPr>
            <c:extLst>
              <c:ext xmlns:c16="http://schemas.microsoft.com/office/drawing/2014/chart" uri="{C3380CC4-5D6E-409C-BE32-E72D297353CC}">
                <c16:uniqueId val="{00000003-F5F6-A448-AF6D-36B45ED6C70A}"/>
              </c:ext>
            </c:extLst>
          </c:dPt>
          <c:dPt>
            <c:idx val="2"/>
            <c:bubble3D val="0"/>
            <c:spPr>
              <a:solidFill>
                <a:srgbClr val="545659"/>
              </a:solidFill>
              <a:ln w="19050">
                <a:solidFill>
                  <a:schemeClr val="lt1"/>
                </a:solidFill>
              </a:ln>
              <a:effectLst/>
            </c:spPr>
            <c:extLst>
              <c:ext xmlns:c16="http://schemas.microsoft.com/office/drawing/2014/chart" uri="{C3380CC4-5D6E-409C-BE32-E72D297353CC}">
                <c16:uniqueId val="{00000005-F5F6-A448-AF6D-36B45ED6C70A}"/>
              </c:ext>
            </c:extLst>
          </c:dPt>
          <c:dPt>
            <c:idx val="3"/>
            <c:bubble3D val="0"/>
            <c:spPr>
              <a:solidFill>
                <a:srgbClr val="B3A269"/>
              </a:solidFill>
              <a:ln w="19050">
                <a:solidFill>
                  <a:schemeClr val="lt1"/>
                </a:solidFill>
              </a:ln>
              <a:effectLst/>
            </c:spPr>
            <c:extLst>
              <c:ext xmlns:c16="http://schemas.microsoft.com/office/drawing/2014/chart" uri="{C3380CC4-5D6E-409C-BE32-E72D297353CC}">
                <c16:uniqueId val="{00000007-F5F6-A448-AF6D-36B45ED6C70A}"/>
              </c:ext>
            </c:extLst>
          </c:dPt>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8-F5F6-A448-AF6D-36B45ED6C70A}"/>
            </c:ext>
          </c:extLst>
        </c:ser>
        <c:ser>
          <c:idx val="1"/>
          <c:order val="1"/>
          <c:tx>
            <c:strRef>
              <c:f>Sheet1!$C$1</c:f>
              <c:strCache>
                <c:ptCount val="1"/>
                <c:pt idx="0">
                  <c:v>Series 2</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A-F5F6-A448-AF6D-36B45ED6C70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C-F5F6-A448-AF6D-36B45ED6C70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E-F5F6-A448-AF6D-36B45ED6C70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0-F5F6-A448-AF6D-36B45ED6C70A}"/>
              </c:ext>
            </c:extLst>
          </c:dPt>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11-F5F6-A448-AF6D-36B45ED6C70A}"/>
            </c:ext>
          </c:extLst>
        </c:ser>
        <c:ser>
          <c:idx val="2"/>
          <c:order val="2"/>
          <c:tx>
            <c:strRef>
              <c:f>Sheet1!$D$1</c:f>
              <c:strCache>
                <c:ptCount val="1"/>
                <c:pt idx="0">
                  <c:v>Series 3</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13-F5F6-A448-AF6D-36B45ED6C70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15-F5F6-A448-AF6D-36B45ED6C70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7-F5F6-A448-AF6D-36B45ED6C70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9-F5F6-A448-AF6D-36B45ED6C70A}"/>
              </c:ext>
            </c:extLst>
          </c:dPt>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1A-F5F6-A448-AF6D-36B45ED6C70A}"/>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Franklin Gothic Medium" panose="020B0603020102020204" pitchFamily="34" charset="0"/>
              <a:ea typeface="+mn-ea"/>
              <a:cs typeface="+mn-cs"/>
            </a:defRPr>
          </a:pPr>
          <a:endParaRPr lang="en-US"/>
        </a:p>
      </c:txPr>
    </c:legend>
    <c:plotVisOnly val="1"/>
    <c:dispBlanksAs val="gap"/>
    <c:showDLblsOverMax val="0"/>
    <c:extLst/>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tx2"/>
                </a:solidFill>
                <a:latin typeface="Franklin Gothic Medium" panose="020B0603020102020204" pitchFamily="34" charset="0"/>
                <a:ea typeface="+mn-ea"/>
                <a:cs typeface="+mn-cs"/>
              </a:defRPr>
            </a:pPr>
            <a:r>
              <a:rPr lang="en-US">
                <a:solidFill>
                  <a:schemeClr val="tx2"/>
                </a:solidFill>
                <a:latin typeface="Franklin Gothic Medium" panose="020B0603020102020204" pitchFamily="34" charset="0"/>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2"/>
              </a:solidFill>
              <a:latin typeface="Franklin Gothic Medium" panose="020B0603020102020204" pitchFamily="34" charset="0"/>
              <a:ea typeface="+mn-ea"/>
              <a:cs typeface="+mn-cs"/>
            </a:defRPr>
          </a:pPr>
          <a:endParaRPr lang="en-US"/>
        </a:p>
      </c:txPr>
    </c:title>
    <c:autoTitleDeleted val="0"/>
    <c:plotArea>
      <c:layout/>
      <c:pieChart>
        <c:varyColors val="1"/>
        <c:ser>
          <c:idx val="0"/>
          <c:order val="0"/>
          <c:tx>
            <c:strRef>
              <c:f>Sheet1!$B$1</c:f>
              <c:strCache>
                <c:ptCount val="1"/>
                <c:pt idx="0">
                  <c:v>Series 1</c:v>
                </c:pt>
              </c:strCache>
            </c:strRef>
          </c:tx>
          <c:dPt>
            <c:idx val="0"/>
            <c:bubble3D val="0"/>
            <c:spPr>
              <a:solidFill>
                <a:srgbClr val="005D83"/>
              </a:solidFill>
              <a:ln w="19050">
                <a:solidFill>
                  <a:schemeClr val="lt1"/>
                </a:solidFill>
              </a:ln>
              <a:effectLst/>
            </c:spPr>
            <c:extLst>
              <c:ext xmlns:c16="http://schemas.microsoft.com/office/drawing/2014/chart" uri="{C3380CC4-5D6E-409C-BE32-E72D297353CC}">
                <c16:uniqueId val="{00000001-F6DC-1B4F-9531-F5B4BF076970}"/>
              </c:ext>
            </c:extLst>
          </c:dPt>
          <c:dPt>
            <c:idx val="1"/>
            <c:bubble3D val="0"/>
            <c:spPr>
              <a:solidFill>
                <a:srgbClr val="672666"/>
              </a:solidFill>
              <a:ln w="19050">
                <a:solidFill>
                  <a:schemeClr val="lt1"/>
                </a:solidFill>
              </a:ln>
              <a:effectLst/>
            </c:spPr>
            <c:extLst>
              <c:ext xmlns:c16="http://schemas.microsoft.com/office/drawing/2014/chart" uri="{C3380CC4-5D6E-409C-BE32-E72D297353CC}">
                <c16:uniqueId val="{00000003-F6DC-1B4F-9531-F5B4BF076970}"/>
              </c:ext>
            </c:extLst>
          </c:dPt>
          <c:dPt>
            <c:idx val="2"/>
            <c:bubble3D val="0"/>
            <c:spPr>
              <a:solidFill>
                <a:srgbClr val="545659"/>
              </a:solidFill>
              <a:ln w="19050">
                <a:solidFill>
                  <a:schemeClr val="lt1"/>
                </a:solidFill>
              </a:ln>
              <a:effectLst/>
            </c:spPr>
            <c:extLst>
              <c:ext xmlns:c16="http://schemas.microsoft.com/office/drawing/2014/chart" uri="{C3380CC4-5D6E-409C-BE32-E72D297353CC}">
                <c16:uniqueId val="{00000005-F6DC-1B4F-9531-F5B4BF076970}"/>
              </c:ext>
            </c:extLst>
          </c:dPt>
          <c:dPt>
            <c:idx val="3"/>
            <c:bubble3D val="0"/>
            <c:spPr>
              <a:solidFill>
                <a:srgbClr val="B3A269"/>
              </a:solidFill>
              <a:ln w="19050">
                <a:solidFill>
                  <a:schemeClr val="lt1"/>
                </a:solidFill>
              </a:ln>
              <a:effectLst/>
            </c:spPr>
            <c:extLst>
              <c:ext xmlns:c16="http://schemas.microsoft.com/office/drawing/2014/chart" uri="{C3380CC4-5D6E-409C-BE32-E72D297353CC}">
                <c16:uniqueId val="{00000007-F6DC-1B4F-9531-F5B4BF076970}"/>
              </c:ext>
            </c:extLst>
          </c:dPt>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8-F6DC-1B4F-9531-F5B4BF076970}"/>
            </c:ext>
          </c:extLst>
        </c:ser>
        <c:ser>
          <c:idx val="1"/>
          <c:order val="1"/>
          <c:tx>
            <c:strRef>
              <c:f>Sheet1!$C$1</c:f>
              <c:strCache>
                <c:ptCount val="1"/>
                <c:pt idx="0">
                  <c:v>Series 2</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A-F6DC-1B4F-9531-F5B4BF076970}"/>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C-F6DC-1B4F-9531-F5B4BF076970}"/>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E-F6DC-1B4F-9531-F5B4BF076970}"/>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0-F6DC-1B4F-9531-F5B4BF076970}"/>
              </c:ext>
            </c:extLst>
          </c:dPt>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11-F6DC-1B4F-9531-F5B4BF076970}"/>
            </c:ext>
          </c:extLst>
        </c:ser>
        <c:ser>
          <c:idx val="2"/>
          <c:order val="2"/>
          <c:tx>
            <c:strRef>
              <c:f>Sheet1!$D$1</c:f>
              <c:strCache>
                <c:ptCount val="1"/>
                <c:pt idx="0">
                  <c:v>Series 3</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13-F6DC-1B4F-9531-F5B4BF076970}"/>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15-F6DC-1B4F-9531-F5B4BF076970}"/>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7-F6DC-1B4F-9531-F5B4BF076970}"/>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9-F6DC-1B4F-9531-F5B4BF076970}"/>
              </c:ext>
            </c:extLst>
          </c:dPt>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1A-F6DC-1B4F-9531-F5B4BF076970}"/>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Franklin Gothic Medium" panose="020B0603020102020204" pitchFamily="34" charset="0"/>
              <a:ea typeface="+mn-ea"/>
              <a:cs typeface="+mn-cs"/>
            </a:defRPr>
          </a:pPr>
          <a:endParaRPr lang="en-US"/>
        </a:p>
      </c:txPr>
    </c:legend>
    <c:plotVisOnly val="1"/>
    <c:dispBlanksAs val="gap"/>
    <c:showDLblsOverMax val="0"/>
    <c:extLst/>
  </c:chart>
  <c:spPr>
    <a:noFill/>
    <a:ln>
      <a:noFill/>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200" b="0" i="0" u="none" strike="noStrike" kern="1200" baseline="0">
                <a:solidFill>
                  <a:schemeClr val="tx2"/>
                </a:solidFill>
                <a:latin typeface="Franklin Gothic Book" panose="020B0503020102020204" pitchFamily="34" charset="0"/>
                <a:ea typeface="+mn-ea"/>
                <a:cs typeface="+mn-cs"/>
              </a:defRPr>
            </a:pPr>
            <a:r>
              <a:rPr lang="en-US" b="0" i="0">
                <a:latin typeface="Franklin Gothic Book" panose="020B0503020102020204" pitchFamily="34" charset="0"/>
              </a:rPr>
              <a:t>Chart Title</a:t>
            </a:r>
          </a:p>
        </c:rich>
      </c:tx>
      <c:overlay val="0"/>
      <c:spPr>
        <a:noFill/>
        <a:ln>
          <a:noFill/>
        </a:ln>
        <a:effectLst/>
      </c:spPr>
      <c:txPr>
        <a:bodyPr rot="0" spcFirstLastPara="1" vertOverflow="ellipsis" vert="horz" wrap="square" anchor="ctr" anchorCtr="1"/>
        <a:lstStyle/>
        <a:p>
          <a:pPr>
            <a:defRPr sz="2200" b="0" i="0" u="none" strike="noStrike" kern="1200" baseline="0">
              <a:solidFill>
                <a:schemeClr val="tx2"/>
              </a:solidFill>
              <a:latin typeface="Franklin Gothic Book" panose="020B0503020102020204" pitchFamily="34" charset="0"/>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rgbClr val="005D83"/>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solidFill>
                    <a:latin typeface="Franklin Gothic Medium" panose="020B0603020102020204" pitchFamily="34"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19FE-4449-92B8-FFBDEC416635}"/>
            </c:ext>
          </c:extLst>
        </c:ser>
        <c:ser>
          <c:idx val="1"/>
          <c:order val="1"/>
          <c:tx>
            <c:strRef>
              <c:f>Sheet1!$C$1</c:f>
              <c:strCache>
                <c:ptCount val="1"/>
                <c:pt idx="0">
                  <c:v>Series 2</c:v>
                </c:pt>
              </c:strCache>
            </c:strRef>
          </c:tx>
          <c:spPr>
            <a:solidFill>
              <a:srgbClr val="672666"/>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solidFill>
                    <a:latin typeface="Franklin Gothic Medium" panose="020B0603020102020204" pitchFamily="34"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19FE-4449-92B8-FFBDEC416635}"/>
            </c:ext>
          </c:extLst>
        </c:ser>
        <c:ser>
          <c:idx val="2"/>
          <c:order val="2"/>
          <c:tx>
            <c:strRef>
              <c:f>Sheet1!$D$1</c:f>
              <c:strCache>
                <c:ptCount val="1"/>
                <c:pt idx="0">
                  <c:v>Series 3</c:v>
                </c:pt>
              </c:strCache>
            </c:strRef>
          </c:tx>
          <c:spPr>
            <a:solidFill>
              <a:srgbClr val="B3A269"/>
            </a:solidFill>
            <a:ln w="9525" cap="flat" cmpd="sng" algn="ctr">
              <a:solidFill>
                <a:schemeClr val="lt1">
                  <a:alpha val="50000"/>
                </a:schemeClr>
              </a:solidFill>
              <a:round/>
            </a:ln>
            <a:effectLst/>
          </c:spPr>
          <c:invertIfNegative val="0"/>
          <c:dPt>
            <c:idx val="0"/>
            <c:invertIfNegative val="0"/>
            <c:bubble3D val="0"/>
            <c:spPr>
              <a:solidFill>
                <a:srgbClr val="B3A269"/>
              </a:solidFill>
              <a:ln w="9525" cap="flat" cmpd="sng" algn="ctr">
                <a:solidFill>
                  <a:schemeClr val="lt1">
                    <a:alpha val="50000"/>
                  </a:schemeClr>
                </a:solidFill>
                <a:round/>
              </a:ln>
              <a:effectLst/>
            </c:spPr>
            <c:extLst>
              <c:ext xmlns:c16="http://schemas.microsoft.com/office/drawing/2014/chart" uri="{C3380CC4-5D6E-409C-BE32-E72D297353CC}">
                <c16:uniqueId val="{00000003-19FE-4449-92B8-FFBDEC416635}"/>
              </c:ext>
            </c:extLst>
          </c:dPt>
          <c:dPt>
            <c:idx val="1"/>
            <c:invertIfNegative val="0"/>
            <c:bubble3D val="0"/>
            <c:spPr>
              <a:solidFill>
                <a:srgbClr val="B3A269"/>
              </a:solidFill>
              <a:ln w="9525" cap="flat" cmpd="sng" algn="ctr">
                <a:solidFill>
                  <a:schemeClr val="lt1">
                    <a:alpha val="50000"/>
                  </a:schemeClr>
                </a:solidFill>
                <a:round/>
              </a:ln>
              <a:effectLst/>
            </c:spPr>
            <c:extLst>
              <c:ext xmlns:c16="http://schemas.microsoft.com/office/drawing/2014/chart" uri="{C3380CC4-5D6E-409C-BE32-E72D297353CC}">
                <c16:uniqueId val="{00000005-19FE-4449-92B8-FFBDEC416635}"/>
              </c:ext>
            </c:extLst>
          </c:dPt>
          <c:dPt>
            <c:idx val="2"/>
            <c:invertIfNegative val="0"/>
            <c:bubble3D val="0"/>
            <c:spPr>
              <a:solidFill>
                <a:srgbClr val="B3A269"/>
              </a:solidFill>
              <a:ln w="9525" cap="flat" cmpd="sng" algn="ctr">
                <a:solidFill>
                  <a:schemeClr val="lt1">
                    <a:alpha val="50000"/>
                  </a:schemeClr>
                </a:solidFill>
                <a:round/>
              </a:ln>
              <a:effectLst/>
            </c:spPr>
            <c:extLst>
              <c:ext xmlns:c16="http://schemas.microsoft.com/office/drawing/2014/chart" uri="{C3380CC4-5D6E-409C-BE32-E72D297353CC}">
                <c16:uniqueId val="{00000007-19FE-4449-92B8-FFBDEC416635}"/>
              </c:ext>
            </c:extLst>
          </c:dPt>
          <c:dPt>
            <c:idx val="3"/>
            <c:invertIfNegative val="0"/>
            <c:bubble3D val="0"/>
            <c:spPr>
              <a:solidFill>
                <a:srgbClr val="B3A269"/>
              </a:solidFill>
              <a:ln w="9525" cap="flat" cmpd="sng" algn="ctr">
                <a:solidFill>
                  <a:schemeClr val="lt1">
                    <a:alpha val="50000"/>
                  </a:schemeClr>
                </a:solidFill>
                <a:round/>
              </a:ln>
              <a:effectLst/>
            </c:spPr>
            <c:extLst>
              <c:ext xmlns:c16="http://schemas.microsoft.com/office/drawing/2014/chart" uri="{C3380CC4-5D6E-409C-BE32-E72D297353CC}">
                <c16:uniqueId val="{00000009-19FE-4449-92B8-FFBDEC416635}"/>
              </c:ext>
            </c:extLst>
          </c:dPt>
          <c:dLbls>
            <c:dLbl>
              <c:idx val="0"/>
              <c:layout>
                <c:manualLayout>
                  <c:x val="2.2171576623365692E-17"/>
                  <c:y val="-8.8905916646146131E-3"/>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2"/>
                      </a:solidFill>
                      <a:latin typeface="Franklin Gothic Medium" panose="020B0603020102020204" pitchFamily="34"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9FE-4449-92B8-FFBDEC416635}"/>
                </c:ext>
              </c:extLst>
            </c:dLbl>
            <c:dLbl>
              <c:idx val="1"/>
              <c:layout>
                <c:manualLayout>
                  <c:x val="0"/>
                  <c:y val="-3.2097024220493651E-3"/>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2"/>
                      </a:solidFill>
                      <a:latin typeface="Franklin Gothic Medium" panose="020B0603020102020204" pitchFamily="34"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9FE-4449-92B8-FFBDEC416635}"/>
                </c:ext>
              </c:extLst>
            </c:dLbl>
            <c:dLbl>
              <c:idx val="2"/>
              <c:layout>
                <c:manualLayout>
                  <c:x val="0"/>
                  <c:y val="-1.4571480907179862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2"/>
                      </a:solidFill>
                      <a:latin typeface="Franklin Gothic Medium" panose="020B0603020102020204" pitchFamily="34"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9FE-4449-92B8-FFBDEC416635}"/>
                </c:ext>
              </c:extLst>
            </c:dLbl>
            <c:dLbl>
              <c:idx val="3"/>
              <c:layout>
                <c:manualLayout>
                  <c:x val="0"/>
                  <c:y val="-6.0501470433319895E-3"/>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2"/>
                      </a:solidFill>
                      <a:latin typeface="Franklin Gothic Medium" panose="020B0603020102020204" pitchFamily="34"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19FE-4449-92B8-FFBDEC416635}"/>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solidFill>
                    <a:latin typeface="Franklin Gothic Medium" panose="020B0603020102020204" pitchFamily="34"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noFill/>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A-19FE-4449-92B8-FFBDEC416635}"/>
            </c:ext>
          </c:extLst>
        </c:ser>
        <c:dLbls>
          <c:dLblPos val="inEnd"/>
          <c:showLegendKey val="0"/>
          <c:showVal val="1"/>
          <c:showCatName val="0"/>
          <c:showSerName val="0"/>
          <c:showPercent val="0"/>
          <c:showBubbleSize val="0"/>
        </c:dLbls>
        <c:gapWidth val="65"/>
        <c:axId val="628035104"/>
        <c:axId val="628033376"/>
      </c:barChart>
      <c:valAx>
        <c:axId val="628033376"/>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crossAx val="628035104"/>
        <c:crosses val="autoZero"/>
        <c:crossBetween val="between"/>
      </c:valAx>
      <c:catAx>
        <c:axId val="628035104"/>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400" b="0" i="0" u="none" strike="noStrike" kern="1200" cap="all" baseline="0">
                <a:solidFill>
                  <a:schemeClr val="tx2"/>
                </a:solidFill>
                <a:latin typeface="Franklin Gothic Medium" panose="020B0603020102020204" pitchFamily="34" charset="0"/>
                <a:ea typeface="+mn-ea"/>
                <a:cs typeface="+mn-cs"/>
              </a:defRPr>
            </a:pPr>
            <a:endParaRPr lang="en-US"/>
          </a:p>
        </c:txPr>
        <c:crossAx val="628033376"/>
        <c:crosses val="autoZero"/>
        <c:auto val="1"/>
        <c:lblAlgn val="ctr"/>
        <c:lblOffset val="100"/>
        <c:noMultiLvlLbl val="0"/>
      </c:catAx>
      <c:spPr>
        <a:noFill/>
        <a:ln>
          <a:noFill/>
        </a:ln>
        <a:effectLst/>
      </c:spPr>
    </c:plotArea>
    <c:legend>
      <c:legendPos val="b"/>
      <c:legendEntry>
        <c:idx val="0"/>
        <c:txPr>
          <a:bodyPr rot="0" spcFirstLastPara="1" vertOverflow="ellipsis" vert="horz" wrap="square" anchor="ctr" anchorCtr="1"/>
          <a:lstStyle/>
          <a:p>
            <a:pPr>
              <a:defRPr sz="1400" b="0" i="0" u="none" strike="noStrike" kern="1200" baseline="0">
                <a:solidFill>
                  <a:schemeClr val="tx1"/>
                </a:solidFill>
                <a:latin typeface="Franklin Gothic Medium" panose="020B0603020102020204" pitchFamily="34" charset="0"/>
                <a:ea typeface="+mn-ea"/>
                <a:cs typeface="+mn-cs"/>
              </a:defRPr>
            </a:pPr>
            <a:endParaRPr lang="en-US"/>
          </a:p>
        </c:txPr>
      </c:legendEntry>
      <c:legendEntry>
        <c:idx val="1"/>
        <c:txPr>
          <a:bodyPr rot="0" spcFirstLastPara="1" vertOverflow="ellipsis" vert="horz" wrap="square" anchor="ctr" anchorCtr="1"/>
          <a:lstStyle/>
          <a:p>
            <a:pPr>
              <a:defRPr sz="1400" b="0" i="0" u="none" strike="noStrike" kern="1200" baseline="0">
                <a:solidFill>
                  <a:schemeClr val="tx1"/>
                </a:solidFill>
                <a:latin typeface="Franklin Gothic Medium" panose="020B0603020102020204" pitchFamily="34" charset="0"/>
                <a:ea typeface="+mn-ea"/>
                <a:cs typeface="+mn-cs"/>
              </a:defRPr>
            </a:pPr>
            <a:endParaRPr lang="en-US"/>
          </a:p>
        </c:txPr>
      </c:legendEntry>
      <c:legendEntry>
        <c:idx val="2"/>
        <c:txPr>
          <a:bodyPr rot="0" spcFirstLastPara="1" vertOverflow="ellipsis" vert="horz" wrap="square" anchor="ctr" anchorCtr="1"/>
          <a:lstStyle/>
          <a:p>
            <a:pPr>
              <a:defRPr sz="1400" b="0" i="0" u="none" strike="noStrike" kern="1200" baseline="0">
                <a:solidFill>
                  <a:schemeClr val="tx1"/>
                </a:solidFill>
                <a:latin typeface="Franklin Gothic Medium" panose="020B0603020102020204" pitchFamily="34" charset="0"/>
                <a:ea typeface="+mn-ea"/>
                <a:cs typeface="+mn-cs"/>
              </a:defRPr>
            </a:pPr>
            <a:endParaRPr lang="en-US"/>
          </a:p>
        </c:txPr>
      </c:legendEntry>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chart>
  <c:spPr>
    <a:noFill/>
    <a:ln w="9525" cap="flat" cmpd="sng" algn="ctr">
      <a:noFill/>
      <a:round/>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200" b="1" i="0" u="none" strike="noStrike" kern="1200" baseline="0">
                <a:solidFill>
                  <a:schemeClr val="tx2"/>
                </a:solidFill>
                <a:latin typeface="+mn-lt"/>
                <a:ea typeface="+mn-ea"/>
                <a:cs typeface="+mn-cs"/>
              </a:defRPr>
            </a:pPr>
            <a:r>
              <a:rPr lang="en-US" b="0" i="0">
                <a:latin typeface="Franklin Gothic Book" panose="020B0503020102020204" pitchFamily="34" charset="0"/>
              </a:rPr>
              <a:t>Chart Title</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tx2"/>
              </a:solidFill>
              <a:latin typeface="+mn-lt"/>
              <a:ea typeface="+mn-ea"/>
              <a:cs typeface="+mn-cs"/>
            </a:defRPr>
          </a:pPr>
          <a:endParaRPr lang="en-US"/>
        </a:p>
      </c:txPr>
    </c:title>
    <c:autoTitleDeleted val="0"/>
    <c:plotArea>
      <c:layout/>
      <c:lineChart>
        <c:grouping val="stacked"/>
        <c:varyColors val="0"/>
        <c:ser>
          <c:idx val="0"/>
          <c:order val="0"/>
          <c:tx>
            <c:strRef>
              <c:f>Sheet1!$B$1</c:f>
              <c:strCache>
                <c:ptCount val="1"/>
                <c:pt idx="0">
                  <c:v>Series 1</c:v>
                </c:pt>
              </c:strCache>
            </c:strRef>
          </c:tx>
          <c:spPr>
            <a:ln w="31750" cap="rnd">
              <a:solidFill>
                <a:srgbClr val="005D83"/>
              </a:solidFill>
              <a:round/>
            </a:ln>
            <a:effectLst/>
          </c:spPr>
          <c:marker>
            <c:symbol val="none"/>
          </c:marker>
          <c:dLbls>
            <c:dLbl>
              <c:idx val="0"/>
              <c:layout>
                <c:manualLayout>
                  <c:x val="-2.4484970347310572E-17"/>
                  <c:y val="-3.75733901503478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E6D-7E45-BFDA-D55866DD918A}"/>
                </c:ext>
              </c:extLst>
            </c:dLbl>
            <c:dLbl>
              <c:idx val="1"/>
              <c:layout>
                <c:manualLayout>
                  <c:x val="-4.8969940694621143E-17"/>
                  <c:y val="-4.69667376879347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E6D-7E45-BFDA-D55866DD918A}"/>
                </c:ext>
              </c:extLst>
            </c:dLbl>
            <c:dLbl>
              <c:idx val="2"/>
              <c:layout>
                <c:manualLayout>
                  <c:x val="-9.7939881389242286E-17"/>
                  <c:y val="-5.636008522552170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E6D-7E45-BFDA-D55866DD918A}"/>
                </c:ext>
              </c:extLst>
            </c:dLbl>
            <c:dLbl>
              <c:idx val="3"/>
              <c:layout>
                <c:manualLayout>
                  <c:x val="0"/>
                  <c:y val="-6.575343276310864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E6D-7E45-BFDA-D55866DD918A}"/>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Franklin Gothic Medium" panose="020B06030201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4-0E6D-7E45-BFDA-D55866DD918A}"/>
            </c:ext>
          </c:extLst>
        </c:ser>
        <c:ser>
          <c:idx val="2"/>
          <c:order val="2"/>
          <c:tx>
            <c:strRef>
              <c:f>Sheet1!$D$1</c:f>
              <c:strCache>
                <c:ptCount val="1"/>
                <c:pt idx="0">
                  <c:v>Series 3</c:v>
                </c:pt>
              </c:strCache>
            </c:strRef>
          </c:tx>
          <c:spPr>
            <a:ln w="31750" cap="rnd">
              <a:solidFill>
                <a:srgbClr val="847543">
                  <a:alpha val="85000"/>
                </a:srgbClr>
              </a:solidFill>
              <a:round/>
            </a:ln>
            <a:effectLst/>
          </c:spPr>
          <c:marker>
            <c:symbol val="none"/>
          </c:marker>
          <c:dLbls>
            <c:dLbl>
              <c:idx val="0"/>
              <c:layout>
                <c:manualLayout>
                  <c:x val="-2.671118530884808E-3"/>
                  <c:y val="-4.69667376879346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E6D-7E45-BFDA-D55866DD918A}"/>
                </c:ext>
              </c:extLst>
            </c:dLbl>
            <c:dLbl>
              <c:idx val="1"/>
              <c:layout>
                <c:manualLayout>
                  <c:x val="-4.8969940694621143E-17"/>
                  <c:y val="-5.949120107138401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0E6D-7E45-BFDA-D55866DD918A}"/>
                </c:ext>
              </c:extLst>
            </c:dLbl>
            <c:dLbl>
              <c:idx val="2"/>
              <c:layout>
                <c:manualLayout>
                  <c:x val="-9.7939881389242286E-17"/>
                  <c:y val="-5.636008522552175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E6D-7E45-BFDA-D55866DD918A}"/>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Franklin Gothic Medium" panose="020B06030201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8-0E6D-7E45-BFDA-D55866DD918A}"/>
            </c:ext>
          </c:extLst>
        </c:ser>
        <c:ser>
          <c:idx val="1"/>
          <c:order val="1"/>
          <c:tx>
            <c:strRef>
              <c:f>Sheet1!$C$1</c:f>
              <c:strCache>
                <c:ptCount val="1"/>
                <c:pt idx="0">
                  <c:v>Series 2</c:v>
                </c:pt>
              </c:strCache>
            </c:strRef>
          </c:tx>
          <c:spPr>
            <a:ln w="31750" cap="rnd">
              <a:solidFill>
                <a:srgbClr val="672666"/>
              </a:solidFill>
              <a:round/>
            </a:ln>
            <a:effectLst/>
          </c:spPr>
          <c:marker>
            <c:symbol val="none"/>
          </c:marker>
          <c:dLbls>
            <c:dLbl>
              <c:idx val="0"/>
              <c:layout>
                <c:manualLayout>
                  <c:x val="-2.4484970347310572E-17"/>
                  <c:y val="-5.322896937965938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0E6D-7E45-BFDA-D55866DD918A}"/>
                </c:ext>
              </c:extLst>
            </c:dLbl>
            <c:dLbl>
              <c:idx val="1"/>
              <c:layout>
                <c:manualLayout>
                  <c:x val="-4.8969940694621143E-17"/>
                  <c:y val="-5.322896937965944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0E6D-7E45-BFDA-D55866DD918A}"/>
                </c:ext>
              </c:extLst>
            </c:dLbl>
            <c:dLbl>
              <c:idx val="2"/>
              <c:layout>
                <c:manualLayout>
                  <c:x val="-9.7939881389242286E-17"/>
                  <c:y val="-7.20156644548332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0E6D-7E45-BFDA-D55866DD918A}"/>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Franklin Gothic Medium" panose="020B06030201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C-0E6D-7E45-BFDA-D55866DD918A}"/>
            </c:ext>
          </c:extLst>
        </c:ser>
        <c:dLbls>
          <c:showLegendKey val="0"/>
          <c:showVal val="1"/>
          <c:showCatName val="0"/>
          <c:showSerName val="0"/>
          <c:showPercent val="0"/>
          <c:showBubbleSize val="0"/>
        </c:dLbls>
        <c:smooth val="0"/>
        <c:axId val="628035104"/>
        <c:axId val="628033376"/>
      </c:lineChart>
      <c:valAx>
        <c:axId val="628033376"/>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crossAx val="628035104"/>
        <c:crosses val="autoZero"/>
        <c:crossBetween val="between"/>
      </c:valAx>
      <c:catAx>
        <c:axId val="628035104"/>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400" b="0" i="0" u="none" strike="noStrike" kern="1200" cap="all" baseline="0">
                <a:solidFill>
                  <a:schemeClr val="tx1"/>
                </a:solidFill>
                <a:latin typeface="Franklin Gothic Medium" panose="020B0603020102020204" pitchFamily="34" charset="0"/>
                <a:ea typeface="+mn-ea"/>
                <a:cs typeface="+mn-cs"/>
              </a:defRPr>
            </a:pPr>
            <a:endParaRPr lang="en-US"/>
          </a:p>
        </c:txPr>
        <c:crossAx val="62803337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Franklin Gothic Medium" panose="020B0603020102020204" pitchFamily="34" charset="0"/>
              <a:ea typeface="+mn-ea"/>
              <a:cs typeface="+mn-cs"/>
            </a:defRPr>
          </a:pPr>
          <a:endParaRPr lang="en-US"/>
        </a:p>
      </c:txPr>
    </c:legend>
    <c:plotVisOnly val="1"/>
    <c:dispBlanksAs val="gap"/>
    <c:showDLblsOverMax val="0"/>
    <c:extLst/>
  </c:chart>
  <c:spPr>
    <a:noFill/>
    <a:ln w="9525" cap="flat" cmpd="sng" algn="ctr">
      <a:noFill/>
      <a:round/>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Franklin Gothic Book" panose="020B05030201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Franklin Gothic Book" panose="020B0503020102020204" pitchFamily="34" charset="0"/>
              </a:defRPr>
            </a:lvl1pPr>
          </a:lstStyle>
          <a:p>
            <a:fld id="{D519C29E-D764-F646-875C-57DA76062C1C}" type="datetimeFigureOut">
              <a:rPr lang="en-US" smtClean="0"/>
              <a:pPr/>
              <a:t>3/22/2026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Franklin Gothic Book" panose="020B05030201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Franklin Gothic Book" panose="020B0503020102020204" pitchFamily="34" charset="0"/>
              </a:defRPr>
            </a:lvl1pPr>
          </a:lstStyle>
          <a:p>
            <a:fld id="{6915107C-BF4B-3041-B860-CA246E0A5CBA}" type="slidenum">
              <a:rPr lang="en-US" smtClean="0"/>
              <a:pPr/>
              <a:t>‹#›</a:t>
            </a:fld>
            <a:endParaRPr lang="en-US"/>
          </a:p>
        </p:txBody>
      </p:sp>
    </p:spTree>
    <p:extLst>
      <p:ext uri="{BB962C8B-B14F-4D97-AF65-F5344CB8AC3E}">
        <p14:creationId xmlns:p14="http://schemas.microsoft.com/office/powerpoint/2010/main" val="3180328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Franklin Gothic Book" panose="020B0503020102020204" pitchFamily="34" charset="0"/>
        <a:ea typeface="+mn-ea"/>
        <a:cs typeface="+mn-cs"/>
      </a:defRPr>
    </a:lvl1pPr>
    <a:lvl2pPr marL="457200" algn="l" defTabSz="914400" rtl="0" eaLnBrk="1" latinLnBrk="0" hangingPunct="1">
      <a:defRPr sz="1200" b="0" i="0" kern="1200">
        <a:solidFill>
          <a:schemeClr val="tx1"/>
        </a:solidFill>
        <a:latin typeface="Franklin Gothic Book" panose="020B0503020102020204" pitchFamily="34" charset="0"/>
        <a:ea typeface="+mn-ea"/>
        <a:cs typeface="+mn-cs"/>
      </a:defRPr>
    </a:lvl2pPr>
    <a:lvl3pPr marL="914400" algn="l" defTabSz="914400" rtl="0" eaLnBrk="1" latinLnBrk="0" hangingPunct="1">
      <a:defRPr sz="1200" b="0" i="0" kern="1200">
        <a:solidFill>
          <a:schemeClr val="tx1"/>
        </a:solidFill>
        <a:latin typeface="Franklin Gothic Book" panose="020B0503020102020204" pitchFamily="34" charset="0"/>
        <a:ea typeface="+mn-ea"/>
        <a:cs typeface="+mn-cs"/>
      </a:defRPr>
    </a:lvl3pPr>
    <a:lvl4pPr marL="1371600" algn="l" defTabSz="914400" rtl="0" eaLnBrk="1" latinLnBrk="0" hangingPunct="1">
      <a:defRPr sz="1200" b="0" i="0" kern="1200">
        <a:solidFill>
          <a:schemeClr val="tx1"/>
        </a:solidFill>
        <a:latin typeface="Franklin Gothic Book" panose="020B0503020102020204" pitchFamily="34" charset="0"/>
        <a:ea typeface="+mn-ea"/>
        <a:cs typeface="+mn-cs"/>
      </a:defRPr>
    </a:lvl4pPr>
    <a:lvl5pPr marL="1828800" algn="l" defTabSz="914400" rtl="0" eaLnBrk="1" latinLnBrk="0" hangingPunct="1">
      <a:defRPr sz="1200" b="0" i="0" kern="1200">
        <a:solidFill>
          <a:schemeClr val="tx1"/>
        </a:solidFill>
        <a:latin typeface="Franklin Gothic Book" panose="020B05030201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915107C-BF4B-3041-B860-CA246E0A5CBA}" type="slidenum">
              <a:rPr lang="en-US" smtClean="0"/>
              <a:t>1</a:t>
            </a:fld>
            <a:endParaRPr lang="en-US"/>
          </a:p>
        </p:txBody>
      </p:sp>
    </p:spTree>
    <p:extLst>
      <p:ext uri="{BB962C8B-B14F-4D97-AF65-F5344CB8AC3E}">
        <p14:creationId xmlns:p14="http://schemas.microsoft.com/office/powerpoint/2010/main" val="2103883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26CBB-9DA7-1BB6-4B95-A0AC0FD952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1D414A-C6F1-F19C-C048-F75FF4304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FB419D-7845-2718-8BB5-9E47A0594A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935030-A1E2-699E-EB75-BADE35BF2892}"/>
              </a:ext>
            </a:extLst>
          </p:cNvPr>
          <p:cNvSpPr>
            <a:spLocks noGrp="1"/>
          </p:cNvSpPr>
          <p:nvPr>
            <p:ph type="sldNum" sz="quarter" idx="5"/>
          </p:nvPr>
        </p:nvSpPr>
        <p:spPr/>
        <p:txBody>
          <a:bodyPr/>
          <a:lstStyle/>
          <a:p>
            <a:fld id="{6915107C-BF4B-3041-B860-CA246E0A5CBA}" type="slidenum">
              <a:rPr lang="en-US" smtClean="0"/>
              <a:t>18</a:t>
            </a:fld>
            <a:endParaRPr lang="en-US"/>
          </a:p>
        </p:txBody>
      </p:sp>
    </p:spTree>
    <p:extLst>
      <p:ext uri="{BB962C8B-B14F-4D97-AF65-F5344CB8AC3E}">
        <p14:creationId xmlns:p14="http://schemas.microsoft.com/office/powerpoint/2010/main" val="3739893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noProof="1">
                <a:solidFill>
                  <a:srgbClr val="890047"/>
                </a:solidFill>
                <a:latin typeface="Franklin Gothic Book"/>
              </a:rPr>
              <a:t>In the upper right corner of this slide, add the street address of your meeting’s building and include the meeting’s room number. Also change the text color from magenta to black.</a:t>
            </a:r>
            <a:endParaRPr lang="en-US">
              <a:latin typeface="Franklin Gothic Book"/>
            </a:endParaRPr>
          </a:p>
        </p:txBody>
      </p:sp>
      <p:sp>
        <p:nvSpPr>
          <p:cNvPr id="4" name="Slide Number Placeholder 3"/>
          <p:cNvSpPr>
            <a:spLocks noGrp="1"/>
          </p:cNvSpPr>
          <p:nvPr>
            <p:ph type="sldNum" sz="quarter" idx="5"/>
          </p:nvPr>
        </p:nvSpPr>
        <p:spPr/>
        <p:txBody>
          <a:bodyPr/>
          <a:lstStyle/>
          <a:p>
            <a:fld id="{6915107C-BF4B-3041-B860-CA246E0A5CBA}" type="slidenum">
              <a:rPr lang="en-US" smtClean="0"/>
              <a:pPr/>
              <a:t>39</a:t>
            </a:fld>
            <a:endParaRPr lang="en-US"/>
          </a:p>
        </p:txBody>
      </p:sp>
    </p:spTree>
    <p:extLst>
      <p:ext uri="{BB962C8B-B14F-4D97-AF65-F5344CB8AC3E}">
        <p14:creationId xmlns:p14="http://schemas.microsoft.com/office/powerpoint/2010/main" val="26684305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915107C-BF4B-3041-B860-CA246E0A5CBA}" type="slidenum">
              <a:rPr lang="en-US" smtClean="0"/>
              <a:t>40</a:t>
            </a:fld>
            <a:endParaRPr lang="en-US"/>
          </a:p>
        </p:txBody>
      </p:sp>
    </p:spTree>
    <p:extLst>
      <p:ext uri="{BB962C8B-B14F-4D97-AF65-F5344CB8AC3E}">
        <p14:creationId xmlns:p14="http://schemas.microsoft.com/office/powerpoint/2010/main" val="28461098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915107C-BF4B-3041-B860-CA246E0A5CBA}" type="slidenum">
              <a:rPr lang="en-US" smtClean="0"/>
              <a:t>63</a:t>
            </a:fld>
            <a:endParaRPr lang="en-US"/>
          </a:p>
        </p:txBody>
      </p:sp>
    </p:spTree>
    <p:extLst>
      <p:ext uri="{BB962C8B-B14F-4D97-AF65-F5344CB8AC3E}">
        <p14:creationId xmlns:p14="http://schemas.microsoft.com/office/powerpoint/2010/main" val="3097902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15107C-BF4B-3041-B860-CA246E0A5CBA}" type="slidenum">
              <a:rPr lang="en-US" smtClean="0"/>
              <a:pPr/>
              <a:t>83</a:t>
            </a:fld>
            <a:endParaRPr lang="en-US"/>
          </a:p>
        </p:txBody>
      </p:sp>
    </p:spTree>
    <p:extLst>
      <p:ext uri="{BB962C8B-B14F-4D97-AF65-F5344CB8AC3E}">
        <p14:creationId xmlns:p14="http://schemas.microsoft.com/office/powerpoint/2010/main" val="3075048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546DD-698E-7A92-060E-D51EFBBF19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166C2C-814B-F627-3004-BD641AB877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D922C9-2388-1863-CFA4-15AF5B4C2C0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39801BD-6EC4-B229-D1D6-1D6F08E509EE}"/>
              </a:ext>
            </a:extLst>
          </p:cNvPr>
          <p:cNvSpPr>
            <a:spLocks noGrp="1"/>
          </p:cNvSpPr>
          <p:nvPr>
            <p:ph type="sldNum" sz="quarter" idx="5"/>
          </p:nvPr>
        </p:nvSpPr>
        <p:spPr/>
        <p:txBody>
          <a:bodyPr/>
          <a:lstStyle/>
          <a:p>
            <a:fld id="{6915107C-BF4B-3041-B860-CA246E0A5CBA}" type="slidenum">
              <a:rPr lang="en-US" smtClean="0"/>
              <a:t>92</a:t>
            </a:fld>
            <a:endParaRPr lang="en-US"/>
          </a:p>
        </p:txBody>
      </p:sp>
    </p:spTree>
    <p:extLst>
      <p:ext uri="{BB962C8B-B14F-4D97-AF65-F5344CB8AC3E}">
        <p14:creationId xmlns:p14="http://schemas.microsoft.com/office/powerpoint/2010/main" val="6097489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6915107C-BF4B-3041-B860-CA246E0A5CBA}" type="slidenum">
              <a:rPr lang="en-US" smtClean="0"/>
              <a:pPr/>
              <a:t>148</a:t>
            </a:fld>
            <a:endParaRPr lang="en-US"/>
          </a:p>
        </p:txBody>
      </p:sp>
    </p:spTree>
    <p:extLst>
      <p:ext uri="{BB962C8B-B14F-4D97-AF65-F5344CB8AC3E}">
        <p14:creationId xmlns:p14="http://schemas.microsoft.com/office/powerpoint/2010/main" val="2219221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15107C-BF4B-3041-B860-CA246E0A5CBA}" type="slidenum">
              <a:rPr lang="en-US" smtClean="0"/>
              <a:pPr/>
              <a:t>159</a:t>
            </a:fld>
            <a:endParaRPr lang="en-US"/>
          </a:p>
        </p:txBody>
      </p:sp>
    </p:spTree>
    <p:extLst>
      <p:ext uri="{BB962C8B-B14F-4D97-AF65-F5344CB8AC3E}">
        <p14:creationId xmlns:p14="http://schemas.microsoft.com/office/powerpoint/2010/main" val="37632261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svg"/><Relationship Id="rId3" Type="http://schemas.openxmlformats.org/officeDocument/2006/relationships/image" Target="../media/image11.svg"/><Relationship Id="rId7" Type="http://schemas.openxmlformats.org/officeDocument/2006/relationships/image" Target="../media/image15.svg"/><Relationship Id="rId12"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 Id="rId1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2.xml"/><Relationship Id="rId4" Type="http://schemas.openxmlformats.org/officeDocument/2006/relationships/image" Target="../media/image4.emf"/></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2.xml"/><Relationship Id="rId4" Type="http://schemas.openxmlformats.org/officeDocument/2006/relationships/image" Target="../media/image4.emf"/></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8" Type="http://schemas.openxmlformats.org/officeDocument/2006/relationships/hyperlink" Target="https://www.cpcc.edu/" TargetMode="External"/><Relationship Id="rId13" Type="http://schemas.openxmlformats.org/officeDocument/2006/relationships/hyperlink" Target="https://www.instagram.com/centralpiedmontcc/" TargetMode="External"/><Relationship Id="rId3" Type="http://schemas.openxmlformats.org/officeDocument/2006/relationships/image" Target="../media/image29.svg"/><Relationship Id="rId7" Type="http://schemas.openxmlformats.org/officeDocument/2006/relationships/image" Target="../media/image33.svg"/><Relationship Id="rId12" Type="http://schemas.openxmlformats.org/officeDocument/2006/relationships/image" Target="../media/image37.svg"/><Relationship Id="rId2" Type="http://schemas.openxmlformats.org/officeDocument/2006/relationships/image" Target="../media/image28.png"/><Relationship Id="rId1" Type="http://schemas.openxmlformats.org/officeDocument/2006/relationships/slideMaster" Target="../slideMasters/slideMaster5.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svg"/><Relationship Id="rId10" Type="http://schemas.openxmlformats.org/officeDocument/2006/relationships/image" Target="../media/image35.svg"/><Relationship Id="rId4" Type="http://schemas.openxmlformats.org/officeDocument/2006/relationships/image" Target="../media/image30.png"/><Relationship Id="rId9" Type="http://schemas.openxmlformats.org/officeDocument/2006/relationships/image" Target="../media/image34.png"/><Relationship Id="rId14" Type="http://schemas.openxmlformats.org/officeDocument/2006/relationships/image" Target="../media/image4.emf"/></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5.xml"/><Relationship Id="rId6" Type="http://schemas.openxmlformats.org/officeDocument/2006/relationships/image" Target="../media/image4.emf"/><Relationship Id="rId5" Type="http://schemas.openxmlformats.org/officeDocument/2006/relationships/image" Target="../media/image29.svg"/><Relationship Id="rId4" Type="http://schemas.openxmlformats.org/officeDocument/2006/relationships/image" Target="../media/image28.png"/></Relationships>
</file>

<file path=ppt/slideLayouts/_rels/slideLayout143.xml.rels><?xml version="1.0" encoding="UTF-8" standalone="yes"?>
<Relationships xmlns="http://schemas.openxmlformats.org/package/2006/relationships"><Relationship Id="rId8" Type="http://schemas.openxmlformats.org/officeDocument/2006/relationships/hyperlink" Target="https://www.cpcc.edu/" TargetMode="External"/><Relationship Id="rId13" Type="http://schemas.openxmlformats.org/officeDocument/2006/relationships/hyperlink" Target="https://www.instagram.com/centralpiedmontcc/" TargetMode="External"/><Relationship Id="rId3" Type="http://schemas.openxmlformats.org/officeDocument/2006/relationships/image" Target="../media/image29.svg"/><Relationship Id="rId7" Type="http://schemas.openxmlformats.org/officeDocument/2006/relationships/image" Target="../media/image33.svg"/><Relationship Id="rId12" Type="http://schemas.openxmlformats.org/officeDocument/2006/relationships/image" Target="../media/image37.svg"/><Relationship Id="rId2" Type="http://schemas.openxmlformats.org/officeDocument/2006/relationships/image" Target="../media/image28.png"/><Relationship Id="rId1" Type="http://schemas.openxmlformats.org/officeDocument/2006/relationships/slideMaster" Target="../slideMasters/slideMaster5.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svg"/><Relationship Id="rId10" Type="http://schemas.openxmlformats.org/officeDocument/2006/relationships/image" Target="../media/image35.svg"/><Relationship Id="rId4" Type="http://schemas.openxmlformats.org/officeDocument/2006/relationships/image" Target="../media/image30.png"/><Relationship Id="rId9" Type="http://schemas.openxmlformats.org/officeDocument/2006/relationships/image" Target="../media/image34.png"/><Relationship Id="rId14" Type="http://schemas.openxmlformats.org/officeDocument/2006/relationships/image" Target="../media/image4.emf"/></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hyperlink" Target="https://www.cpcc.edu/" TargetMode="External"/><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hyperlink" Target="https://www.cpcc.edu/" TargetMode="External"/><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hyperlink" Target="https://www.cpcc.edu/" TargetMode="External"/><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hyperlink" Target="https://www.cpcc.edu/" TargetMode="External"/><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8.png"/><Relationship Id="rId7" Type="http://schemas.openxmlformats.org/officeDocument/2006/relationships/hyperlink" Target="https://www.cpcc.edu/" TargetMode="External"/><Relationship Id="rId2" Type="http://schemas.openxmlformats.org/officeDocument/2006/relationships/image" Target="../media/image4.emf"/><Relationship Id="rId1" Type="http://schemas.openxmlformats.org/officeDocument/2006/relationships/slideMaster" Target="../slideMasters/slideMaster5.xml"/><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 Id="rId9" Type="http://schemas.openxmlformats.org/officeDocument/2006/relationships/image" Target="../media/image43.svg"/></Relationships>
</file>

<file path=ppt/slideLayouts/_rels/slideLayout149.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4.png"/><Relationship Id="rId7" Type="http://schemas.openxmlformats.org/officeDocument/2006/relationships/hyperlink" Target="https://www.cpcc.edu/" TargetMode="External"/><Relationship Id="rId2" Type="http://schemas.openxmlformats.org/officeDocument/2006/relationships/image" Target="../media/image4.emf"/><Relationship Id="rId1" Type="http://schemas.openxmlformats.org/officeDocument/2006/relationships/slideMaster" Target="../slideMasters/slideMaster5.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 Id="rId9" Type="http://schemas.openxmlformats.org/officeDocument/2006/relationships/image" Target="../media/image49.svg"/></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26" Type="http://schemas.openxmlformats.org/officeDocument/2006/relationships/image" Target="../media/image76.png"/><Relationship Id="rId21" Type="http://schemas.openxmlformats.org/officeDocument/2006/relationships/image" Target="../media/image71.svg"/><Relationship Id="rId34" Type="http://schemas.openxmlformats.org/officeDocument/2006/relationships/image" Target="../media/image84.png"/><Relationship Id="rId42" Type="http://schemas.openxmlformats.org/officeDocument/2006/relationships/image" Target="../media/image92.png"/><Relationship Id="rId47" Type="http://schemas.openxmlformats.org/officeDocument/2006/relationships/image" Target="../media/image97.svg"/><Relationship Id="rId50" Type="http://schemas.openxmlformats.org/officeDocument/2006/relationships/image" Target="../media/image100.png"/><Relationship Id="rId55" Type="http://schemas.openxmlformats.org/officeDocument/2006/relationships/image" Target="../media/image105.svg"/><Relationship Id="rId63" Type="http://schemas.openxmlformats.org/officeDocument/2006/relationships/image" Target="../media/image113.svg"/><Relationship Id="rId7" Type="http://schemas.openxmlformats.org/officeDocument/2006/relationships/image" Target="../media/image57.svg"/><Relationship Id="rId2" Type="http://schemas.openxmlformats.org/officeDocument/2006/relationships/image" Target="../media/image52.png"/><Relationship Id="rId16" Type="http://schemas.openxmlformats.org/officeDocument/2006/relationships/image" Target="../media/image66.png"/><Relationship Id="rId29" Type="http://schemas.openxmlformats.org/officeDocument/2006/relationships/image" Target="../media/image79.svg"/><Relationship Id="rId11" Type="http://schemas.openxmlformats.org/officeDocument/2006/relationships/image" Target="../media/image61.svg"/><Relationship Id="rId24" Type="http://schemas.openxmlformats.org/officeDocument/2006/relationships/image" Target="../media/image74.png"/><Relationship Id="rId32" Type="http://schemas.openxmlformats.org/officeDocument/2006/relationships/image" Target="../media/image82.png"/><Relationship Id="rId37" Type="http://schemas.openxmlformats.org/officeDocument/2006/relationships/image" Target="../media/image87.svg"/><Relationship Id="rId40" Type="http://schemas.openxmlformats.org/officeDocument/2006/relationships/image" Target="../media/image90.png"/><Relationship Id="rId45" Type="http://schemas.openxmlformats.org/officeDocument/2006/relationships/image" Target="../media/image95.svg"/><Relationship Id="rId53" Type="http://schemas.openxmlformats.org/officeDocument/2006/relationships/image" Target="../media/image103.svg"/><Relationship Id="rId58" Type="http://schemas.openxmlformats.org/officeDocument/2006/relationships/image" Target="../media/image108.png"/><Relationship Id="rId5" Type="http://schemas.openxmlformats.org/officeDocument/2006/relationships/image" Target="../media/image55.svg"/><Relationship Id="rId61" Type="http://schemas.openxmlformats.org/officeDocument/2006/relationships/image" Target="../media/image111.svg"/><Relationship Id="rId19" Type="http://schemas.openxmlformats.org/officeDocument/2006/relationships/image" Target="../media/image69.svg"/><Relationship Id="rId14" Type="http://schemas.openxmlformats.org/officeDocument/2006/relationships/image" Target="../media/image64.png"/><Relationship Id="rId22" Type="http://schemas.openxmlformats.org/officeDocument/2006/relationships/image" Target="../media/image72.png"/><Relationship Id="rId27" Type="http://schemas.openxmlformats.org/officeDocument/2006/relationships/image" Target="../media/image77.svg"/><Relationship Id="rId30" Type="http://schemas.openxmlformats.org/officeDocument/2006/relationships/image" Target="../media/image80.png"/><Relationship Id="rId35" Type="http://schemas.openxmlformats.org/officeDocument/2006/relationships/image" Target="../media/image85.svg"/><Relationship Id="rId43" Type="http://schemas.openxmlformats.org/officeDocument/2006/relationships/image" Target="../media/image93.svg"/><Relationship Id="rId48" Type="http://schemas.openxmlformats.org/officeDocument/2006/relationships/image" Target="../media/image98.png"/><Relationship Id="rId56" Type="http://schemas.openxmlformats.org/officeDocument/2006/relationships/image" Target="../media/image106.png"/><Relationship Id="rId64" Type="http://schemas.openxmlformats.org/officeDocument/2006/relationships/image" Target="../media/image114.png"/><Relationship Id="rId8" Type="http://schemas.openxmlformats.org/officeDocument/2006/relationships/image" Target="../media/image58.png"/><Relationship Id="rId51" Type="http://schemas.openxmlformats.org/officeDocument/2006/relationships/image" Target="../media/image101.svg"/><Relationship Id="rId3" Type="http://schemas.openxmlformats.org/officeDocument/2006/relationships/image" Target="../media/image53.svg"/><Relationship Id="rId12" Type="http://schemas.openxmlformats.org/officeDocument/2006/relationships/image" Target="../media/image62.png"/><Relationship Id="rId17" Type="http://schemas.openxmlformats.org/officeDocument/2006/relationships/image" Target="../media/image67.svg"/><Relationship Id="rId25" Type="http://schemas.openxmlformats.org/officeDocument/2006/relationships/image" Target="../media/image75.svg"/><Relationship Id="rId33" Type="http://schemas.openxmlformats.org/officeDocument/2006/relationships/image" Target="../media/image83.svg"/><Relationship Id="rId38" Type="http://schemas.openxmlformats.org/officeDocument/2006/relationships/image" Target="../media/image88.png"/><Relationship Id="rId46" Type="http://schemas.openxmlformats.org/officeDocument/2006/relationships/image" Target="../media/image96.png"/><Relationship Id="rId59" Type="http://schemas.openxmlformats.org/officeDocument/2006/relationships/image" Target="../media/image109.svg"/><Relationship Id="rId20" Type="http://schemas.openxmlformats.org/officeDocument/2006/relationships/image" Target="../media/image70.png"/><Relationship Id="rId41" Type="http://schemas.openxmlformats.org/officeDocument/2006/relationships/image" Target="../media/image91.svg"/><Relationship Id="rId54" Type="http://schemas.openxmlformats.org/officeDocument/2006/relationships/image" Target="../media/image104.png"/><Relationship Id="rId62" Type="http://schemas.openxmlformats.org/officeDocument/2006/relationships/image" Target="../media/image112.png"/><Relationship Id="rId1" Type="http://schemas.openxmlformats.org/officeDocument/2006/relationships/slideMaster" Target="../slideMasters/slideMaster6.xml"/><Relationship Id="rId6" Type="http://schemas.openxmlformats.org/officeDocument/2006/relationships/image" Target="../media/image56.png"/><Relationship Id="rId15" Type="http://schemas.openxmlformats.org/officeDocument/2006/relationships/image" Target="../media/image65.svg"/><Relationship Id="rId23" Type="http://schemas.openxmlformats.org/officeDocument/2006/relationships/image" Target="../media/image73.svg"/><Relationship Id="rId28" Type="http://schemas.openxmlformats.org/officeDocument/2006/relationships/image" Target="../media/image78.png"/><Relationship Id="rId36" Type="http://schemas.openxmlformats.org/officeDocument/2006/relationships/image" Target="../media/image86.png"/><Relationship Id="rId49" Type="http://schemas.openxmlformats.org/officeDocument/2006/relationships/image" Target="../media/image99.svg"/><Relationship Id="rId57" Type="http://schemas.openxmlformats.org/officeDocument/2006/relationships/image" Target="../media/image107.svg"/><Relationship Id="rId10" Type="http://schemas.openxmlformats.org/officeDocument/2006/relationships/image" Target="../media/image60.png"/><Relationship Id="rId31" Type="http://schemas.openxmlformats.org/officeDocument/2006/relationships/image" Target="../media/image81.svg"/><Relationship Id="rId44" Type="http://schemas.openxmlformats.org/officeDocument/2006/relationships/image" Target="../media/image94.png"/><Relationship Id="rId52" Type="http://schemas.openxmlformats.org/officeDocument/2006/relationships/image" Target="../media/image102.png"/><Relationship Id="rId60" Type="http://schemas.openxmlformats.org/officeDocument/2006/relationships/image" Target="../media/image110.png"/><Relationship Id="rId65" Type="http://schemas.openxmlformats.org/officeDocument/2006/relationships/image" Target="../media/image115.svg"/><Relationship Id="rId4" Type="http://schemas.openxmlformats.org/officeDocument/2006/relationships/image" Target="../media/image54.png"/><Relationship Id="rId9" Type="http://schemas.openxmlformats.org/officeDocument/2006/relationships/image" Target="../media/image59.svg"/><Relationship Id="rId13" Type="http://schemas.openxmlformats.org/officeDocument/2006/relationships/image" Target="../media/image63.svg"/><Relationship Id="rId18" Type="http://schemas.openxmlformats.org/officeDocument/2006/relationships/image" Target="../media/image68.png"/><Relationship Id="rId39" Type="http://schemas.openxmlformats.org/officeDocument/2006/relationships/image" Target="../media/image89.svg"/></Relationships>
</file>

<file path=ppt/slideLayouts/_rels/slideLayout153.xml.rels><?xml version="1.0" encoding="UTF-8" standalone="yes"?>
<Relationships xmlns="http://schemas.openxmlformats.org/package/2006/relationships"><Relationship Id="rId26" Type="http://schemas.openxmlformats.org/officeDocument/2006/relationships/image" Target="../media/image140.png"/><Relationship Id="rId21" Type="http://schemas.openxmlformats.org/officeDocument/2006/relationships/image" Target="../media/image135.svg"/><Relationship Id="rId42" Type="http://schemas.openxmlformats.org/officeDocument/2006/relationships/image" Target="../media/image156.png"/><Relationship Id="rId47" Type="http://schemas.openxmlformats.org/officeDocument/2006/relationships/image" Target="../media/image161.svg"/><Relationship Id="rId63" Type="http://schemas.openxmlformats.org/officeDocument/2006/relationships/image" Target="../media/image177.svg"/><Relationship Id="rId68" Type="http://schemas.openxmlformats.org/officeDocument/2006/relationships/image" Target="../media/image182.png"/><Relationship Id="rId16" Type="http://schemas.openxmlformats.org/officeDocument/2006/relationships/image" Target="../media/image130.png"/><Relationship Id="rId11" Type="http://schemas.openxmlformats.org/officeDocument/2006/relationships/image" Target="../media/image125.svg"/><Relationship Id="rId32" Type="http://schemas.openxmlformats.org/officeDocument/2006/relationships/image" Target="../media/image146.png"/><Relationship Id="rId37" Type="http://schemas.openxmlformats.org/officeDocument/2006/relationships/image" Target="../media/image151.svg"/><Relationship Id="rId53" Type="http://schemas.openxmlformats.org/officeDocument/2006/relationships/image" Target="../media/image167.svg"/><Relationship Id="rId58" Type="http://schemas.openxmlformats.org/officeDocument/2006/relationships/image" Target="../media/image172.png"/><Relationship Id="rId74" Type="http://schemas.openxmlformats.org/officeDocument/2006/relationships/image" Target="../media/image188.png"/><Relationship Id="rId79" Type="http://schemas.openxmlformats.org/officeDocument/2006/relationships/image" Target="../media/image193.svg"/><Relationship Id="rId5" Type="http://schemas.openxmlformats.org/officeDocument/2006/relationships/image" Target="../media/image119.svg"/><Relationship Id="rId61" Type="http://schemas.openxmlformats.org/officeDocument/2006/relationships/image" Target="../media/image175.svg"/><Relationship Id="rId19" Type="http://schemas.openxmlformats.org/officeDocument/2006/relationships/image" Target="../media/image133.svg"/><Relationship Id="rId14" Type="http://schemas.openxmlformats.org/officeDocument/2006/relationships/image" Target="../media/image128.png"/><Relationship Id="rId22" Type="http://schemas.openxmlformats.org/officeDocument/2006/relationships/image" Target="../media/image136.png"/><Relationship Id="rId27" Type="http://schemas.openxmlformats.org/officeDocument/2006/relationships/image" Target="../media/image141.svg"/><Relationship Id="rId30" Type="http://schemas.openxmlformats.org/officeDocument/2006/relationships/image" Target="../media/image144.png"/><Relationship Id="rId35" Type="http://schemas.openxmlformats.org/officeDocument/2006/relationships/image" Target="../media/image149.svg"/><Relationship Id="rId43" Type="http://schemas.openxmlformats.org/officeDocument/2006/relationships/image" Target="../media/image157.svg"/><Relationship Id="rId48" Type="http://schemas.openxmlformats.org/officeDocument/2006/relationships/image" Target="../media/image162.png"/><Relationship Id="rId56" Type="http://schemas.openxmlformats.org/officeDocument/2006/relationships/image" Target="../media/image170.png"/><Relationship Id="rId64" Type="http://schemas.openxmlformats.org/officeDocument/2006/relationships/image" Target="../media/image178.png"/><Relationship Id="rId69" Type="http://schemas.openxmlformats.org/officeDocument/2006/relationships/image" Target="../media/image183.svg"/><Relationship Id="rId77" Type="http://schemas.openxmlformats.org/officeDocument/2006/relationships/image" Target="../media/image191.svg"/><Relationship Id="rId8" Type="http://schemas.openxmlformats.org/officeDocument/2006/relationships/image" Target="../media/image122.png"/><Relationship Id="rId51" Type="http://schemas.openxmlformats.org/officeDocument/2006/relationships/image" Target="../media/image165.svg"/><Relationship Id="rId72" Type="http://schemas.openxmlformats.org/officeDocument/2006/relationships/image" Target="../media/image186.png"/><Relationship Id="rId80" Type="http://schemas.openxmlformats.org/officeDocument/2006/relationships/image" Target="../media/image194.png"/><Relationship Id="rId3" Type="http://schemas.openxmlformats.org/officeDocument/2006/relationships/image" Target="../media/image117.svg"/><Relationship Id="rId12" Type="http://schemas.openxmlformats.org/officeDocument/2006/relationships/image" Target="../media/image126.png"/><Relationship Id="rId17" Type="http://schemas.openxmlformats.org/officeDocument/2006/relationships/image" Target="../media/image131.svg"/><Relationship Id="rId25" Type="http://schemas.openxmlformats.org/officeDocument/2006/relationships/image" Target="../media/image139.svg"/><Relationship Id="rId33" Type="http://schemas.openxmlformats.org/officeDocument/2006/relationships/image" Target="../media/image147.svg"/><Relationship Id="rId38" Type="http://schemas.openxmlformats.org/officeDocument/2006/relationships/image" Target="../media/image152.png"/><Relationship Id="rId46" Type="http://schemas.openxmlformats.org/officeDocument/2006/relationships/image" Target="../media/image160.png"/><Relationship Id="rId59" Type="http://schemas.openxmlformats.org/officeDocument/2006/relationships/image" Target="../media/image173.svg"/><Relationship Id="rId67" Type="http://schemas.openxmlformats.org/officeDocument/2006/relationships/image" Target="../media/image181.svg"/><Relationship Id="rId20" Type="http://schemas.openxmlformats.org/officeDocument/2006/relationships/image" Target="../media/image134.png"/><Relationship Id="rId41" Type="http://schemas.openxmlformats.org/officeDocument/2006/relationships/image" Target="../media/image155.svg"/><Relationship Id="rId54" Type="http://schemas.openxmlformats.org/officeDocument/2006/relationships/image" Target="../media/image168.png"/><Relationship Id="rId62" Type="http://schemas.openxmlformats.org/officeDocument/2006/relationships/image" Target="../media/image176.png"/><Relationship Id="rId70" Type="http://schemas.openxmlformats.org/officeDocument/2006/relationships/image" Target="../media/image184.png"/><Relationship Id="rId75" Type="http://schemas.openxmlformats.org/officeDocument/2006/relationships/image" Target="../media/image189.svg"/><Relationship Id="rId1" Type="http://schemas.openxmlformats.org/officeDocument/2006/relationships/slideMaster" Target="../slideMasters/slideMaster6.xml"/><Relationship Id="rId6" Type="http://schemas.openxmlformats.org/officeDocument/2006/relationships/image" Target="../media/image120.png"/><Relationship Id="rId15" Type="http://schemas.openxmlformats.org/officeDocument/2006/relationships/image" Target="../media/image129.svg"/><Relationship Id="rId23" Type="http://schemas.openxmlformats.org/officeDocument/2006/relationships/image" Target="../media/image137.svg"/><Relationship Id="rId28" Type="http://schemas.openxmlformats.org/officeDocument/2006/relationships/image" Target="../media/image142.png"/><Relationship Id="rId36" Type="http://schemas.openxmlformats.org/officeDocument/2006/relationships/image" Target="../media/image150.png"/><Relationship Id="rId49" Type="http://schemas.openxmlformats.org/officeDocument/2006/relationships/image" Target="../media/image163.svg"/><Relationship Id="rId57" Type="http://schemas.openxmlformats.org/officeDocument/2006/relationships/image" Target="../media/image171.svg"/><Relationship Id="rId10" Type="http://schemas.openxmlformats.org/officeDocument/2006/relationships/image" Target="../media/image124.png"/><Relationship Id="rId31" Type="http://schemas.openxmlformats.org/officeDocument/2006/relationships/image" Target="../media/image145.svg"/><Relationship Id="rId44" Type="http://schemas.openxmlformats.org/officeDocument/2006/relationships/image" Target="../media/image158.png"/><Relationship Id="rId52" Type="http://schemas.openxmlformats.org/officeDocument/2006/relationships/image" Target="../media/image166.png"/><Relationship Id="rId60" Type="http://schemas.openxmlformats.org/officeDocument/2006/relationships/image" Target="../media/image174.png"/><Relationship Id="rId65" Type="http://schemas.openxmlformats.org/officeDocument/2006/relationships/image" Target="../media/image179.svg"/><Relationship Id="rId73" Type="http://schemas.openxmlformats.org/officeDocument/2006/relationships/image" Target="../media/image187.svg"/><Relationship Id="rId78" Type="http://schemas.openxmlformats.org/officeDocument/2006/relationships/image" Target="../media/image192.png"/><Relationship Id="rId81" Type="http://schemas.openxmlformats.org/officeDocument/2006/relationships/image" Target="../media/image195.svg"/><Relationship Id="rId4" Type="http://schemas.openxmlformats.org/officeDocument/2006/relationships/image" Target="../media/image118.png"/><Relationship Id="rId9" Type="http://schemas.openxmlformats.org/officeDocument/2006/relationships/image" Target="../media/image123.svg"/><Relationship Id="rId13" Type="http://schemas.openxmlformats.org/officeDocument/2006/relationships/image" Target="../media/image127.svg"/><Relationship Id="rId18" Type="http://schemas.openxmlformats.org/officeDocument/2006/relationships/image" Target="../media/image132.png"/><Relationship Id="rId39" Type="http://schemas.openxmlformats.org/officeDocument/2006/relationships/image" Target="../media/image153.svg"/><Relationship Id="rId34" Type="http://schemas.openxmlformats.org/officeDocument/2006/relationships/image" Target="../media/image148.png"/><Relationship Id="rId50" Type="http://schemas.openxmlformats.org/officeDocument/2006/relationships/image" Target="../media/image164.png"/><Relationship Id="rId55" Type="http://schemas.openxmlformats.org/officeDocument/2006/relationships/image" Target="../media/image169.svg"/><Relationship Id="rId76" Type="http://schemas.openxmlformats.org/officeDocument/2006/relationships/image" Target="../media/image190.png"/><Relationship Id="rId7" Type="http://schemas.openxmlformats.org/officeDocument/2006/relationships/image" Target="../media/image121.svg"/><Relationship Id="rId71" Type="http://schemas.openxmlformats.org/officeDocument/2006/relationships/image" Target="../media/image185.svg"/><Relationship Id="rId2" Type="http://schemas.openxmlformats.org/officeDocument/2006/relationships/image" Target="../media/image116.png"/><Relationship Id="rId29" Type="http://schemas.openxmlformats.org/officeDocument/2006/relationships/image" Target="../media/image143.svg"/><Relationship Id="rId24" Type="http://schemas.openxmlformats.org/officeDocument/2006/relationships/image" Target="../media/image138.png"/><Relationship Id="rId40" Type="http://schemas.openxmlformats.org/officeDocument/2006/relationships/image" Target="../media/image154.png"/><Relationship Id="rId45" Type="http://schemas.openxmlformats.org/officeDocument/2006/relationships/image" Target="../media/image159.svg"/><Relationship Id="rId66" Type="http://schemas.openxmlformats.org/officeDocument/2006/relationships/image" Target="../media/image180.png"/></Relationships>
</file>

<file path=ppt/slideLayouts/_rels/slideLayout154.xml.rels><?xml version="1.0" encoding="UTF-8" standalone="yes"?>
<Relationships xmlns="http://schemas.openxmlformats.org/package/2006/relationships"><Relationship Id="rId13" Type="http://schemas.openxmlformats.org/officeDocument/2006/relationships/image" Target="../media/image207.svg"/><Relationship Id="rId18" Type="http://schemas.openxmlformats.org/officeDocument/2006/relationships/image" Target="../media/image212.png"/><Relationship Id="rId26" Type="http://schemas.openxmlformats.org/officeDocument/2006/relationships/image" Target="../media/image220.png"/><Relationship Id="rId39" Type="http://schemas.openxmlformats.org/officeDocument/2006/relationships/image" Target="../media/image233.svg"/><Relationship Id="rId21" Type="http://schemas.openxmlformats.org/officeDocument/2006/relationships/image" Target="../media/image215.svg"/><Relationship Id="rId34" Type="http://schemas.openxmlformats.org/officeDocument/2006/relationships/image" Target="../media/image228.png"/><Relationship Id="rId42" Type="http://schemas.openxmlformats.org/officeDocument/2006/relationships/image" Target="../media/image236.png"/><Relationship Id="rId47" Type="http://schemas.openxmlformats.org/officeDocument/2006/relationships/image" Target="../media/image241.svg"/><Relationship Id="rId50" Type="http://schemas.openxmlformats.org/officeDocument/2006/relationships/image" Target="../media/image244.png"/><Relationship Id="rId55" Type="http://schemas.openxmlformats.org/officeDocument/2006/relationships/image" Target="../media/image249.svg"/><Relationship Id="rId7" Type="http://schemas.openxmlformats.org/officeDocument/2006/relationships/image" Target="../media/image201.svg"/><Relationship Id="rId2" Type="http://schemas.openxmlformats.org/officeDocument/2006/relationships/image" Target="../media/image196.png"/><Relationship Id="rId16" Type="http://schemas.openxmlformats.org/officeDocument/2006/relationships/image" Target="../media/image210.png"/><Relationship Id="rId29" Type="http://schemas.openxmlformats.org/officeDocument/2006/relationships/image" Target="../media/image223.svg"/><Relationship Id="rId11" Type="http://schemas.openxmlformats.org/officeDocument/2006/relationships/image" Target="../media/image205.svg"/><Relationship Id="rId24" Type="http://schemas.openxmlformats.org/officeDocument/2006/relationships/image" Target="../media/image218.png"/><Relationship Id="rId32" Type="http://schemas.openxmlformats.org/officeDocument/2006/relationships/image" Target="../media/image226.png"/><Relationship Id="rId37" Type="http://schemas.openxmlformats.org/officeDocument/2006/relationships/image" Target="../media/image231.svg"/><Relationship Id="rId40" Type="http://schemas.openxmlformats.org/officeDocument/2006/relationships/image" Target="../media/image234.png"/><Relationship Id="rId45" Type="http://schemas.openxmlformats.org/officeDocument/2006/relationships/image" Target="../media/image239.svg"/><Relationship Id="rId53" Type="http://schemas.openxmlformats.org/officeDocument/2006/relationships/image" Target="../media/image247.svg"/><Relationship Id="rId5" Type="http://schemas.openxmlformats.org/officeDocument/2006/relationships/image" Target="../media/image199.svg"/><Relationship Id="rId10" Type="http://schemas.openxmlformats.org/officeDocument/2006/relationships/image" Target="../media/image204.png"/><Relationship Id="rId19" Type="http://schemas.openxmlformats.org/officeDocument/2006/relationships/image" Target="../media/image213.svg"/><Relationship Id="rId31" Type="http://schemas.openxmlformats.org/officeDocument/2006/relationships/image" Target="../media/image225.svg"/><Relationship Id="rId44" Type="http://schemas.openxmlformats.org/officeDocument/2006/relationships/image" Target="../media/image238.png"/><Relationship Id="rId52" Type="http://schemas.openxmlformats.org/officeDocument/2006/relationships/image" Target="../media/image246.png"/><Relationship Id="rId4" Type="http://schemas.openxmlformats.org/officeDocument/2006/relationships/image" Target="../media/image198.png"/><Relationship Id="rId9" Type="http://schemas.openxmlformats.org/officeDocument/2006/relationships/image" Target="../media/image203.svg"/><Relationship Id="rId14" Type="http://schemas.openxmlformats.org/officeDocument/2006/relationships/image" Target="../media/image208.png"/><Relationship Id="rId22" Type="http://schemas.openxmlformats.org/officeDocument/2006/relationships/image" Target="../media/image216.png"/><Relationship Id="rId27" Type="http://schemas.openxmlformats.org/officeDocument/2006/relationships/image" Target="../media/image221.svg"/><Relationship Id="rId30" Type="http://schemas.openxmlformats.org/officeDocument/2006/relationships/image" Target="../media/image224.png"/><Relationship Id="rId35" Type="http://schemas.openxmlformats.org/officeDocument/2006/relationships/image" Target="../media/image229.svg"/><Relationship Id="rId43" Type="http://schemas.openxmlformats.org/officeDocument/2006/relationships/image" Target="../media/image237.svg"/><Relationship Id="rId48" Type="http://schemas.openxmlformats.org/officeDocument/2006/relationships/image" Target="../media/image242.png"/><Relationship Id="rId8" Type="http://schemas.openxmlformats.org/officeDocument/2006/relationships/image" Target="../media/image202.png"/><Relationship Id="rId51" Type="http://schemas.openxmlformats.org/officeDocument/2006/relationships/image" Target="../media/image245.svg"/><Relationship Id="rId3" Type="http://schemas.openxmlformats.org/officeDocument/2006/relationships/image" Target="../media/image197.svg"/><Relationship Id="rId12" Type="http://schemas.openxmlformats.org/officeDocument/2006/relationships/image" Target="../media/image206.png"/><Relationship Id="rId17" Type="http://schemas.openxmlformats.org/officeDocument/2006/relationships/image" Target="../media/image211.svg"/><Relationship Id="rId25" Type="http://schemas.openxmlformats.org/officeDocument/2006/relationships/image" Target="../media/image219.svg"/><Relationship Id="rId33" Type="http://schemas.openxmlformats.org/officeDocument/2006/relationships/image" Target="../media/image227.svg"/><Relationship Id="rId38" Type="http://schemas.openxmlformats.org/officeDocument/2006/relationships/image" Target="../media/image232.png"/><Relationship Id="rId46" Type="http://schemas.openxmlformats.org/officeDocument/2006/relationships/image" Target="../media/image240.png"/><Relationship Id="rId20" Type="http://schemas.openxmlformats.org/officeDocument/2006/relationships/image" Target="../media/image214.png"/><Relationship Id="rId41" Type="http://schemas.openxmlformats.org/officeDocument/2006/relationships/image" Target="../media/image235.svg"/><Relationship Id="rId54" Type="http://schemas.openxmlformats.org/officeDocument/2006/relationships/image" Target="../media/image248.png"/><Relationship Id="rId1" Type="http://schemas.openxmlformats.org/officeDocument/2006/relationships/slideMaster" Target="../slideMasters/slideMaster6.xml"/><Relationship Id="rId6" Type="http://schemas.openxmlformats.org/officeDocument/2006/relationships/image" Target="../media/image200.png"/><Relationship Id="rId15" Type="http://schemas.openxmlformats.org/officeDocument/2006/relationships/image" Target="../media/image209.svg"/><Relationship Id="rId23" Type="http://schemas.openxmlformats.org/officeDocument/2006/relationships/image" Target="../media/image217.svg"/><Relationship Id="rId28" Type="http://schemas.openxmlformats.org/officeDocument/2006/relationships/image" Target="../media/image222.png"/><Relationship Id="rId36" Type="http://schemas.openxmlformats.org/officeDocument/2006/relationships/image" Target="../media/image230.png"/><Relationship Id="rId49" Type="http://schemas.openxmlformats.org/officeDocument/2006/relationships/image" Target="../media/image243.svg"/></Relationships>
</file>

<file path=ppt/slideLayouts/_rels/slideLayout155.xml.rels><?xml version="1.0" encoding="UTF-8" standalone="yes"?>
<Relationships xmlns="http://schemas.openxmlformats.org/package/2006/relationships"><Relationship Id="rId13" Type="http://schemas.openxmlformats.org/officeDocument/2006/relationships/image" Target="../media/image261.svg"/><Relationship Id="rId18" Type="http://schemas.openxmlformats.org/officeDocument/2006/relationships/image" Target="../media/image266.png"/><Relationship Id="rId26" Type="http://schemas.openxmlformats.org/officeDocument/2006/relationships/image" Target="../media/image274.png"/><Relationship Id="rId39" Type="http://schemas.openxmlformats.org/officeDocument/2006/relationships/image" Target="../media/image287.svg"/><Relationship Id="rId21" Type="http://schemas.openxmlformats.org/officeDocument/2006/relationships/image" Target="../media/image269.svg"/><Relationship Id="rId34" Type="http://schemas.openxmlformats.org/officeDocument/2006/relationships/image" Target="../media/image282.png"/><Relationship Id="rId42" Type="http://schemas.openxmlformats.org/officeDocument/2006/relationships/image" Target="../media/image290.png"/><Relationship Id="rId47" Type="http://schemas.openxmlformats.org/officeDocument/2006/relationships/image" Target="../media/image295.svg"/><Relationship Id="rId50" Type="http://schemas.openxmlformats.org/officeDocument/2006/relationships/image" Target="../media/image298.png"/><Relationship Id="rId55" Type="http://schemas.openxmlformats.org/officeDocument/2006/relationships/image" Target="../media/image303.svg"/><Relationship Id="rId63" Type="http://schemas.openxmlformats.org/officeDocument/2006/relationships/image" Target="../media/image311.svg"/><Relationship Id="rId7" Type="http://schemas.openxmlformats.org/officeDocument/2006/relationships/image" Target="../media/image255.svg"/><Relationship Id="rId2" Type="http://schemas.openxmlformats.org/officeDocument/2006/relationships/image" Target="../media/image250.png"/><Relationship Id="rId16" Type="http://schemas.openxmlformats.org/officeDocument/2006/relationships/image" Target="../media/image264.png"/><Relationship Id="rId29" Type="http://schemas.openxmlformats.org/officeDocument/2006/relationships/image" Target="../media/image277.svg"/><Relationship Id="rId11" Type="http://schemas.openxmlformats.org/officeDocument/2006/relationships/image" Target="../media/image259.svg"/><Relationship Id="rId24" Type="http://schemas.openxmlformats.org/officeDocument/2006/relationships/image" Target="../media/image272.png"/><Relationship Id="rId32" Type="http://schemas.openxmlformats.org/officeDocument/2006/relationships/image" Target="../media/image280.png"/><Relationship Id="rId37" Type="http://schemas.openxmlformats.org/officeDocument/2006/relationships/image" Target="../media/image285.svg"/><Relationship Id="rId40" Type="http://schemas.openxmlformats.org/officeDocument/2006/relationships/image" Target="../media/image288.png"/><Relationship Id="rId45" Type="http://schemas.openxmlformats.org/officeDocument/2006/relationships/image" Target="../media/image293.svg"/><Relationship Id="rId53" Type="http://schemas.openxmlformats.org/officeDocument/2006/relationships/image" Target="../media/image301.svg"/><Relationship Id="rId58" Type="http://schemas.openxmlformats.org/officeDocument/2006/relationships/image" Target="../media/image306.png"/><Relationship Id="rId5" Type="http://schemas.openxmlformats.org/officeDocument/2006/relationships/image" Target="../media/image253.svg"/><Relationship Id="rId61" Type="http://schemas.openxmlformats.org/officeDocument/2006/relationships/image" Target="../media/image309.svg"/><Relationship Id="rId19" Type="http://schemas.openxmlformats.org/officeDocument/2006/relationships/image" Target="../media/image267.svg"/><Relationship Id="rId14" Type="http://schemas.openxmlformats.org/officeDocument/2006/relationships/image" Target="../media/image262.png"/><Relationship Id="rId22" Type="http://schemas.openxmlformats.org/officeDocument/2006/relationships/image" Target="../media/image270.png"/><Relationship Id="rId27" Type="http://schemas.openxmlformats.org/officeDocument/2006/relationships/image" Target="../media/image275.svg"/><Relationship Id="rId30" Type="http://schemas.openxmlformats.org/officeDocument/2006/relationships/image" Target="../media/image278.png"/><Relationship Id="rId35" Type="http://schemas.openxmlformats.org/officeDocument/2006/relationships/image" Target="../media/image283.svg"/><Relationship Id="rId43" Type="http://schemas.openxmlformats.org/officeDocument/2006/relationships/image" Target="../media/image291.svg"/><Relationship Id="rId48" Type="http://schemas.openxmlformats.org/officeDocument/2006/relationships/image" Target="../media/image296.png"/><Relationship Id="rId56" Type="http://schemas.openxmlformats.org/officeDocument/2006/relationships/image" Target="../media/image304.png"/><Relationship Id="rId8" Type="http://schemas.openxmlformats.org/officeDocument/2006/relationships/image" Target="../media/image256.png"/><Relationship Id="rId51" Type="http://schemas.openxmlformats.org/officeDocument/2006/relationships/image" Target="../media/image299.svg"/><Relationship Id="rId3" Type="http://schemas.openxmlformats.org/officeDocument/2006/relationships/image" Target="../media/image251.svg"/><Relationship Id="rId12" Type="http://schemas.openxmlformats.org/officeDocument/2006/relationships/image" Target="../media/image260.png"/><Relationship Id="rId17" Type="http://schemas.openxmlformats.org/officeDocument/2006/relationships/image" Target="../media/image265.svg"/><Relationship Id="rId25" Type="http://schemas.openxmlformats.org/officeDocument/2006/relationships/image" Target="../media/image273.svg"/><Relationship Id="rId33" Type="http://schemas.openxmlformats.org/officeDocument/2006/relationships/image" Target="../media/image281.svg"/><Relationship Id="rId38" Type="http://schemas.openxmlformats.org/officeDocument/2006/relationships/image" Target="../media/image286.png"/><Relationship Id="rId46" Type="http://schemas.openxmlformats.org/officeDocument/2006/relationships/image" Target="../media/image294.png"/><Relationship Id="rId59" Type="http://schemas.openxmlformats.org/officeDocument/2006/relationships/image" Target="../media/image307.svg"/><Relationship Id="rId20" Type="http://schemas.openxmlformats.org/officeDocument/2006/relationships/image" Target="../media/image268.png"/><Relationship Id="rId41" Type="http://schemas.openxmlformats.org/officeDocument/2006/relationships/image" Target="../media/image289.svg"/><Relationship Id="rId54" Type="http://schemas.openxmlformats.org/officeDocument/2006/relationships/image" Target="../media/image302.png"/><Relationship Id="rId62" Type="http://schemas.openxmlformats.org/officeDocument/2006/relationships/image" Target="../media/image310.png"/><Relationship Id="rId1" Type="http://schemas.openxmlformats.org/officeDocument/2006/relationships/slideMaster" Target="../slideMasters/slideMaster6.xml"/><Relationship Id="rId6" Type="http://schemas.openxmlformats.org/officeDocument/2006/relationships/image" Target="../media/image254.png"/><Relationship Id="rId15" Type="http://schemas.openxmlformats.org/officeDocument/2006/relationships/image" Target="../media/image263.svg"/><Relationship Id="rId23" Type="http://schemas.openxmlformats.org/officeDocument/2006/relationships/image" Target="../media/image271.svg"/><Relationship Id="rId28" Type="http://schemas.openxmlformats.org/officeDocument/2006/relationships/image" Target="../media/image276.png"/><Relationship Id="rId36" Type="http://schemas.openxmlformats.org/officeDocument/2006/relationships/image" Target="../media/image284.png"/><Relationship Id="rId49" Type="http://schemas.openxmlformats.org/officeDocument/2006/relationships/image" Target="../media/image297.svg"/><Relationship Id="rId57" Type="http://schemas.openxmlformats.org/officeDocument/2006/relationships/image" Target="../media/image305.svg"/><Relationship Id="rId10" Type="http://schemas.openxmlformats.org/officeDocument/2006/relationships/image" Target="../media/image258.png"/><Relationship Id="rId31" Type="http://schemas.openxmlformats.org/officeDocument/2006/relationships/image" Target="../media/image279.svg"/><Relationship Id="rId44" Type="http://schemas.openxmlformats.org/officeDocument/2006/relationships/image" Target="../media/image292.png"/><Relationship Id="rId52" Type="http://schemas.openxmlformats.org/officeDocument/2006/relationships/image" Target="../media/image300.png"/><Relationship Id="rId60" Type="http://schemas.openxmlformats.org/officeDocument/2006/relationships/image" Target="../media/image308.png"/><Relationship Id="rId4" Type="http://schemas.openxmlformats.org/officeDocument/2006/relationships/image" Target="../media/image252.png"/><Relationship Id="rId9" Type="http://schemas.openxmlformats.org/officeDocument/2006/relationships/image" Target="../media/image25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 logo - whit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7100758-8F5B-A66E-8BE7-CB7CC29B7DF6}"/>
              </a:ext>
              <a:ext uri="{C183D7F6-B498-43B3-948B-1728B52AA6E4}">
                <adec:decorative xmlns:adec="http://schemas.microsoft.com/office/drawing/2017/decorative" val="1"/>
              </a:ext>
            </a:extLst>
          </p:cNvPr>
          <p:cNvPicPr>
            <a:picLocks noChangeAspect="1"/>
          </p:cNvPicPr>
          <p:nvPr userDrawn="1"/>
        </p:nvPicPr>
        <p:blipFill>
          <a:blip r:embed="rId2"/>
          <a:srcRect t="6500" r="22542" b="2714"/>
          <a:stretch>
            <a:fillRect/>
          </a:stretch>
        </p:blipFill>
        <p:spPr>
          <a:xfrm>
            <a:off x="6373485" y="-2"/>
            <a:ext cx="5818516" cy="6858001"/>
          </a:xfrm>
          <a:prstGeom prst="rect">
            <a:avLst/>
          </a:prstGeom>
        </p:spPr>
      </p:pic>
      <p:sp>
        <p:nvSpPr>
          <p:cNvPr id="7" name="Title 8">
            <a:extLst>
              <a:ext uri="{FF2B5EF4-FFF2-40B4-BE49-F238E27FC236}">
                <a16:creationId xmlns:a16="http://schemas.microsoft.com/office/drawing/2014/main" id="{34A039EA-22E5-1C12-D24D-A3E365FB69BF}"/>
              </a:ext>
            </a:extLst>
          </p:cNvPr>
          <p:cNvSpPr>
            <a:spLocks noGrp="1"/>
          </p:cNvSpPr>
          <p:nvPr>
            <p:ph type="title" hasCustomPrompt="1"/>
          </p:nvPr>
        </p:nvSpPr>
        <p:spPr>
          <a:xfrm>
            <a:off x="731520" y="914400"/>
            <a:ext cx="5577840" cy="3566160"/>
          </a:xfrm>
        </p:spPr>
        <p:txBody>
          <a:bodyPr lIns="0" anchor="b">
            <a:noAutofit/>
          </a:bodyPr>
          <a:lstStyle>
            <a:lvl1pPr algn="l">
              <a:lnSpc>
                <a:spcPct val="80000"/>
              </a:lnSpc>
              <a:defRPr sz="6600">
                <a:solidFill>
                  <a:schemeClr val="tx2"/>
                </a:solidFill>
              </a:defRPr>
            </a:lvl1pPr>
          </a:lstStyle>
          <a:p>
            <a:r>
              <a:rPr lang="en-US"/>
              <a:t>Click to edit title</a:t>
            </a:r>
          </a:p>
        </p:txBody>
      </p:sp>
      <p:sp>
        <p:nvSpPr>
          <p:cNvPr id="5" name="Subtitle 2">
            <a:extLst>
              <a:ext uri="{FF2B5EF4-FFF2-40B4-BE49-F238E27FC236}">
                <a16:creationId xmlns:a16="http://schemas.microsoft.com/office/drawing/2014/main" id="{8820B5C4-628B-1402-1CE0-98FDDE27E4AB}"/>
              </a:ext>
            </a:extLst>
          </p:cNvPr>
          <p:cNvSpPr>
            <a:spLocks noGrp="1"/>
          </p:cNvSpPr>
          <p:nvPr>
            <p:ph type="subTitle" idx="1" hasCustomPrompt="1"/>
          </p:nvPr>
        </p:nvSpPr>
        <p:spPr>
          <a:xfrm>
            <a:off x="731520" y="4572000"/>
            <a:ext cx="5577840" cy="914400"/>
          </a:xfrm>
        </p:spPr>
        <p:txBody>
          <a:bodyPr lIns="18288" tIns="0" bIns="0"/>
          <a:lstStyle>
            <a:lvl1pPr marL="0" indent="0" algn="l">
              <a:lnSpc>
                <a:spcPct val="90000"/>
              </a:lnSpc>
              <a:spcBef>
                <a:spcPts val="0"/>
              </a:spcBef>
              <a:buNone/>
              <a:defRPr sz="2000" b="1">
                <a:solidFill>
                  <a:schemeClr val="tx2"/>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6" name="Picture 5" descr="Central Piedmont Community College logo">
            <a:extLst>
              <a:ext uri="{FF2B5EF4-FFF2-40B4-BE49-F238E27FC236}">
                <a16:creationId xmlns:a16="http://schemas.microsoft.com/office/drawing/2014/main" id="{7199077C-60C6-7161-1595-EB84C780CE05}"/>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08935" y="5583110"/>
            <a:ext cx="4356319" cy="947025"/>
          </a:xfrm>
          <a:prstGeom prst="rect">
            <a:avLst/>
          </a:prstGeom>
        </p:spPr>
      </p:pic>
    </p:spTree>
    <p:extLst>
      <p:ext uri="{BB962C8B-B14F-4D97-AF65-F5344CB8AC3E}">
        <p14:creationId xmlns:p14="http://schemas.microsoft.com/office/powerpoint/2010/main" val="4095489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w logo - gray">
    <p:bg>
      <p:bgPr>
        <a:solidFill>
          <a:schemeClr val="tx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E526CB-91EF-5AC1-41DB-6B4B0111F03B}"/>
              </a:ext>
              <a:ext uri="{C183D7F6-B498-43B3-948B-1728B52AA6E4}">
                <adec:decorative xmlns:adec="http://schemas.microsoft.com/office/drawing/2017/decorative" val="1"/>
              </a:ext>
            </a:extLst>
          </p:cNvPr>
          <p:cNvPicPr>
            <a:picLocks noChangeAspect="1"/>
          </p:cNvPicPr>
          <p:nvPr userDrawn="1"/>
        </p:nvPicPr>
        <p:blipFill>
          <a:blip r:embed="rId2"/>
          <a:srcRect t="6417" r="22543" b="2550"/>
          <a:stretch>
            <a:fillRect/>
          </a:stretch>
        </p:blipFill>
        <p:spPr>
          <a:xfrm>
            <a:off x="6389421" y="0"/>
            <a:ext cx="5802579" cy="6858000"/>
          </a:xfrm>
          <a:prstGeom prst="rect">
            <a:avLst/>
          </a:prstGeom>
        </p:spPr>
      </p:pic>
      <p:sp>
        <p:nvSpPr>
          <p:cNvPr id="4" name="Title 8">
            <a:extLst>
              <a:ext uri="{FF2B5EF4-FFF2-40B4-BE49-F238E27FC236}">
                <a16:creationId xmlns:a16="http://schemas.microsoft.com/office/drawing/2014/main" id="{512AEDEC-217B-0CC8-9285-F6BBC7F53E50}"/>
              </a:ext>
            </a:extLst>
          </p:cNvPr>
          <p:cNvSpPr>
            <a:spLocks noGrp="1"/>
          </p:cNvSpPr>
          <p:nvPr>
            <p:ph type="title" hasCustomPrompt="1"/>
          </p:nvPr>
        </p:nvSpPr>
        <p:spPr>
          <a:xfrm>
            <a:off x="731520" y="914400"/>
            <a:ext cx="5577840" cy="3566160"/>
          </a:xfrm>
        </p:spPr>
        <p:txBody>
          <a:bodyPr lIns="0" anchor="b">
            <a:noAutofit/>
          </a:bodyPr>
          <a:lstStyle>
            <a:lvl1pPr algn="l">
              <a:lnSpc>
                <a:spcPct val="80000"/>
              </a:lnSpc>
              <a:defRPr sz="6600">
                <a:solidFill>
                  <a:schemeClr val="bg1"/>
                </a:solidFill>
              </a:defRPr>
            </a:lvl1pPr>
          </a:lstStyle>
          <a:p>
            <a:r>
              <a:rPr lang="en-US"/>
              <a:t>Click to edit title</a:t>
            </a:r>
          </a:p>
        </p:txBody>
      </p:sp>
      <p:sp>
        <p:nvSpPr>
          <p:cNvPr id="2" name="Subtitle 2">
            <a:extLst>
              <a:ext uri="{FF2B5EF4-FFF2-40B4-BE49-F238E27FC236}">
                <a16:creationId xmlns:a16="http://schemas.microsoft.com/office/drawing/2014/main" id="{77EA3573-D66F-15A5-516C-8449716954DA}"/>
              </a:ext>
            </a:extLst>
          </p:cNvPr>
          <p:cNvSpPr>
            <a:spLocks noGrp="1"/>
          </p:cNvSpPr>
          <p:nvPr>
            <p:ph type="subTitle" idx="1" hasCustomPrompt="1"/>
          </p:nvPr>
        </p:nvSpPr>
        <p:spPr>
          <a:xfrm>
            <a:off x="731520" y="4572000"/>
            <a:ext cx="5577840" cy="914400"/>
          </a:xfrm>
        </p:spPr>
        <p:txBody>
          <a:bodyPr lIns="18288" tIns="0" rIns="0" bIns="0"/>
          <a:lstStyle>
            <a:lvl1pPr marL="0" indent="0" algn="l">
              <a:lnSpc>
                <a:spcPct val="90000"/>
              </a:lnSpc>
              <a:spcBef>
                <a:spcPts val="0"/>
              </a:spcBef>
              <a:buNone/>
              <a:defRPr sz="2000" b="1">
                <a:solidFill>
                  <a:schemeClr val="bg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6" name="Picture 5" descr="Central Piedmont Community College logo">
            <a:extLst>
              <a:ext uri="{FF2B5EF4-FFF2-40B4-BE49-F238E27FC236}">
                <a16:creationId xmlns:a16="http://schemas.microsoft.com/office/drawing/2014/main" id="{7199077C-60C6-7161-1595-EB84C780CE05}"/>
              </a:ext>
            </a:extLst>
          </p:cNvPr>
          <p:cNvPicPr>
            <a:picLocks noChangeAspect="1"/>
          </p:cNvPicPr>
          <p:nvPr userDrawn="1"/>
        </p:nvPicPr>
        <p:blipFill>
          <a:blip r:embed="rId3"/>
          <a:stretch>
            <a:fillRect/>
          </a:stretch>
        </p:blipFill>
        <p:spPr>
          <a:xfrm>
            <a:off x="308935" y="5583110"/>
            <a:ext cx="4356319" cy="947026"/>
          </a:xfrm>
          <a:prstGeom prst="rect">
            <a:avLst/>
          </a:prstGeom>
        </p:spPr>
      </p:pic>
    </p:spTree>
    <p:extLst>
      <p:ext uri="{BB962C8B-B14F-4D97-AF65-F5344CB8AC3E}">
        <p14:creationId xmlns:p14="http://schemas.microsoft.com/office/powerpoint/2010/main" val="988803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 whi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44164AC-6DF6-DDB5-6376-E06C00EEEDA0}"/>
              </a:ext>
              <a:ext uri="{C183D7F6-B498-43B3-948B-1728B52AA6E4}">
                <adec:decorative xmlns:adec="http://schemas.microsoft.com/office/drawing/2017/decorative" val="1"/>
              </a:ext>
            </a:extLst>
          </p:cNvPr>
          <p:cNvPicPr>
            <a:picLocks noChangeAspect="1"/>
          </p:cNvPicPr>
          <p:nvPr userDrawn="1"/>
        </p:nvPicPr>
        <p:blipFill>
          <a:blip r:embed="rId2"/>
          <a:srcRect t="6500" r="22542" b="2714"/>
          <a:stretch>
            <a:fillRect/>
          </a:stretch>
        </p:blipFill>
        <p:spPr>
          <a:xfrm>
            <a:off x="6373485" y="-2"/>
            <a:ext cx="5818516" cy="6858001"/>
          </a:xfrm>
          <a:prstGeom prst="rect">
            <a:avLst/>
          </a:prstGeom>
        </p:spPr>
      </p:pic>
      <p:sp>
        <p:nvSpPr>
          <p:cNvPr id="4" name="Title 8">
            <a:extLst>
              <a:ext uri="{FF2B5EF4-FFF2-40B4-BE49-F238E27FC236}">
                <a16:creationId xmlns:a16="http://schemas.microsoft.com/office/drawing/2014/main" id="{FF3842C8-A3DA-E84D-01F1-2C7F102D6B90}"/>
              </a:ext>
            </a:extLst>
          </p:cNvPr>
          <p:cNvSpPr>
            <a:spLocks noGrp="1"/>
          </p:cNvSpPr>
          <p:nvPr>
            <p:ph type="title" hasCustomPrompt="1"/>
          </p:nvPr>
        </p:nvSpPr>
        <p:spPr>
          <a:xfrm>
            <a:off x="731520" y="1187360"/>
            <a:ext cx="5577840" cy="3566160"/>
          </a:xfrm>
        </p:spPr>
        <p:txBody>
          <a:bodyPr lIns="0" bIns="0" anchor="b">
            <a:noAutofit/>
          </a:bodyPr>
          <a:lstStyle>
            <a:lvl1pPr algn="l">
              <a:lnSpc>
                <a:spcPct val="80000"/>
              </a:lnSpc>
              <a:defRPr sz="6600">
                <a:solidFill>
                  <a:schemeClr val="tx2"/>
                </a:solidFill>
              </a:defRPr>
            </a:lvl1pPr>
          </a:lstStyle>
          <a:p>
            <a:r>
              <a:rPr lang="en-US"/>
              <a:t>Click to edit title</a:t>
            </a:r>
          </a:p>
        </p:txBody>
      </p:sp>
      <p:sp>
        <p:nvSpPr>
          <p:cNvPr id="2" name="Subtitle 2">
            <a:extLst>
              <a:ext uri="{FF2B5EF4-FFF2-40B4-BE49-F238E27FC236}">
                <a16:creationId xmlns:a16="http://schemas.microsoft.com/office/drawing/2014/main" id="{C33B6858-3900-B9D2-60B5-CD56DDFEF37B}"/>
              </a:ext>
            </a:extLst>
          </p:cNvPr>
          <p:cNvSpPr>
            <a:spLocks noGrp="1"/>
          </p:cNvSpPr>
          <p:nvPr>
            <p:ph type="subTitle" idx="1" hasCustomPrompt="1"/>
          </p:nvPr>
        </p:nvSpPr>
        <p:spPr>
          <a:xfrm>
            <a:off x="731520" y="4844960"/>
            <a:ext cx="5577840" cy="1040421"/>
          </a:xfrm>
        </p:spPr>
        <p:txBody>
          <a:bodyPr lIns="0" tIns="0" bIns="0"/>
          <a:lstStyle>
            <a:lvl1pPr marL="0" indent="0" algn="l">
              <a:lnSpc>
                <a:spcPct val="90000"/>
              </a:lnSpc>
              <a:spcBef>
                <a:spcPts val="0"/>
              </a:spcBef>
              <a:buNone/>
              <a:defRPr sz="2000" b="1">
                <a:solidFill>
                  <a:schemeClr val="tx2"/>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Tree>
    <p:extLst>
      <p:ext uri="{BB962C8B-B14F-4D97-AF65-F5344CB8AC3E}">
        <p14:creationId xmlns:p14="http://schemas.microsoft.com/office/powerpoint/2010/main" val="2978573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gray">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5939421-B5E9-721A-D2BC-C2B7257396F4}"/>
              </a:ext>
              <a:ext uri="{C183D7F6-B498-43B3-948B-1728B52AA6E4}">
                <adec:decorative xmlns:adec="http://schemas.microsoft.com/office/drawing/2017/decorative" val="1"/>
              </a:ext>
            </a:extLst>
          </p:cNvPr>
          <p:cNvPicPr>
            <a:picLocks noChangeAspect="1"/>
          </p:cNvPicPr>
          <p:nvPr userDrawn="1"/>
        </p:nvPicPr>
        <p:blipFill>
          <a:blip r:embed="rId2"/>
          <a:srcRect t="6417" r="22543" b="2550"/>
          <a:stretch>
            <a:fillRect/>
          </a:stretch>
        </p:blipFill>
        <p:spPr>
          <a:xfrm>
            <a:off x="6389421" y="0"/>
            <a:ext cx="5802579" cy="6858000"/>
          </a:xfrm>
          <a:prstGeom prst="rect">
            <a:avLst/>
          </a:prstGeom>
        </p:spPr>
      </p:pic>
      <p:sp>
        <p:nvSpPr>
          <p:cNvPr id="6" name="Title 8">
            <a:extLst>
              <a:ext uri="{FF2B5EF4-FFF2-40B4-BE49-F238E27FC236}">
                <a16:creationId xmlns:a16="http://schemas.microsoft.com/office/drawing/2014/main" id="{71ACE515-E29C-A543-3E96-E30EDE5DC429}"/>
              </a:ext>
            </a:extLst>
          </p:cNvPr>
          <p:cNvSpPr>
            <a:spLocks noGrp="1"/>
          </p:cNvSpPr>
          <p:nvPr>
            <p:ph type="title" hasCustomPrompt="1"/>
          </p:nvPr>
        </p:nvSpPr>
        <p:spPr>
          <a:xfrm>
            <a:off x="731520" y="1187360"/>
            <a:ext cx="5577840" cy="3566160"/>
          </a:xfrm>
        </p:spPr>
        <p:txBody>
          <a:bodyPr lIns="0" bIns="0" anchor="b">
            <a:noAutofit/>
          </a:bodyPr>
          <a:lstStyle>
            <a:lvl1pPr algn="l">
              <a:lnSpc>
                <a:spcPct val="80000"/>
              </a:lnSpc>
              <a:defRPr sz="6600">
                <a:solidFill>
                  <a:schemeClr val="bg1"/>
                </a:solidFill>
              </a:defRPr>
            </a:lvl1pPr>
          </a:lstStyle>
          <a:p>
            <a:r>
              <a:rPr lang="en-US"/>
              <a:t>Click to edit title</a:t>
            </a:r>
          </a:p>
        </p:txBody>
      </p:sp>
      <p:sp>
        <p:nvSpPr>
          <p:cNvPr id="3" name="Subtitle 2">
            <a:extLst>
              <a:ext uri="{FF2B5EF4-FFF2-40B4-BE49-F238E27FC236}">
                <a16:creationId xmlns:a16="http://schemas.microsoft.com/office/drawing/2014/main" id="{A0DFE42B-EE28-9685-0893-C5112630F9D7}"/>
              </a:ext>
            </a:extLst>
          </p:cNvPr>
          <p:cNvSpPr>
            <a:spLocks noGrp="1"/>
          </p:cNvSpPr>
          <p:nvPr>
            <p:ph type="subTitle" idx="1" hasCustomPrompt="1"/>
          </p:nvPr>
        </p:nvSpPr>
        <p:spPr>
          <a:xfrm>
            <a:off x="731520" y="4844960"/>
            <a:ext cx="5577840" cy="1040421"/>
          </a:xfrm>
        </p:spPr>
        <p:txBody>
          <a:bodyPr lIns="18288" tIns="0" bIns="0"/>
          <a:lstStyle>
            <a:lvl1pPr marL="0" indent="0" algn="l">
              <a:lnSpc>
                <a:spcPct val="90000"/>
              </a:lnSpc>
              <a:spcBef>
                <a:spcPts val="0"/>
              </a:spcBef>
              <a:buNone/>
              <a:defRPr sz="2000" b="1">
                <a:solidFill>
                  <a:schemeClr val="bg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Tree>
    <p:extLst>
      <p:ext uri="{BB962C8B-B14F-4D97-AF65-F5344CB8AC3E}">
        <p14:creationId xmlns:p14="http://schemas.microsoft.com/office/powerpoint/2010/main" val="96099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 gold">
    <p:bg>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6EEF05-DEC0-B03E-7EA2-0800C1873C99}"/>
              </a:ext>
              <a:ext uri="{C183D7F6-B498-43B3-948B-1728B52AA6E4}">
                <adec:decorative xmlns:adec="http://schemas.microsoft.com/office/drawing/2017/decorative" val="1"/>
              </a:ext>
            </a:extLst>
          </p:cNvPr>
          <p:cNvPicPr>
            <a:picLocks noChangeAspect="1"/>
          </p:cNvPicPr>
          <p:nvPr userDrawn="1"/>
        </p:nvPicPr>
        <p:blipFill>
          <a:blip r:embed="rId2"/>
          <a:srcRect t="6500" r="22542" b="2714"/>
          <a:stretch>
            <a:fillRect/>
          </a:stretch>
        </p:blipFill>
        <p:spPr>
          <a:xfrm>
            <a:off x="6373485" y="-2"/>
            <a:ext cx="5818516" cy="6858001"/>
          </a:xfrm>
          <a:prstGeom prst="rect">
            <a:avLst/>
          </a:prstGeom>
        </p:spPr>
      </p:pic>
      <p:sp>
        <p:nvSpPr>
          <p:cNvPr id="6" name="Title 8">
            <a:extLst>
              <a:ext uri="{FF2B5EF4-FFF2-40B4-BE49-F238E27FC236}">
                <a16:creationId xmlns:a16="http://schemas.microsoft.com/office/drawing/2014/main" id="{5758AC74-7C73-DACB-94ED-1E266DD7AC15}"/>
              </a:ext>
            </a:extLst>
          </p:cNvPr>
          <p:cNvSpPr>
            <a:spLocks noGrp="1"/>
          </p:cNvSpPr>
          <p:nvPr>
            <p:ph type="title" hasCustomPrompt="1"/>
          </p:nvPr>
        </p:nvSpPr>
        <p:spPr>
          <a:xfrm>
            <a:off x="731520" y="1187360"/>
            <a:ext cx="5577840" cy="3566160"/>
          </a:xfrm>
        </p:spPr>
        <p:txBody>
          <a:bodyPr lIns="0" bIns="0" anchor="b">
            <a:noAutofit/>
          </a:bodyPr>
          <a:lstStyle>
            <a:lvl1pPr algn="l">
              <a:lnSpc>
                <a:spcPct val="80000"/>
              </a:lnSpc>
              <a:defRPr sz="6600">
                <a:solidFill>
                  <a:schemeClr val="tx1"/>
                </a:solidFill>
              </a:defRPr>
            </a:lvl1pPr>
          </a:lstStyle>
          <a:p>
            <a:r>
              <a:rPr lang="en-US"/>
              <a:t>Click to edit title</a:t>
            </a:r>
          </a:p>
        </p:txBody>
      </p:sp>
      <p:sp>
        <p:nvSpPr>
          <p:cNvPr id="3" name="Subtitle 2">
            <a:extLst>
              <a:ext uri="{FF2B5EF4-FFF2-40B4-BE49-F238E27FC236}">
                <a16:creationId xmlns:a16="http://schemas.microsoft.com/office/drawing/2014/main" id="{77A1D140-86BC-4728-D601-8D2D5AFF1870}"/>
              </a:ext>
            </a:extLst>
          </p:cNvPr>
          <p:cNvSpPr>
            <a:spLocks noGrp="1"/>
          </p:cNvSpPr>
          <p:nvPr>
            <p:ph type="subTitle" idx="1" hasCustomPrompt="1"/>
          </p:nvPr>
        </p:nvSpPr>
        <p:spPr>
          <a:xfrm>
            <a:off x="731520" y="4844960"/>
            <a:ext cx="5577840" cy="1040421"/>
          </a:xfrm>
        </p:spPr>
        <p:txBody>
          <a:bodyPr lIns="18288" tIns="0" bIns="0"/>
          <a:lstStyle>
            <a:lvl1pPr marL="0" indent="0" algn="l">
              <a:lnSpc>
                <a:spcPct val="90000"/>
              </a:lnSpc>
              <a:spcBef>
                <a:spcPts val="0"/>
              </a:spcBef>
              <a:buNone/>
              <a:defRPr sz="2000" b="1">
                <a:solidFill>
                  <a:schemeClr val="tx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Tree>
    <p:extLst>
      <p:ext uri="{BB962C8B-B14F-4D97-AF65-F5344CB8AC3E}">
        <p14:creationId xmlns:p14="http://schemas.microsoft.com/office/powerpoint/2010/main" val="438969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repeat Tower - gra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8">
            <a:extLst>
              <a:ext uri="{FF2B5EF4-FFF2-40B4-BE49-F238E27FC236}">
                <a16:creationId xmlns:a16="http://schemas.microsoft.com/office/drawing/2014/main" id="{71ACE515-E29C-A543-3E96-E30EDE5DC429}"/>
              </a:ext>
            </a:extLst>
          </p:cNvPr>
          <p:cNvSpPr>
            <a:spLocks noGrp="1"/>
          </p:cNvSpPr>
          <p:nvPr>
            <p:ph type="title" hasCustomPrompt="1"/>
          </p:nvPr>
        </p:nvSpPr>
        <p:spPr>
          <a:xfrm>
            <a:off x="731519" y="1187360"/>
            <a:ext cx="7772400" cy="3566160"/>
          </a:xfrm>
        </p:spPr>
        <p:txBody>
          <a:bodyPr lIns="0" bIns="0" anchor="b">
            <a:noAutofit/>
          </a:bodyPr>
          <a:lstStyle>
            <a:lvl1pPr algn="l">
              <a:lnSpc>
                <a:spcPct val="80000"/>
              </a:lnSpc>
              <a:defRPr sz="6600">
                <a:solidFill>
                  <a:schemeClr val="bg1"/>
                </a:solidFill>
              </a:defRPr>
            </a:lvl1pPr>
          </a:lstStyle>
          <a:p>
            <a:r>
              <a:rPr lang="en-US"/>
              <a:t>Click to edit title</a:t>
            </a:r>
          </a:p>
        </p:txBody>
      </p:sp>
      <p:sp>
        <p:nvSpPr>
          <p:cNvPr id="3" name="Subtitle 2">
            <a:extLst>
              <a:ext uri="{FF2B5EF4-FFF2-40B4-BE49-F238E27FC236}">
                <a16:creationId xmlns:a16="http://schemas.microsoft.com/office/drawing/2014/main" id="{A0DFE42B-EE28-9685-0893-C5112630F9D7}"/>
              </a:ext>
            </a:extLst>
          </p:cNvPr>
          <p:cNvSpPr>
            <a:spLocks noGrp="1"/>
          </p:cNvSpPr>
          <p:nvPr>
            <p:ph type="subTitle" idx="1" hasCustomPrompt="1"/>
          </p:nvPr>
        </p:nvSpPr>
        <p:spPr>
          <a:xfrm>
            <a:off x="731519" y="4844960"/>
            <a:ext cx="7772400" cy="1040421"/>
          </a:xfrm>
        </p:spPr>
        <p:txBody>
          <a:bodyPr lIns="18288" tIns="0" bIns="0"/>
          <a:lstStyle>
            <a:lvl1pPr marL="0" indent="0" algn="l">
              <a:lnSpc>
                <a:spcPct val="90000"/>
              </a:lnSpc>
              <a:spcBef>
                <a:spcPts val="0"/>
              </a:spcBef>
              <a:buNone/>
              <a:defRPr sz="2000" b="1">
                <a:solidFill>
                  <a:schemeClr val="bg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21" name="Graphic 20" descr="Central Piedmont Community College logo">
            <a:extLst>
              <a:ext uri="{FF2B5EF4-FFF2-40B4-BE49-F238E27FC236}">
                <a16:creationId xmlns:a16="http://schemas.microsoft.com/office/drawing/2014/main" id="{EA2477D8-4D06-C6FF-6685-74F8F0B66B3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088544" y="5497384"/>
            <a:ext cx="1804015" cy="1004508"/>
          </a:xfrm>
          <a:prstGeom prst="rect">
            <a:avLst/>
          </a:prstGeom>
        </p:spPr>
      </p:pic>
    </p:spTree>
    <p:extLst>
      <p:ext uri="{BB962C8B-B14F-4D97-AF65-F5344CB8AC3E}">
        <p14:creationId xmlns:p14="http://schemas.microsoft.com/office/powerpoint/2010/main" val="3328473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repeat Tower - go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8">
            <a:extLst>
              <a:ext uri="{FF2B5EF4-FFF2-40B4-BE49-F238E27FC236}">
                <a16:creationId xmlns:a16="http://schemas.microsoft.com/office/drawing/2014/main" id="{71ACE515-E29C-A543-3E96-E30EDE5DC429}"/>
              </a:ext>
            </a:extLst>
          </p:cNvPr>
          <p:cNvSpPr>
            <a:spLocks noGrp="1"/>
          </p:cNvSpPr>
          <p:nvPr>
            <p:ph type="title" hasCustomPrompt="1"/>
          </p:nvPr>
        </p:nvSpPr>
        <p:spPr>
          <a:xfrm>
            <a:off x="731519" y="1187360"/>
            <a:ext cx="7772400" cy="3566160"/>
          </a:xfrm>
        </p:spPr>
        <p:txBody>
          <a:bodyPr lIns="0" bIns="0" anchor="b">
            <a:noAutofit/>
          </a:bodyPr>
          <a:lstStyle>
            <a:lvl1pPr algn="l">
              <a:lnSpc>
                <a:spcPct val="80000"/>
              </a:lnSpc>
              <a:defRPr sz="6600">
                <a:solidFill>
                  <a:schemeClr val="tx1"/>
                </a:solidFill>
              </a:defRPr>
            </a:lvl1pPr>
          </a:lstStyle>
          <a:p>
            <a:r>
              <a:rPr lang="en-US"/>
              <a:t>Click to edit title</a:t>
            </a:r>
          </a:p>
        </p:txBody>
      </p:sp>
      <p:sp>
        <p:nvSpPr>
          <p:cNvPr id="3" name="Subtitle 2">
            <a:extLst>
              <a:ext uri="{FF2B5EF4-FFF2-40B4-BE49-F238E27FC236}">
                <a16:creationId xmlns:a16="http://schemas.microsoft.com/office/drawing/2014/main" id="{A0DFE42B-EE28-9685-0893-C5112630F9D7}"/>
              </a:ext>
            </a:extLst>
          </p:cNvPr>
          <p:cNvSpPr>
            <a:spLocks noGrp="1"/>
          </p:cNvSpPr>
          <p:nvPr>
            <p:ph type="subTitle" idx="1" hasCustomPrompt="1"/>
          </p:nvPr>
        </p:nvSpPr>
        <p:spPr>
          <a:xfrm>
            <a:off x="731519" y="4844960"/>
            <a:ext cx="7772400" cy="1040421"/>
          </a:xfrm>
        </p:spPr>
        <p:txBody>
          <a:bodyPr lIns="18288" tIns="0" bIns="0"/>
          <a:lstStyle>
            <a:lvl1pPr marL="0" indent="0" algn="l">
              <a:lnSpc>
                <a:spcPct val="90000"/>
              </a:lnSpc>
              <a:spcBef>
                <a:spcPts val="0"/>
              </a:spcBef>
              <a:buNone/>
              <a:defRPr sz="2000" b="1">
                <a:solidFill>
                  <a:schemeClr val="tx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4" name="Graphic 3" descr="Central Piedmont Community College logo">
            <a:extLst>
              <a:ext uri="{FF2B5EF4-FFF2-40B4-BE49-F238E27FC236}">
                <a16:creationId xmlns:a16="http://schemas.microsoft.com/office/drawing/2014/main" id="{E4C08CE1-4E62-223B-C232-E040916AD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088544" y="5497384"/>
            <a:ext cx="1804015" cy="1004508"/>
          </a:xfrm>
          <a:prstGeom prst="rect">
            <a:avLst/>
          </a:prstGeom>
        </p:spPr>
      </p:pic>
    </p:spTree>
    <p:extLst>
      <p:ext uri="{BB962C8B-B14F-4D97-AF65-F5344CB8AC3E}">
        <p14:creationId xmlns:p14="http://schemas.microsoft.com/office/powerpoint/2010/main" val="2073520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hoto on white">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2"/>
          </a:solidFill>
        </p:spPr>
        <p:txBody>
          <a:bodyPr wrap="square" anchor="ctr">
            <a:noAutofit/>
          </a:bodyPr>
          <a:lstStyle>
            <a:lvl1pPr marL="0" indent="0">
              <a:buFontTx/>
              <a:buNone/>
              <a:defRPr sz="1800">
                <a:solidFill>
                  <a:schemeClr val="tx1"/>
                </a:solidFill>
              </a:defRPr>
            </a:lvl1pPr>
          </a:lstStyle>
          <a:p>
            <a:r>
              <a:rPr lang="en-US"/>
              <a:t>Click icon to add picture</a:t>
            </a:r>
          </a:p>
        </p:txBody>
      </p:sp>
      <p:sp>
        <p:nvSpPr>
          <p:cNvPr id="4" name="Title 1">
            <a:extLst>
              <a:ext uri="{FF2B5EF4-FFF2-40B4-BE49-F238E27FC236}">
                <a16:creationId xmlns:a16="http://schemas.microsoft.com/office/drawing/2014/main" id="{1AA1AE93-2571-45FB-CC37-543578D4CEE2}"/>
              </a:ext>
            </a:extLst>
          </p:cNvPr>
          <p:cNvSpPr>
            <a:spLocks noGrp="1"/>
          </p:cNvSpPr>
          <p:nvPr>
            <p:ph type="ctrTitle" hasCustomPrompt="1"/>
          </p:nvPr>
        </p:nvSpPr>
        <p:spPr>
          <a:xfrm>
            <a:off x="5486400" y="1645920"/>
            <a:ext cx="6035040" cy="2743200"/>
          </a:xfrm>
        </p:spPr>
        <p:txBody>
          <a:bodyPr bIns="0" anchor="b">
            <a:noAutofit/>
          </a:bodyPr>
          <a:lstStyle>
            <a:lvl1pPr algn="r">
              <a:lnSpc>
                <a:spcPct val="85000"/>
              </a:lnSpc>
              <a:defRPr sz="6000">
                <a:solidFill>
                  <a:schemeClr val="tx2"/>
                </a:solidFill>
              </a:defRPr>
            </a:lvl1pPr>
          </a:lstStyle>
          <a:p>
            <a:r>
              <a:rPr lang="en-US"/>
              <a:t>Click to edit title</a:t>
            </a:r>
          </a:p>
        </p:txBody>
      </p:sp>
      <p:sp>
        <p:nvSpPr>
          <p:cNvPr id="5" name="Subtitle 2">
            <a:extLst>
              <a:ext uri="{FF2B5EF4-FFF2-40B4-BE49-F238E27FC236}">
                <a16:creationId xmlns:a16="http://schemas.microsoft.com/office/drawing/2014/main" id="{FDF79262-0ED9-43E4-0963-2955FF42CA61}"/>
              </a:ext>
            </a:extLst>
          </p:cNvPr>
          <p:cNvSpPr>
            <a:spLocks noGrp="1"/>
          </p:cNvSpPr>
          <p:nvPr>
            <p:ph type="subTitle" idx="1" hasCustomPrompt="1"/>
          </p:nvPr>
        </p:nvSpPr>
        <p:spPr>
          <a:xfrm>
            <a:off x="5486400" y="4480560"/>
            <a:ext cx="6035040" cy="914400"/>
          </a:xfrm>
        </p:spPr>
        <p:txBody>
          <a:bodyPr tIns="0" bIns="0" anchor="t">
            <a:noAutofit/>
          </a:bodyPr>
          <a:lstStyle>
            <a:lvl1pPr marL="0" indent="0" algn="r">
              <a:lnSpc>
                <a:spcPct val="100000"/>
              </a:lnSpc>
              <a:buNone/>
              <a:defRPr sz="2000">
                <a:solidFill>
                  <a:schemeClr val="tx2"/>
                </a:solidFill>
                <a:latin typeface="Baskerville Old Face" panose="02020602080505020303" pitchFamily="18"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2" name="Picture 5" descr="Central Piedmont Community College logo">
            <a:extLst>
              <a:ext uri="{FF2B5EF4-FFF2-40B4-BE49-F238E27FC236}">
                <a16:creationId xmlns:a16="http://schemas.microsoft.com/office/drawing/2014/main" id="{488AF972-08E0-3F8D-7111-5B391F75B79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495692" y="6089755"/>
            <a:ext cx="2025748" cy="440380"/>
          </a:xfrm>
          <a:prstGeom prst="rect">
            <a:avLst/>
          </a:prstGeom>
        </p:spPr>
      </p:pic>
    </p:spTree>
    <p:extLst>
      <p:ext uri="{BB962C8B-B14F-4D97-AF65-F5344CB8AC3E}">
        <p14:creationId xmlns:p14="http://schemas.microsoft.com/office/powerpoint/2010/main" val="1977219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photo on gray">
    <p:bg>
      <p:bgPr>
        <a:solidFill>
          <a:schemeClr val="tx2"/>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2"/>
          </a:solidFill>
        </p:spPr>
        <p:txBody>
          <a:bodyPr wrap="square" anchor="ctr">
            <a:noAutofit/>
          </a:bodyPr>
          <a:lstStyle>
            <a:lvl1pPr marL="0" indent="0">
              <a:buFontTx/>
              <a:buNone/>
              <a:defRPr sz="1800">
                <a:solidFill>
                  <a:schemeClr val="tx1"/>
                </a:solidFill>
              </a:defRPr>
            </a:lvl1pPr>
          </a:lstStyle>
          <a:p>
            <a:r>
              <a:rPr lang="en-US"/>
              <a:t>Click icon to add picture</a:t>
            </a:r>
          </a:p>
        </p:txBody>
      </p:sp>
      <p:sp>
        <p:nvSpPr>
          <p:cNvPr id="4" name="Title 1">
            <a:extLst>
              <a:ext uri="{FF2B5EF4-FFF2-40B4-BE49-F238E27FC236}">
                <a16:creationId xmlns:a16="http://schemas.microsoft.com/office/drawing/2014/main" id="{B662542A-EAE0-A37D-F5FD-9F7FDA9D8C8F}"/>
              </a:ext>
            </a:extLst>
          </p:cNvPr>
          <p:cNvSpPr>
            <a:spLocks noGrp="1"/>
          </p:cNvSpPr>
          <p:nvPr>
            <p:ph type="ctrTitle" hasCustomPrompt="1"/>
          </p:nvPr>
        </p:nvSpPr>
        <p:spPr>
          <a:xfrm>
            <a:off x="5486400" y="1645920"/>
            <a:ext cx="6035040" cy="2743200"/>
          </a:xfrm>
        </p:spPr>
        <p:txBody>
          <a:bodyPr bIns="0" anchor="b">
            <a:noAutofit/>
          </a:bodyPr>
          <a:lstStyle>
            <a:lvl1pPr algn="r">
              <a:lnSpc>
                <a:spcPct val="85000"/>
              </a:lnSpc>
              <a:defRPr sz="600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4DD0D1B1-A22A-C2B6-E7AA-CF26C6271155}"/>
              </a:ext>
            </a:extLst>
          </p:cNvPr>
          <p:cNvSpPr>
            <a:spLocks noGrp="1"/>
          </p:cNvSpPr>
          <p:nvPr>
            <p:ph type="subTitle" idx="1" hasCustomPrompt="1"/>
          </p:nvPr>
        </p:nvSpPr>
        <p:spPr>
          <a:xfrm>
            <a:off x="5486400" y="4480560"/>
            <a:ext cx="6035040" cy="914400"/>
          </a:xfrm>
        </p:spPr>
        <p:txBody>
          <a:bodyPr tIns="0" bIns="0" anchor="t">
            <a:noAutofit/>
          </a:bodyPr>
          <a:lstStyle>
            <a:lvl1pPr marL="0" indent="0" algn="r">
              <a:lnSpc>
                <a:spcPct val="100000"/>
              </a:lnSpc>
              <a:buNone/>
              <a:defRPr sz="2000">
                <a:solidFill>
                  <a:schemeClr val="bg1"/>
                </a:solidFill>
                <a:latin typeface="Baskerville Old Face" panose="02020602080505020303" pitchFamily="18"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6" name="Picture 5" descr="Central Piedmont Community College logo">
            <a:extLst>
              <a:ext uri="{FF2B5EF4-FFF2-40B4-BE49-F238E27FC236}">
                <a16:creationId xmlns:a16="http://schemas.microsoft.com/office/drawing/2014/main" id="{4D251572-4726-DF19-CA99-046F4FBCF749}"/>
              </a:ext>
            </a:extLst>
          </p:cNvPr>
          <p:cNvPicPr>
            <a:picLocks noChangeAspect="1"/>
          </p:cNvPicPr>
          <p:nvPr userDrawn="1"/>
        </p:nvPicPr>
        <p:blipFill>
          <a:blip r:embed="rId2"/>
          <a:stretch>
            <a:fillRect/>
          </a:stretch>
        </p:blipFill>
        <p:spPr>
          <a:xfrm>
            <a:off x="9495692" y="6089755"/>
            <a:ext cx="2025748" cy="440380"/>
          </a:xfrm>
          <a:prstGeom prst="rect">
            <a:avLst/>
          </a:prstGeom>
        </p:spPr>
      </p:pic>
    </p:spTree>
    <p:extLst>
      <p:ext uri="{BB962C8B-B14F-4D97-AF65-F5344CB8AC3E}">
        <p14:creationId xmlns:p14="http://schemas.microsoft.com/office/powerpoint/2010/main" val="2363471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with photo on gold">
    <p:bg>
      <p:bgPr>
        <a:solidFill>
          <a:schemeClr val="accent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2"/>
          </a:solidFill>
        </p:spPr>
        <p:txBody>
          <a:bodyPr wrap="square" anchor="ctr">
            <a:noAutofit/>
          </a:bodyPr>
          <a:lstStyle>
            <a:lvl1pPr marL="0" indent="0">
              <a:buFontTx/>
              <a:buNone/>
              <a:defRPr sz="1800">
                <a:solidFill>
                  <a:schemeClr val="tx1"/>
                </a:solidFill>
              </a:defRPr>
            </a:lvl1pPr>
          </a:lstStyle>
          <a:p>
            <a:r>
              <a:rPr lang="en-US"/>
              <a:t>Click icon to add picture</a:t>
            </a:r>
          </a:p>
        </p:txBody>
      </p:sp>
      <p:sp>
        <p:nvSpPr>
          <p:cNvPr id="2" name="Title 1">
            <a:extLst>
              <a:ext uri="{FF2B5EF4-FFF2-40B4-BE49-F238E27FC236}">
                <a16:creationId xmlns:a16="http://schemas.microsoft.com/office/drawing/2014/main" id="{3CB26407-8505-FE5B-1C53-671AF5EBA880}"/>
              </a:ext>
            </a:extLst>
          </p:cNvPr>
          <p:cNvSpPr>
            <a:spLocks noGrp="1"/>
          </p:cNvSpPr>
          <p:nvPr>
            <p:ph type="ctrTitle" hasCustomPrompt="1"/>
          </p:nvPr>
        </p:nvSpPr>
        <p:spPr>
          <a:xfrm>
            <a:off x="5486400" y="1645920"/>
            <a:ext cx="6035040" cy="2743200"/>
          </a:xfrm>
        </p:spPr>
        <p:txBody>
          <a:bodyPr bIns="0" anchor="b">
            <a:noAutofit/>
          </a:bodyPr>
          <a:lstStyle>
            <a:lvl1pPr algn="r">
              <a:lnSpc>
                <a:spcPct val="85000"/>
              </a:lnSpc>
              <a:defRPr sz="6000">
                <a:solidFill>
                  <a:schemeClr val="tx1"/>
                </a:solidFill>
              </a:defRPr>
            </a:lvl1pPr>
          </a:lstStyle>
          <a:p>
            <a:r>
              <a:rPr lang="en-US"/>
              <a:t>Click to edit title</a:t>
            </a:r>
          </a:p>
        </p:txBody>
      </p:sp>
      <p:sp>
        <p:nvSpPr>
          <p:cNvPr id="3" name="Subtitle 2">
            <a:extLst>
              <a:ext uri="{FF2B5EF4-FFF2-40B4-BE49-F238E27FC236}">
                <a16:creationId xmlns:a16="http://schemas.microsoft.com/office/drawing/2014/main" id="{E675201C-63C8-6CC4-BCDD-78893B0B3E0D}"/>
              </a:ext>
            </a:extLst>
          </p:cNvPr>
          <p:cNvSpPr>
            <a:spLocks noGrp="1"/>
          </p:cNvSpPr>
          <p:nvPr>
            <p:ph type="subTitle" idx="1" hasCustomPrompt="1"/>
          </p:nvPr>
        </p:nvSpPr>
        <p:spPr>
          <a:xfrm>
            <a:off x="5486400" y="4480560"/>
            <a:ext cx="6035040" cy="914400"/>
          </a:xfrm>
        </p:spPr>
        <p:txBody>
          <a:bodyPr tIns="0" bIns="0" anchor="t">
            <a:noAutofit/>
          </a:bodyPr>
          <a:lstStyle>
            <a:lvl1pPr marL="0" indent="0" algn="r">
              <a:lnSpc>
                <a:spcPct val="100000"/>
              </a:lnSpc>
              <a:buNone/>
              <a:defRPr sz="2000">
                <a:solidFill>
                  <a:schemeClr val="tx1"/>
                </a:solidFill>
                <a:latin typeface="Baskerville Old Face" panose="02020602080505020303" pitchFamily="18"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4" name="Picture 3" descr="Central Piedmont Community College logo">
            <a:extLst>
              <a:ext uri="{FF2B5EF4-FFF2-40B4-BE49-F238E27FC236}">
                <a16:creationId xmlns:a16="http://schemas.microsoft.com/office/drawing/2014/main" id="{1C082001-7682-2308-0B9F-20D5377B1273}"/>
              </a:ext>
            </a:extLst>
          </p:cNvPr>
          <p:cNvPicPr>
            <a:picLocks noChangeAspect="1"/>
          </p:cNvPicPr>
          <p:nvPr userDrawn="1"/>
        </p:nvPicPr>
        <p:blipFill>
          <a:blip r:embed="rId2"/>
          <a:stretch>
            <a:fillRect/>
          </a:stretch>
        </p:blipFill>
        <p:spPr>
          <a:xfrm>
            <a:off x="9495692" y="6089755"/>
            <a:ext cx="2025748" cy="440380"/>
          </a:xfrm>
          <a:prstGeom prst="rect">
            <a:avLst/>
          </a:prstGeom>
        </p:spPr>
      </p:pic>
    </p:spTree>
    <p:extLst>
      <p:ext uri="{BB962C8B-B14F-4D97-AF65-F5344CB8AC3E}">
        <p14:creationId xmlns:p14="http://schemas.microsoft.com/office/powerpoint/2010/main" val="1636080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 logo on white - photo">
    <p:bg>
      <p:bgPr>
        <a:solidFill>
          <a:schemeClr val="bg1"/>
        </a:solidFill>
        <a:effectLst/>
      </p:bgPr>
    </p:bg>
    <p:spTree>
      <p:nvGrpSpPr>
        <p:cNvPr id="1" name=""/>
        <p:cNvGrpSpPr/>
        <p:nvPr/>
      </p:nvGrpSpPr>
      <p:grpSpPr>
        <a:xfrm>
          <a:off x="0" y="0"/>
          <a:ext cx="0" cy="0"/>
          <a:chOff x="0" y="0"/>
          <a:chExt cx="0" cy="0"/>
        </a:xfrm>
      </p:grpSpPr>
      <p:sp>
        <p:nvSpPr>
          <p:cNvPr id="7" name="Title 8">
            <a:extLst>
              <a:ext uri="{FF2B5EF4-FFF2-40B4-BE49-F238E27FC236}">
                <a16:creationId xmlns:a16="http://schemas.microsoft.com/office/drawing/2014/main" id="{34A039EA-22E5-1C12-D24D-A3E365FB69BF}"/>
              </a:ext>
            </a:extLst>
          </p:cNvPr>
          <p:cNvSpPr>
            <a:spLocks noGrp="1"/>
          </p:cNvSpPr>
          <p:nvPr>
            <p:ph type="title" hasCustomPrompt="1"/>
          </p:nvPr>
        </p:nvSpPr>
        <p:spPr>
          <a:xfrm>
            <a:off x="731520" y="914400"/>
            <a:ext cx="5577840" cy="3566160"/>
          </a:xfrm>
        </p:spPr>
        <p:txBody>
          <a:bodyPr lIns="0" anchor="b">
            <a:noAutofit/>
          </a:bodyPr>
          <a:lstStyle>
            <a:lvl1pPr algn="l">
              <a:lnSpc>
                <a:spcPct val="80000"/>
              </a:lnSpc>
              <a:defRPr sz="6600">
                <a:solidFill>
                  <a:schemeClr val="tx2"/>
                </a:solidFill>
              </a:defRPr>
            </a:lvl1pPr>
          </a:lstStyle>
          <a:p>
            <a:r>
              <a:rPr lang="en-US"/>
              <a:t>Click to edit title</a:t>
            </a:r>
          </a:p>
        </p:txBody>
      </p:sp>
      <p:sp>
        <p:nvSpPr>
          <p:cNvPr id="5" name="Subtitle 2">
            <a:extLst>
              <a:ext uri="{FF2B5EF4-FFF2-40B4-BE49-F238E27FC236}">
                <a16:creationId xmlns:a16="http://schemas.microsoft.com/office/drawing/2014/main" id="{8820B5C4-628B-1402-1CE0-98FDDE27E4AB}"/>
              </a:ext>
            </a:extLst>
          </p:cNvPr>
          <p:cNvSpPr>
            <a:spLocks noGrp="1"/>
          </p:cNvSpPr>
          <p:nvPr>
            <p:ph type="subTitle" idx="1" hasCustomPrompt="1"/>
          </p:nvPr>
        </p:nvSpPr>
        <p:spPr>
          <a:xfrm>
            <a:off x="731520" y="4572000"/>
            <a:ext cx="5577840" cy="914400"/>
          </a:xfrm>
        </p:spPr>
        <p:txBody>
          <a:bodyPr lIns="18288" tIns="0" bIns="0"/>
          <a:lstStyle>
            <a:lvl1pPr marL="0" indent="0" algn="l">
              <a:lnSpc>
                <a:spcPct val="90000"/>
              </a:lnSpc>
              <a:spcBef>
                <a:spcPts val="0"/>
              </a:spcBef>
              <a:buNone/>
              <a:defRPr sz="2000" b="1">
                <a:solidFill>
                  <a:schemeClr val="tx2"/>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6" name="Picture 5" descr="Central Piedmont Community College logo">
            <a:extLst>
              <a:ext uri="{FF2B5EF4-FFF2-40B4-BE49-F238E27FC236}">
                <a16:creationId xmlns:a16="http://schemas.microsoft.com/office/drawing/2014/main" id="{7199077C-60C6-7161-1595-EB84C780CE0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08935" y="5583110"/>
            <a:ext cx="4356319" cy="947025"/>
          </a:xfrm>
          <a:prstGeom prst="rect">
            <a:avLst/>
          </a:prstGeom>
        </p:spPr>
      </p:pic>
      <p:sp>
        <p:nvSpPr>
          <p:cNvPr id="3" name="Picture Placeholder 4">
            <a:extLst>
              <a:ext uri="{FF2B5EF4-FFF2-40B4-BE49-F238E27FC236}">
                <a16:creationId xmlns:a16="http://schemas.microsoft.com/office/drawing/2014/main" id="{A89B48C7-B96C-8423-9821-14236BA04F71}"/>
              </a:ext>
            </a:extLst>
          </p:cNvPr>
          <p:cNvSpPr>
            <a:spLocks noGrp="1"/>
          </p:cNvSpPr>
          <p:nvPr>
            <p:ph type="pic" sz="quarter" idx="10" hasCustomPrompt="1"/>
          </p:nvPr>
        </p:nvSpPr>
        <p:spPr>
          <a:xfrm>
            <a:off x="6438900" y="0"/>
            <a:ext cx="5753100" cy="685800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Tree>
    <p:extLst>
      <p:ext uri="{BB962C8B-B14F-4D97-AF65-F5344CB8AC3E}">
        <p14:creationId xmlns:p14="http://schemas.microsoft.com/office/powerpoint/2010/main" val="748124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w logo on gray - photo">
    <p:bg>
      <p:bgPr>
        <a:solidFill>
          <a:schemeClr val="tx2"/>
        </a:solidFill>
        <a:effectLst/>
      </p:bgPr>
    </p:bg>
    <p:spTree>
      <p:nvGrpSpPr>
        <p:cNvPr id="1" name=""/>
        <p:cNvGrpSpPr/>
        <p:nvPr/>
      </p:nvGrpSpPr>
      <p:grpSpPr>
        <a:xfrm>
          <a:off x="0" y="0"/>
          <a:ext cx="0" cy="0"/>
          <a:chOff x="0" y="0"/>
          <a:chExt cx="0" cy="0"/>
        </a:xfrm>
      </p:grpSpPr>
      <p:sp>
        <p:nvSpPr>
          <p:cNvPr id="4" name="Title 8">
            <a:extLst>
              <a:ext uri="{FF2B5EF4-FFF2-40B4-BE49-F238E27FC236}">
                <a16:creationId xmlns:a16="http://schemas.microsoft.com/office/drawing/2014/main" id="{512AEDEC-217B-0CC8-9285-F6BBC7F53E50}"/>
              </a:ext>
            </a:extLst>
          </p:cNvPr>
          <p:cNvSpPr>
            <a:spLocks noGrp="1"/>
          </p:cNvSpPr>
          <p:nvPr>
            <p:ph type="title" hasCustomPrompt="1"/>
          </p:nvPr>
        </p:nvSpPr>
        <p:spPr>
          <a:xfrm>
            <a:off x="731520" y="914400"/>
            <a:ext cx="5577840" cy="3566160"/>
          </a:xfrm>
        </p:spPr>
        <p:txBody>
          <a:bodyPr lIns="0" anchor="b">
            <a:noAutofit/>
          </a:bodyPr>
          <a:lstStyle>
            <a:lvl1pPr algn="l">
              <a:lnSpc>
                <a:spcPct val="80000"/>
              </a:lnSpc>
              <a:defRPr sz="6600">
                <a:solidFill>
                  <a:schemeClr val="bg1"/>
                </a:solidFill>
              </a:defRPr>
            </a:lvl1pPr>
          </a:lstStyle>
          <a:p>
            <a:r>
              <a:rPr lang="en-US"/>
              <a:t>Click to edit title</a:t>
            </a:r>
          </a:p>
        </p:txBody>
      </p:sp>
      <p:sp>
        <p:nvSpPr>
          <p:cNvPr id="2" name="Subtitle 2">
            <a:extLst>
              <a:ext uri="{FF2B5EF4-FFF2-40B4-BE49-F238E27FC236}">
                <a16:creationId xmlns:a16="http://schemas.microsoft.com/office/drawing/2014/main" id="{77EA3573-D66F-15A5-516C-8449716954DA}"/>
              </a:ext>
            </a:extLst>
          </p:cNvPr>
          <p:cNvSpPr>
            <a:spLocks noGrp="1"/>
          </p:cNvSpPr>
          <p:nvPr>
            <p:ph type="subTitle" idx="1" hasCustomPrompt="1"/>
          </p:nvPr>
        </p:nvSpPr>
        <p:spPr>
          <a:xfrm>
            <a:off x="731520" y="4572000"/>
            <a:ext cx="5577840" cy="914400"/>
          </a:xfrm>
        </p:spPr>
        <p:txBody>
          <a:bodyPr lIns="18288" tIns="0" rIns="0" bIns="0"/>
          <a:lstStyle>
            <a:lvl1pPr marL="0" indent="0" algn="l">
              <a:lnSpc>
                <a:spcPct val="90000"/>
              </a:lnSpc>
              <a:spcBef>
                <a:spcPts val="0"/>
              </a:spcBef>
              <a:buNone/>
              <a:defRPr sz="2000" b="1">
                <a:solidFill>
                  <a:schemeClr val="bg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6" name="Picture 5" descr="Central Piedmont Community College logo">
            <a:extLst>
              <a:ext uri="{FF2B5EF4-FFF2-40B4-BE49-F238E27FC236}">
                <a16:creationId xmlns:a16="http://schemas.microsoft.com/office/drawing/2014/main" id="{7199077C-60C6-7161-1595-EB84C780CE05}"/>
              </a:ext>
            </a:extLst>
          </p:cNvPr>
          <p:cNvPicPr>
            <a:picLocks noChangeAspect="1"/>
          </p:cNvPicPr>
          <p:nvPr userDrawn="1"/>
        </p:nvPicPr>
        <p:blipFill>
          <a:blip r:embed="rId2"/>
          <a:stretch>
            <a:fillRect/>
          </a:stretch>
        </p:blipFill>
        <p:spPr>
          <a:xfrm>
            <a:off x="308935" y="5583110"/>
            <a:ext cx="4356319" cy="947026"/>
          </a:xfrm>
          <a:prstGeom prst="rect">
            <a:avLst/>
          </a:prstGeom>
        </p:spPr>
      </p:pic>
      <p:sp>
        <p:nvSpPr>
          <p:cNvPr id="5" name="Picture Placeholder 4">
            <a:extLst>
              <a:ext uri="{FF2B5EF4-FFF2-40B4-BE49-F238E27FC236}">
                <a16:creationId xmlns:a16="http://schemas.microsoft.com/office/drawing/2014/main" id="{9E05B5A0-C42D-D745-9877-27575C49E36A}"/>
              </a:ext>
            </a:extLst>
          </p:cNvPr>
          <p:cNvSpPr>
            <a:spLocks noGrp="1"/>
          </p:cNvSpPr>
          <p:nvPr>
            <p:ph type="pic" sz="quarter" idx="10" hasCustomPrompt="1"/>
          </p:nvPr>
        </p:nvSpPr>
        <p:spPr>
          <a:xfrm>
            <a:off x="6438900" y="0"/>
            <a:ext cx="5753100" cy="685800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Tree>
    <p:extLst>
      <p:ext uri="{BB962C8B-B14F-4D97-AF65-F5344CB8AC3E}">
        <p14:creationId xmlns:p14="http://schemas.microsoft.com/office/powerpoint/2010/main" val="4901013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logo on dark photo">
    <p:bg>
      <p:bgPr>
        <a:solidFill>
          <a:schemeClr val="tx2"/>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9E05B5A0-C42D-D745-9877-27575C49E36A}"/>
              </a:ext>
            </a:extLst>
          </p:cNvPr>
          <p:cNvSpPr>
            <a:spLocks noGrp="1"/>
          </p:cNvSpPr>
          <p:nvPr>
            <p:ph type="pic" sz="quarter" idx="10" hasCustomPrompt="1"/>
          </p:nvPr>
        </p:nvSpPr>
        <p:spPr>
          <a:xfrm>
            <a:off x="0" y="0"/>
            <a:ext cx="12192000" cy="6858000"/>
          </a:xfr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chemeClr val="bg1"/>
                </a:solidFill>
                <a:latin typeface="+mj-lt"/>
                <a:cs typeface="Arial" panose="020B0604020202020204" pitchFamily="34" charset="0"/>
              </a:defRPr>
            </a:lvl1pPr>
          </a:lstStyle>
          <a:p>
            <a:pPr marL="0" lvl="0" algn="ctr"/>
            <a:r>
              <a:rPr lang="en-US"/>
              <a:t>Click to add picture</a:t>
            </a:r>
          </a:p>
        </p:txBody>
      </p:sp>
      <p:sp>
        <p:nvSpPr>
          <p:cNvPr id="4" name="Title 8">
            <a:extLst>
              <a:ext uri="{FF2B5EF4-FFF2-40B4-BE49-F238E27FC236}">
                <a16:creationId xmlns:a16="http://schemas.microsoft.com/office/drawing/2014/main" id="{512AEDEC-217B-0CC8-9285-F6BBC7F53E50}"/>
              </a:ext>
            </a:extLst>
          </p:cNvPr>
          <p:cNvSpPr>
            <a:spLocks noGrp="1"/>
          </p:cNvSpPr>
          <p:nvPr>
            <p:ph type="title" hasCustomPrompt="1"/>
          </p:nvPr>
        </p:nvSpPr>
        <p:spPr>
          <a:xfrm>
            <a:off x="4114800" y="914400"/>
            <a:ext cx="7223760" cy="3566160"/>
          </a:xfrm>
        </p:spPr>
        <p:txBody>
          <a:bodyPr lIns="0" anchor="b">
            <a:noAutofit/>
          </a:bodyPr>
          <a:lstStyle>
            <a:lvl1pPr algn="r">
              <a:lnSpc>
                <a:spcPct val="80000"/>
              </a:lnSpc>
              <a:defRPr sz="6600">
                <a:solidFill>
                  <a:schemeClr val="bg1"/>
                </a:solidFill>
              </a:defRPr>
            </a:lvl1pPr>
          </a:lstStyle>
          <a:p>
            <a:r>
              <a:rPr lang="en-US"/>
              <a:t>Click to edit title</a:t>
            </a:r>
          </a:p>
        </p:txBody>
      </p:sp>
      <p:sp>
        <p:nvSpPr>
          <p:cNvPr id="2" name="Subtitle 2">
            <a:extLst>
              <a:ext uri="{FF2B5EF4-FFF2-40B4-BE49-F238E27FC236}">
                <a16:creationId xmlns:a16="http://schemas.microsoft.com/office/drawing/2014/main" id="{77EA3573-D66F-15A5-516C-8449716954DA}"/>
              </a:ext>
            </a:extLst>
          </p:cNvPr>
          <p:cNvSpPr>
            <a:spLocks noGrp="1"/>
          </p:cNvSpPr>
          <p:nvPr>
            <p:ph type="subTitle" idx="1" hasCustomPrompt="1"/>
          </p:nvPr>
        </p:nvSpPr>
        <p:spPr>
          <a:xfrm>
            <a:off x="4114800" y="4572000"/>
            <a:ext cx="7223760" cy="914400"/>
          </a:xfrm>
        </p:spPr>
        <p:txBody>
          <a:bodyPr lIns="18288" tIns="0" rIns="0" bIns="0"/>
          <a:lstStyle>
            <a:lvl1pPr marL="0" indent="0" algn="r">
              <a:lnSpc>
                <a:spcPct val="90000"/>
              </a:lnSpc>
              <a:spcBef>
                <a:spcPts val="0"/>
              </a:spcBef>
              <a:buNone/>
              <a:defRPr sz="2000" b="1">
                <a:solidFill>
                  <a:schemeClr val="bg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6" name="Picture 5" descr="Central Piedmont Community College logo">
            <a:extLst>
              <a:ext uri="{FF2B5EF4-FFF2-40B4-BE49-F238E27FC236}">
                <a16:creationId xmlns:a16="http://schemas.microsoft.com/office/drawing/2014/main" id="{7199077C-60C6-7161-1595-EB84C780CE05}"/>
              </a:ext>
            </a:extLst>
          </p:cNvPr>
          <p:cNvPicPr>
            <a:picLocks noChangeAspect="1"/>
          </p:cNvPicPr>
          <p:nvPr userDrawn="1"/>
        </p:nvPicPr>
        <p:blipFill>
          <a:blip r:embed="rId2"/>
          <a:stretch>
            <a:fillRect/>
          </a:stretch>
        </p:blipFill>
        <p:spPr>
          <a:xfrm>
            <a:off x="308935" y="5583110"/>
            <a:ext cx="4356319" cy="947026"/>
          </a:xfrm>
          <a:prstGeom prst="rect">
            <a:avLst/>
          </a:prstGeom>
        </p:spPr>
      </p:pic>
    </p:spTree>
    <p:extLst>
      <p:ext uri="{BB962C8B-B14F-4D97-AF65-F5344CB8AC3E}">
        <p14:creationId xmlns:p14="http://schemas.microsoft.com/office/powerpoint/2010/main" val="9199224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afety Moment">
    <p:bg>
      <p:bgPr>
        <a:solidFill>
          <a:schemeClr val="bg1"/>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E808D89E-73ED-9D11-4BA1-7E1B8FA01383}"/>
              </a:ext>
              <a:ext uri="{C183D7F6-B498-43B3-948B-1728B52AA6E4}">
                <adec:decorative xmlns:adec="http://schemas.microsoft.com/office/drawing/2017/decorative" val="1"/>
              </a:ext>
            </a:extLst>
          </p:cNvPr>
          <p:cNvSpPr/>
          <p:nvPr userDrawn="1"/>
        </p:nvSpPr>
        <p:spPr>
          <a:xfrm rot="10800000">
            <a:off x="9392153" y="0"/>
            <a:ext cx="2547856" cy="2736802"/>
          </a:xfrm>
          <a:custGeom>
            <a:avLst/>
            <a:gdLst>
              <a:gd name="connsiteX0" fmla="*/ 2547856 w 2547856"/>
              <a:gd name="connsiteY0" fmla="*/ 2736802 h 2736802"/>
              <a:gd name="connsiteX1" fmla="*/ 0 w 2547856"/>
              <a:gd name="connsiteY1" fmla="*/ 2736802 h 2736802"/>
              <a:gd name="connsiteX2" fmla="*/ 0 w 2547856"/>
              <a:gd name="connsiteY2" fmla="*/ 801141 h 2736802"/>
              <a:gd name="connsiteX3" fmla="*/ 2702 w 2547856"/>
              <a:gd name="connsiteY3" fmla="*/ 801141 h 2736802"/>
              <a:gd name="connsiteX4" fmla="*/ 1273928 w 2547856"/>
              <a:gd name="connsiteY4" fmla="*/ 0 h 2736802"/>
              <a:gd name="connsiteX5" fmla="*/ 2545154 w 2547856"/>
              <a:gd name="connsiteY5" fmla="*/ 801141 h 2736802"/>
              <a:gd name="connsiteX6" fmla="*/ 2547856 w 2547856"/>
              <a:gd name="connsiteY6" fmla="*/ 801141 h 2736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7856" h="2736802">
                <a:moveTo>
                  <a:pt x="2547856" y="2736802"/>
                </a:moveTo>
                <a:lnTo>
                  <a:pt x="0" y="2736802"/>
                </a:lnTo>
                <a:lnTo>
                  <a:pt x="0" y="801141"/>
                </a:lnTo>
                <a:lnTo>
                  <a:pt x="2702" y="801141"/>
                </a:lnTo>
                <a:lnTo>
                  <a:pt x="1273928" y="0"/>
                </a:lnTo>
                <a:lnTo>
                  <a:pt x="2545154" y="801141"/>
                </a:lnTo>
                <a:lnTo>
                  <a:pt x="2547856" y="801141"/>
                </a:lnTo>
                <a:close/>
              </a:path>
            </a:pathLst>
          </a:cu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Franklin Gothic Book" panose="020B0503020102020204" pitchFamily="34" charset="0"/>
            </a:endParaRPr>
          </a:p>
        </p:txBody>
      </p:sp>
      <p:sp>
        <p:nvSpPr>
          <p:cNvPr id="7" name="Title 18">
            <a:extLst>
              <a:ext uri="{FF2B5EF4-FFF2-40B4-BE49-F238E27FC236}">
                <a16:creationId xmlns:a16="http://schemas.microsoft.com/office/drawing/2014/main" id="{CDDDEC11-0E38-12B0-7A0E-483F8C32D292}"/>
              </a:ext>
            </a:extLst>
          </p:cNvPr>
          <p:cNvSpPr>
            <a:spLocks noGrp="1"/>
          </p:cNvSpPr>
          <p:nvPr>
            <p:ph type="title" hasCustomPrompt="1"/>
          </p:nvPr>
        </p:nvSpPr>
        <p:spPr>
          <a:xfrm>
            <a:off x="731520" y="457200"/>
            <a:ext cx="7772400" cy="640080"/>
          </a:xfrm>
        </p:spPr>
        <p:txBody>
          <a:bodyPr lIns="0">
            <a:normAutofit/>
          </a:bodyPr>
          <a:lstStyle>
            <a:lvl1pPr>
              <a:defRPr sz="3200">
                <a:solidFill>
                  <a:schemeClr val="tx2"/>
                </a:solidFill>
              </a:defRPr>
            </a:lvl1pPr>
          </a:lstStyle>
          <a:p>
            <a:r>
              <a:rPr lang="en-US"/>
              <a:t>Click to edit title</a:t>
            </a:r>
          </a:p>
        </p:txBody>
      </p:sp>
      <p:sp>
        <p:nvSpPr>
          <p:cNvPr id="59" name="Content Placeholder 2">
            <a:extLst>
              <a:ext uri="{FF2B5EF4-FFF2-40B4-BE49-F238E27FC236}">
                <a16:creationId xmlns:a16="http://schemas.microsoft.com/office/drawing/2014/main" id="{874B0DAF-D737-9D6E-D963-88067F3B7FB8}"/>
              </a:ext>
            </a:extLst>
          </p:cNvPr>
          <p:cNvSpPr txBox="1">
            <a:spLocks/>
          </p:cNvSpPr>
          <p:nvPr userDrawn="1"/>
        </p:nvSpPr>
        <p:spPr>
          <a:xfrm>
            <a:off x="731520" y="1243010"/>
            <a:ext cx="8015514" cy="462416"/>
          </a:xfrm>
          <a:prstGeom prst="rect">
            <a:avLst/>
          </a:prstGeom>
        </p:spPr>
        <p:txBody>
          <a:bodyPr vert="horz" lIns="0" tIns="45720" rIns="91440" bIns="45720" rtlCol="0">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8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a:solidFill>
                  <a:schemeClr val="tx2"/>
                </a:solidFill>
                <a:latin typeface="Franklin Gothic Medium" panose="020B0603020102020204" pitchFamily="34" charset="0"/>
              </a:rPr>
              <a:t>Who will fulfill each role in an emergency?</a:t>
            </a:r>
          </a:p>
        </p:txBody>
      </p:sp>
      <p:sp>
        <p:nvSpPr>
          <p:cNvPr id="21" name="Google Shape;54;p8">
            <a:extLst>
              <a:ext uri="{FF2B5EF4-FFF2-40B4-BE49-F238E27FC236}">
                <a16:creationId xmlns:a16="http://schemas.microsoft.com/office/drawing/2014/main" id="{B460E481-B7A9-6AE8-B345-7AA0308815EF}"/>
              </a:ext>
            </a:extLst>
          </p:cNvPr>
          <p:cNvSpPr txBox="1">
            <a:spLocks/>
          </p:cNvSpPr>
          <p:nvPr/>
        </p:nvSpPr>
        <p:spPr>
          <a:xfrm>
            <a:off x="591963" y="3123803"/>
            <a:ext cx="1828800"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dirty="0">
                <a:solidFill>
                  <a:srgbClr val="626366"/>
                </a:solidFill>
                <a:latin typeface="Franklin Gothic Book" panose="020B0503020102020204" pitchFamily="34" charset="0"/>
              </a:rPr>
              <a:t>Call 6911</a:t>
            </a:r>
          </a:p>
          <a:p>
            <a:pPr marL="0" indent="0" algn="ctr">
              <a:lnSpc>
                <a:spcPct val="85000"/>
              </a:lnSpc>
              <a:spcBef>
                <a:spcPts val="0"/>
              </a:spcBef>
              <a:buClr>
                <a:schemeClr val="dk1"/>
              </a:buClr>
              <a:buSzPts val="1100"/>
              <a:buNone/>
            </a:pPr>
            <a:r>
              <a:rPr lang="en-US" sz="1800" b="1" dirty="0">
                <a:solidFill>
                  <a:srgbClr val="626366"/>
                </a:solidFill>
                <a:latin typeface="Franklin Gothic Book" panose="020B0503020102020204" pitchFamily="34" charset="0"/>
              </a:rPr>
              <a:t>or 911</a:t>
            </a:r>
          </a:p>
        </p:txBody>
      </p:sp>
      <p:pic>
        <p:nvPicPr>
          <p:cNvPr id="10" name="Graphic 9" descr="A purple circle with a phone icon and “911”.">
            <a:extLst>
              <a:ext uri="{FF2B5EF4-FFF2-40B4-BE49-F238E27FC236}">
                <a16:creationId xmlns:a16="http://schemas.microsoft.com/office/drawing/2014/main" id="{A0DD7742-A82D-220F-7623-02BA5EEFB11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1034" y="1705426"/>
            <a:ext cx="1435607" cy="1435607"/>
          </a:xfrm>
          <a:prstGeom prst="rect">
            <a:avLst/>
          </a:prstGeom>
        </p:spPr>
      </p:pic>
      <p:sp>
        <p:nvSpPr>
          <p:cNvPr id="24" name="Google Shape;54;p8">
            <a:extLst>
              <a:ext uri="{FF2B5EF4-FFF2-40B4-BE49-F238E27FC236}">
                <a16:creationId xmlns:a16="http://schemas.microsoft.com/office/drawing/2014/main" id="{D9401ABE-D9C5-2A8A-FD5E-B3AC5E394BF6}"/>
              </a:ext>
            </a:extLst>
          </p:cNvPr>
          <p:cNvSpPr txBox="1">
            <a:spLocks/>
          </p:cNvSpPr>
          <p:nvPr/>
        </p:nvSpPr>
        <p:spPr>
          <a:xfrm>
            <a:off x="2943998" y="312380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Use</a:t>
            </a:r>
          </a:p>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AED/CPR</a:t>
            </a:r>
          </a:p>
        </p:txBody>
      </p:sp>
      <p:pic>
        <p:nvPicPr>
          <p:cNvPr id="26" name="Graphic 25" descr="A red circle with a heart icon and a pulse line running horizontally through the heart.">
            <a:extLst>
              <a:ext uri="{FF2B5EF4-FFF2-40B4-BE49-F238E27FC236}">
                <a16:creationId xmlns:a16="http://schemas.microsoft.com/office/drawing/2014/main" id="{9E9872AA-513C-5B29-5411-83417DE890C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134794" y="1705426"/>
            <a:ext cx="1435607" cy="1435607"/>
          </a:xfrm>
          <a:prstGeom prst="rect">
            <a:avLst/>
          </a:prstGeom>
        </p:spPr>
      </p:pic>
      <p:sp>
        <p:nvSpPr>
          <p:cNvPr id="27" name="Google Shape;54;p8">
            <a:extLst>
              <a:ext uri="{FF2B5EF4-FFF2-40B4-BE49-F238E27FC236}">
                <a16:creationId xmlns:a16="http://schemas.microsoft.com/office/drawing/2014/main" id="{BD59C9C2-512D-9C6C-A0B2-234982AC50F9}"/>
              </a:ext>
            </a:extLst>
          </p:cNvPr>
          <p:cNvSpPr txBox="1">
            <a:spLocks/>
          </p:cNvSpPr>
          <p:nvPr/>
        </p:nvSpPr>
        <p:spPr>
          <a:xfrm>
            <a:off x="5296360" y="312380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Meet Emergency </a:t>
            </a:r>
          </a:p>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Personnel</a:t>
            </a:r>
          </a:p>
        </p:txBody>
      </p:sp>
      <p:pic>
        <p:nvPicPr>
          <p:cNvPr id="16" name="Graphic 15" descr="A blue circle with ambulance vehicle icon.">
            <a:extLst>
              <a:ext uri="{FF2B5EF4-FFF2-40B4-BE49-F238E27FC236}">
                <a16:creationId xmlns:a16="http://schemas.microsoft.com/office/drawing/2014/main" id="{0F8E5C88-6F2F-309D-92EF-9D7E54A907CF}"/>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470138" y="1705426"/>
            <a:ext cx="1435607" cy="1435607"/>
          </a:xfrm>
          <a:prstGeom prst="rect">
            <a:avLst/>
          </a:prstGeom>
        </p:spPr>
      </p:pic>
      <p:sp>
        <p:nvSpPr>
          <p:cNvPr id="4" name="Google Shape;54;p8">
            <a:extLst>
              <a:ext uri="{FF2B5EF4-FFF2-40B4-BE49-F238E27FC236}">
                <a16:creationId xmlns:a16="http://schemas.microsoft.com/office/drawing/2014/main" id="{CCF1EF85-EC52-714B-E27C-48476D37AEF3}"/>
              </a:ext>
            </a:extLst>
          </p:cNvPr>
          <p:cNvSpPr txBox="1">
            <a:spLocks/>
          </p:cNvSpPr>
          <p:nvPr/>
        </p:nvSpPr>
        <p:spPr>
          <a:xfrm>
            <a:off x="7648721" y="312380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Evacuate</a:t>
            </a:r>
          </a:p>
          <a:p>
            <a:pPr marL="0" indent="0" algn="ctr">
              <a:lnSpc>
                <a:spcPct val="85000"/>
              </a:lnSpc>
              <a:spcBef>
                <a:spcPts val="0"/>
              </a:spcBef>
              <a:buClr>
                <a:schemeClr val="dk1"/>
              </a:buClr>
              <a:buSzPts val="1100"/>
              <a:buNone/>
            </a:pPr>
            <a:r>
              <a:rPr lang="en-US" sz="1600">
                <a:solidFill>
                  <a:srgbClr val="626366"/>
                </a:solidFill>
                <a:latin typeface="Franklin Gothic Book" panose="020B0503020102020204" pitchFamily="34" charset="0"/>
              </a:rPr>
              <a:t>Lead out/Last out</a:t>
            </a:r>
          </a:p>
        </p:txBody>
      </p:sp>
      <p:pic>
        <p:nvPicPr>
          <p:cNvPr id="12" name="Graphic 11" descr="An orange circle with a person icon running through a doorway icon.">
            <a:extLst>
              <a:ext uri="{FF2B5EF4-FFF2-40B4-BE49-F238E27FC236}">
                <a16:creationId xmlns:a16="http://schemas.microsoft.com/office/drawing/2014/main" id="{E6DA95B6-F373-7A3E-E936-BF591C801AFC}"/>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868463" y="1705426"/>
            <a:ext cx="1435607" cy="1435607"/>
          </a:xfrm>
          <a:prstGeom prst="rect">
            <a:avLst/>
          </a:prstGeom>
        </p:spPr>
      </p:pic>
      <p:sp>
        <p:nvSpPr>
          <p:cNvPr id="8" name="Content Placeholder 2">
            <a:extLst>
              <a:ext uri="{FF2B5EF4-FFF2-40B4-BE49-F238E27FC236}">
                <a16:creationId xmlns:a16="http://schemas.microsoft.com/office/drawing/2014/main" id="{8D2618F6-0177-6016-1FA7-EFEF7E4C59B8}"/>
              </a:ext>
            </a:extLst>
          </p:cNvPr>
          <p:cNvSpPr txBox="1">
            <a:spLocks/>
          </p:cNvSpPr>
          <p:nvPr userDrawn="1"/>
        </p:nvSpPr>
        <p:spPr>
          <a:xfrm>
            <a:off x="731520" y="3951511"/>
            <a:ext cx="8015514" cy="462416"/>
          </a:xfrm>
          <a:prstGeom prst="rect">
            <a:avLst/>
          </a:prstGeom>
        </p:spPr>
        <p:txBody>
          <a:bodyPr vert="horz" lIns="0" tIns="45720" rIns="91440" bIns="45720" rtlCol="0">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8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a:solidFill>
                  <a:schemeClr val="tx2"/>
                </a:solidFill>
                <a:latin typeface="Franklin Gothic Medium" panose="020B0603020102020204" pitchFamily="34" charset="0"/>
              </a:rPr>
              <a:t>Evaluate your own response in these situations:</a:t>
            </a:r>
          </a:p>
        </p:txBody>
      </p:sp>
      <p:sp>
        <p:nvSpPr>
          <p:cNvPr id="17" name="Google Shape;54;p8">
            <a:extLst>
              <a:ext uri="{FF2B5EF4-FFF2-40B4-BE49-F238E27FC236}">
                <a16:creationId xmlns:a16="http://schemas.microsoft.com/office/drawing/2014/main" id="{BAFEF603-12BB-7ACD-5EB1-3CAC7FA4BA8D}"/>
              </a:ext>
            </a:extLst>
          </p:cNvPr>
          <p:cNvSpPr txBox="1">
            <a:spLocks/>
          </p:cNvSpPr>
          <p:nvPr/>
        </p:nvSpPr>
        <p:spPr>
          <a:xfrm>
            <a:off x="591963" y="5808023"/>
            <a:ext cx="1829126" cy="568738"/>
          </a:xfrm>
          <a:prstGeom prst="rect">
            <a:avLst/>
          </a:prstGeom>
          <a:noFill/>
          <a:ln>
            <a:noFill/>
          </a:ln>
        </p:spPr>
        <p:txBody>
          <a:bodyPr spcFirstLastPara="1" wrap="square" lIns="0" tIns="45700" rIns="0" bIns="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Active Shooter</a:t>
            </a:r>
          </a:p>
          <a:p>
            <a:pPr marL="0" indent="0" algn="ctr">
              <a:lnSpc>
                <a:spcPct val="85000"/>
              </a:lnSpc>
              <a:spcBef>
                <a:spcPts val="0"/>
              </a:spcBef>
              <a:buClr>
                <a:schemeClr val="dk1"/>
              </a:buClr>
              <a:buSzPts val="1100"/>
              <a:buNone/>
            </a:pPr>
            <a:r>
              <a:rPr lang="en-US" sz="1600">
                <a:solidFill>
                  <a:srgbClr val="626366"/>
                </a:solidFill>
                <a:latin typeface="Franklin Gothic Book" panose="020B0503020102020204" pitchFamily="34" charset="0"/>
              </a:rPr>
              <a:t>Run, Hide, Fight</a:t>
            </a:r>
          </a:p>
          <a:p>
            <a:pPr marL="0" indent="0" algn="ctr">
              <a:lnSpc>
                <a:spcPct val="85000"/>
              </a:lnSpc>
              <a:spcBef>
                <a:spcPts val="0"/>
              </a:spcBef>
              <a:buClr>
                <a:schemeClr val="dk1"/>
              </a:buClr>
              <a:buSzPts val="1100"/>
              <a:buNone/>
            </a:pPr>
            <a:r>
              <a:rPr lang="en-US" sz="1400">
                <a:solidFill>
                  <a:srgbClr val="626366"/>
                </a:solidFill>
                <a:latin typeface="Franklin Gothic Book" panose="020B0503020102020204" pitchFamily="34" charset="0"/>
              </a:rPr>
              <a:t>(Lock and Barricade)</a:t>
            </a:r>
          </a:p>
        </p:txBody>
      </p:sp>
      <p:pic>
        <p:nvPicPr>
          <p:cNvPr id="3" name="Graphic 2" descr="A gray circle with a gun icon.">
            <a:extLst>
              <a:ext uri="{FF2B5EF4-FFF2-40B4-BE49-F238E27FC236}">
                <a16:creationId xmlns:a16="http://schemas.microsoft.com/office/drawing/2014/main" id="{C8C0AEEA-F7AF-0693-8107-D8DB98FEE28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81034" y="4370388"/>
            <a:ext cx="1435607" cy="1435607"/>
          </a:xfrm>
          <a:prstGeom prst="rect">
            <a:avLst/>
          </a:prstGeom>
        </p:spPr>
      </p:pic>
      <p:sp>
        <p:nvSpPr>
          <p:cNvPr id="30" name="Google Shape;54;p8">
            <a:extLst>
              <a:ext uri="{FF2B5EF4-FFF2-40B4-BE49-F238E27FC236}">
                <a16:creationId xmlns:a16="http://schemas.microsoft.com/office/drawing/2014/main" id="{67C16375-57B5-BE01-A2BD-219B02DD92CD}"/>
              </a:ext>
            </a:extLst>
          </p:cNvPr>
          <p:cNvSpPr txBox="1">
            <a:spLocks/>
          </p:cNvSpPr>
          <p:nvPr/>
        </p:nvSpPr>
        <p:spPr>
          <a:xfrm>
            <a:off x="2943997" y="580802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Shelter </a:t>
            </a:r>
            <a:br>
              <a:rPr lang="en-US" sz="1800" b="1">
                <a:solidFill>
                  <a:srgbClr val="626366"/>
                </a:solidFill>
                <a:latin typeface="Franklin Gothic Book" panose="020B0503020102020204" pitchFamily="34" charset="0"/>
              </a:rPr>
            </a:br>
            <a:r>
              <a:rPr lang="en-US" sz="1800" b="1">
                <a:solidFill>
                  <a:srgbClr val="626366"/>
                </a:solidFill>
                <a:latin typeface="Franklin Gothic Book" panose="020B0503020102020204" pitchFamily="34" charset="0"/>
              </a:rPr>
              <a:t>in Place</a:t>
            </a:r>
          </a:p>
        </p:txBody>
      </p:sp>
      <p:pic>
        <p:nvPicPr>
          <p:cNvPr id="20" name="Graphic 19" descr="A gold circle with a house icon. Inside the house is an arrow pointing down.">
            <a:extLst>
              <a:ext uri="{FF2B5EF4-FFF2-40B4-BE49-F238E27FC236}">
                <a16:creationId xmlns:a16="http://schemas.microsoft.com/office/drawing/2014/main" id="{6FB49439-C439-A712-1714-A8CEA733F4DC}"/>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134794" y="4370388"/>
            <a:ext cx="1435607" cy="1435607"/>
          </a:xfrm>
          <a:prstGeom prst="rect">
            <a:avLst/>
          </a:prstGeom>
        </p:spPr>
      </p:pic>
      <p:sp>
        <p:nvSpPr>
          <p:cNvPr id="13" name="Slide Number Placeholder 16">
            <a:extLst>
              <a:ext uri="{FF2B5EF4-FFF2-40B4-BE49-F238E27FC236}">
                <a16:creationId xmlns:a16="http://schemas.microsoft.com/office/drawing/2014/main" id="{7AA9B0B5-829E-5DE9-166F-9831CC1E470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6EAD0F5-B8B5-764F-AF4A-F31E04775257}"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4" name="Picture 13" descr="Central Piedmont Community College logo icon">
            <a:extLst>
              <a:ext uri="{FF2B5EF4-FFF2-40B4-BE49-F238E27FC236}">
                <a16:creationId xmlns:a16="http://schemas.microsoft.com/office/drawing/2014/main" id="{6127A0E4-ADEB-8102-509E-6188EABBB94C}"/>
              </a:ext>
            </a:extLst>
          </p:cNvPr>
          <p:cNvPicPr>
            <a:picLocks noChangeAspect="1"/>
          </p:cNvPicPr>
          <p:nvPr userDrawn="1"/>
        </p:nvPicPr>
        <p:blipFill>
          <a:blip r:embed="rId14"/>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1436450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Divider - white">
    <p:bg>
      <p:bgPr>
        <a:solidFill>
          <a:schemeClr val="bg1"/>
        </a:solidFill>
        <a:effectLst/>
      </p:bgPr>
    </p:bg>
    <p:spTree>
      <p:nvGrpSpPr>
        <p:cNvPr id="1" name=""/>
        <p:cNvGrpSpPr/>
        <p:nvPr/>
      </p:nvGrpSpPr>
      <p:grpSpPr>
        <a:xfrm>
          <a:off x="0" y="0"/>
          <a:ext cx="0" cy="0"/>
          <a:chOff x="0" y="0"/>
          <a:chExt cx="0" cy="0"/>
        </a:xfrm>
      </p:grpSpPr>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accent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1554480" y="1645920"/>
            <a:ext cx="9144000" cy="2743200"/>
          </a:xfrm>
        </p:spPr>
        <p:txBody>
          <a:bodyPr bIns="0" anchor="b">
            <a:noAutofit/>
          </a:bodyPr>
          <a:lstStyle>
            <a:lvl1pPr algn="ctr">
              <a:lnSpc>
                <a:spcPct val="85000"/>
              </a:lnSpc>
              <a:defRPr sz="5400">
                <a:solidFill>
                  <a:schemeClr val="tx2"/>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1554480" y="4480560"/>
            <a:ext cx="9144000" cy="914400"/>
          </a:xfrm>
        </p:spPr>
        <p:txBody>
          <a:bodyPr tIns="0" bIns="0" anchor="t">
            <a:noAutofit/>
          </a:bodyPr>
          <a:lstStyle>
            <a:lvl1pPr marL="0" indent="0" algn="ctr">
              <a:lnSpc>
                <a:spcPct val="100000"/>
              </a:lnSpc>
              <a:buNone/>
              <a:defRPr sz="2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5797170" y="6092046"/>
            <a:ext cx="597660" cy="601023"/>
          </a:xfrm>
          <a:prstGeom prst="rect">
            <a:avLst/>
          </a:prstGeom>
        </p:spPr>
      </p:pic>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15FB6D-0342-BD42-AF1F-FD8986E07C47}" type="slidenum">
              <a:rPr lang="en-CN" sz="1200" b="0" i="0" smtClean="0">
                <a:solidFill>
                  <a:schemeClr val="tx2"/>
                </a:solidFill>
                <a:latin typeface="Franklin Gothic Medium" panose="020B0603020102020204" pitchFamily="34" charset="0"/>
              </a:rPr>
              <a:t>‹#›</a:t>
            </a:fld>
            <a:endParaRPr lang="en-CN" sz="1200" b="0" i="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17674687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ction Divider - gray">
    <p:bg>
      <p:bgPr>
        <a:solidFill>
          <a:schemeClr val="tx2"/>
        </a:solidFill>
        <a:effectLst/>
      </p:bgPr>
    </p:bg>
    <p:spTree>
      <p:nvGrpSpPr>
        <p:cNvPr id="1" name=""/>
        <p:cNvGrpSpPr/>
        <p:nvPr/>
      </p:nvGrpSpPr>
      <p:grpSpPr>
        <a:xfrm>
          <a:off x="0" y="0"/>
          <a:ext cx="0" cy="0"/>
          <a:chOff x="0" y="0"/>
          <a:chExt cx="0" cy="0"/>
        </a:xfrm>
      </p:grpSpPr>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tx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1554480" y="1645920"/>
            <a:ext cx="9144000" cy="2743200"/>
          </a:xfrm>
        </p:spPr>
        <p:txBody>
          <a:bodyPr bIns="0" anchor="b">
            <a:noAutofit/>
          </a:bodyPr>
          <a:lstStyle>
            <a:lvl1pPr algn="ctr">
              <a:lnSpc>
                <a:spcPct val="85000"/>
              </a:lnSpc>
              <a:defRPr sz="5400">
                <a:solidFill>
                  <a:schemeClr val="bg1"/>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1554480" y="4480560"/>
            <a:ext cx="9144000" cy="914400"/>
          </a:xfrm>
        </p:spPr>
        <p:txBody>
          <a:bodyPr tIns="0" anchor="t">
            <a:noAutofit/>
          </a:bodyPr>
          <a:lstStyle>
            <a:lvl1pPr marL="0" indent="0" algn="ctr">
              <a:lnSpc>
                <a:spcPct val="100000"/>
              </a:lnSpc>
              <a:buNone/>
              <a:defRPr sz="2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9" name="Picture 8" descr="Central Piedmont Community College logo icon">
            <a:extLst>
              <a:ext uri="{FF2B5EF4-FFF2-40B4-BE49-F238E27FC236}">
                <a16:creationId xmlns:a16="http://schemas.microsoft.com/office/drawing/2014/main" id="{F47589F1-EE5C-8C59-08CF-831A91BFD238}"/>
              </a:ext>
            </a:extLst>
          </p:cNvPr>
          <p:cNvPicPr>
            <a:picLocks noChangeAspect="1"/>
          </p:cNvPicPr>
          <p:nvPr userDrawn="1"/>
        </p:nvPicPr>
        <p:blipFill>
          <a:blip r:embed="rId2"/>
          <a:stretch>
            <a:fillRect/>
          </a:stretch>
        </p:blipFill>
        <p:spPr>
          <a:xfrm>
            <a:off x="5797170" y="6092046"/>
            <a:ext cx="597660" cy="601023"/>
          </a:xfrm>
          <a:prstGeom prst="rect">
            <a:avLst/>
          </a:prstGeom>
        </p:spPr>
      </p:pic>
      <p:sp>
        <p:nvSpPr>
          <p:cNvPr id="2" name="Slide Number Placeholder 5">
            <a:extLst>
              <a:ext uri="{FF2B5EF4-FFF2-40B4-BE49-F238E27FC236}">
                <a16:creationId xmlns:a16="http://schemas.microsoft.com/office/drawing/2014/main" id="{43501BDF-43DB-6313-E971-3228BD6D40A0}"/>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5E889E7-0D4F-4845-B67B-B2862D8085A9}"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1349705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ection Divider - gold">
    <p:bg>
      <p:bgPr>
        <a:solidFill>
          <a:schemeClr val="accent1"/>
        </a:solidFill>
        <a:effectLst/>
      </p:bgPr>
    </p:bg>
    <p:spTree>
      <p:nvGrpSpPr>
        <p:cNvPr id="1" name=""/>
        <p:cNvGrpSpPr/>
        <p:nvPr/>
      </p:nvGrpSpPr>
      <p:grpSpPr>
        <a:xfrm>
          <a:off x="0" y="0"/>
          <a:ext cx="0" cy="0"/>
          <a:chOff x="0" y="0"/>
          <a:chExt cx="0" cy="0"/>
        </a:xfrm>
      </p:grpSpPr>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tx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1554480" y="1645920"/>
            <a:ext cx="9144000" cy="2743200"/>
          </a:xfrm>
        </p:spPr>
        <p:txBody>
          <a:bodyPr bIns="0" anchor="b">
            <a:noAutofit/>
          </a:bodyPr>
          <a:lstStyle>
            <a:lvl1pPr algn="ctr">
              <a:lnSpc>
                <a:spcPct val="85000"/>
              </a:lnSpc>
              <a:defRPr sz="5400">
                <a:solidFill>
                  <a:schemeClr val="tx1"/>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1554480" y="4480559"/>
            <a:ext cx="9144000" cy="914400"/>
          </a:xfrm>
        </p:spPr>
        <p:txBody>
          <a:bodyPr tIns="0" anchor="t">
            <a:noAutofit/>
          </a:bodyPr>
          <a:lstStyle>
            <a:lvl1pPr marL="0" indent="0" algn="ctr">
              <a:lnSpc>
                <a:spcPct val="100000"/>
              </a:lnSpc>
              <a:buNone/>
              <a:defRPr sz="2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7" name="Picture 6" descr="Central Piedmont Community College logo icon">
            <a:extLst>
              <a:ext uri="{FF2B5EF4-FFF2-40B4-BE49-F238E27FC236}">
                <a16:creationId xmlns:a16="http://schemas.microsoft.com/office/drawing/2014/main" id="{41C976CE-4700-14B6-5AA2-3EAFA20D3C5E}"/>
              </a:ext>
            </a:extLst>
          </p:cNvPr>
          <p:cNvPicPr>
            <a:picLocks noChangeAspect="1"/>
          </p:cNvPicPr>
          <p:nvPr userDrawn="1"/>
        </p:nvPicPr>
        <p:blipFill>
          <a:blip r:embed="rId2">
            <a:alphaModFix/>
          </a:blip>
          <a:srcRect t="103" r="-192" b="2600"/>
          <a:stretch/>
        </p:blipFill>
        <p:spPr>
          <a:xfrm>
            <a:off x="5792559" y="6100411"/>
            <a:ext cx="606881" cy="592211"/>
          </a:xfrm>
          <a:prstGeom prst="rect">
            <a:avLst/>
          </a:prstGeom>
        </p:spPr>
      </p:pic>
      <p:sp>
        <p:nvSpPr>
          <p:cNvPr id="2" name="Slide Number Placeholder 5">
            <a:extLst>
              <a:ext uri="{FF2B5EF4-FFF2-40B4-BE49-F238E27FC236}">
                <a16:creationId xmlns:a16="http://schemas.microsoft.com/office/drawing/2014/main" id="{AEF8416E-2265-3373-E9A8-04FD05C6ECBF}"/>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21ED40D-AC96-3C47-A1FE-C2C8DCC1B894}"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544774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ection Divider - blue">
    <p:bg>
      <p:bgPr>
        <a:solidFill>
          <a:schemeClr val="accent2"/>
        </a:solidFill>
        <a:effectLst/>
      </p:bgPr>
    </p:bg>
    <p:spTree>
      <p:nvGrpSpPr>
        <p:cNvPr id="1" name=""/>
        <p:cNvGrpSpPr/>
        <p:nvPr/>
      </p:nvGrpSpPr>
      <p:grpSpPr>
        <a:xfrm>
          <a:off x="0" y="0"/>
          <a:ext cx="0" cy="0"/>
          <a:chOff x="0" y="0"/>
          <a:chExt cx="0" cy="0"/>
        </a:xfrm>
      </p:grpSpPr>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tx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accent2"/>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1554480" y="1645920"/>
            <a:ext cx="9144000" cy="2743200"/>
          </a:xfrm>
        </p:spPr>
        <p:txBody>
          <a:bodyPr bIns="0" anchor="b">
            <a:noAutofit/>
          </a:bodyPr>
          <a:lstStyle>
            <a:lvl1pPr algn="ctr">
              <a:lnSpc>
                <a:spcPct val="85000"/>
              </a:lnSpc>
              <a:defRPr sz="5400">
                <a:solidFill>
                  <a:schemeClr val="bg1"/>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1554480" y="4480559"/>
            <a:ext cx="9144000" cy="914400"/>
          </a:xfrm>
        </p:spPr>
        <p:txBody>
          <a:bodyPr tIns="0" anchor="t">
            <a:noAutofit/>
          </a:bodyPr>
          <a:lstStyle>
            <a:lvl1pPr marL="0" indent="0" algn="ctr">
              <a:lnSpc>
                <a:spcPct val="100000"/>
              </a:lnSpc>
              <a:buNone/>
              <a:defRPr sz="2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7" name="Picture 6" descr="Central Piedmont Community College logo icon">
            <a:extLst>
              <a:ext uri="{FF2B5EF4-FFF2-40B4-BE49-F238E27FC236}">
                <a16:creationId xmlns:a16="http://schemas.microsoft.com/office/drawing/2014/main" id="{41C976CE-4700-14B6-5AA2-3EAFA20D3C5E}"/>
              </a:ext>
            </a:extLst>
          </p:cNvPr>
          <p:cNvPicPr>
            <a:picLocks noChangeAspect="1"/>
          </p:cNvPicPr>
          <p:nvPr userDrawn="1"/>
        </p:nvPicPr>
        <p:blipFill>
          <a:blip r:embed="rId2">
            <a:alphaModFix/>
          </a:blip>
          <a:srcRect t="103" r="-192" b="2600"/>
          <a:stretch/>
        </p:blipFill>
        <p:spPr>
          <a:xfrm>
            <a:off x="5792559" y="6100411"/>
            <a:ext cx="606881" cy="592211"/>
          </a:xfrm>
          <a:prstGeom prst="rect">
            <a:avLst/>
          </a:prstGeom>
        </p:spPr>
      </p:pic>
      <p:sp>
        <p:nvSpPr>
          <p:cNvPr id="2" name="Slide Number Placeholder 5">
            <a:extLst>
              <a:ext uri="{FF2B5EF4-FFF2-40B4-BE49-F238E27FC236}">
                <a16:creationId xmlns:a16="http://schemas.microsoft.com/office/drawing/2014/main" id="{E8597658-9E8E-CF86-E058-144E7FBA72D4}"/>
              </a:ext>
            </a:extLst>
          </p:cNvPr>
          <p:cNvSpPr txBox="1">
            <a:spLocks/>
          </p:cNvSpPr>
          <p:nvPr userDrawn="1"/>
        </p:nvSpPr>
        <p:spPr>
          <a:xfrm>
            <a:off x="11064240" y="6400800"/>
            <a:ext cx="914400" cy="274320"/>
          </a:xfrm>
          <a:prstGeom prst="rect">
            <a:avLst/>
          </a:prstGeom>
        </p:spPr>
        <p:txBody>
          <a:bodyPr vert="horz" lIns="91440" tIns="0" rIns="91440" bIns="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20BE7B7-F2F4-1C4E-A858-E3A25456F748}"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119150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Divider - white with photo B">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019EFE9B-4052-6410-77D1-ED1ECF3C1EB3}"/>
              </a:ext>
            </a:extLst>
          </p:cNvPr>
          <p:cNvSpPr>
            <a:spLocks noGrp="1"/>
          </p:cNvSpPr>
          <p:nvPr>
            <p:ph type="pic" sz="quarter" idx="10" hasCustomPrompt="1"/>
          </p:nvPr>
        </p:nvSpPr>
        <p:spPr>
          <a:xfrm>
            <a:off x="0" y="0"/>
            <a:ext cx="12192000" cy="484632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accent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731520" y="5029200"/>
            <a:ext cx="10698480" cy="914400"/>
          </a:xfrm>
        </p:spPr>
        <p:txBody>
          <a:bodyPr bIns="0" anchor="t" anchorCtr="0">
            <a:noAutofit/>
          </a:bodyPr>
          <a:lstStyle>
            <a:lvl1pPr algn="ctr">
              <a:lnSpc>
                <a:spcPct val="85000"/>
              </a:lnSpc>
              <a:defRPr sz="4000">
                <a:solidFill>
                  <a:schemeClr val="tx2"/>
                </a:solidFill>
              </a:defRPr>
            </a:lvl1pPr>
          </a:lstStyle>
          <a:p>
            <a:r>
              <a:rPr lang="en-US"/>
              <a:t>Click to edit title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5797170" y="6092046"/>
            <a:ext cx="597660" cy="601023"/>
          </a:xfrm>
          <a:prstGeom prst="rect">
            <a:avLst/>
          </a:prstGeom>
        </p:spPr>
      </p:pic>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9E14CAD-A902-0045-A6B4-44EC59F9303B}" type="slidenum">
              <a:rPr lang="en-CN" sz="1200" b="0" i="0" smtClean="0">
                <a:solidFill>
                  <a:schemeClr val="tx2"/>
                </a:solidFill>
                <a:latin typeface="Franklin Gothic Medium" panose="020B0603020102020204" pitchFamily="34" charset="0"/>
              </a:rPr>
              <a:t>‹#›</a:t>
            </a:fld>
            <a:endParaRPr lang="en-CN" sz="1200" b="0" i="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1081963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Divider - gray with photo B">
    <p:bg>
      <p:bgPr>
        <a:solidFill>
          <a:schemeClr val="tx2"/>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019EFE9B-4052-6410-77D1-ED1ECF3C1EB3}"/>
              </a:ext>
            </a:extLst>
          </p:cNvPr>
          <p:cNvSpPr>
            <a:spLocks noGrp="1"/>
          </p:cNvSpPr>
          <p:nvPr>
            <p:ph type="pic" sz="quarter" idx="10" hasCustomPrompt="1"/>
          </p:nvPr>
        </p:nvSpPr>
        <p:spPr>
          <a:xfrm>
            <a:off x="0" y="0"/>
            <a:ext cx="12192000" cy="484632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accent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bg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731520" y="5029200"/>
            <a:ext cx="10698480" cy="914400"/>
          </a:xfrm>
        </p:spPr>
        <p:txBody>
          <a:bodyPr bIns="0" anchor="t" anchorCtr="0">
            <a:noAutofit/>
          </a:bodyPr>
          <a:lstStyle>
            <a:lvl1pPr algn="ctr">
              <a:lnSpc>
                <a:spcPct val="85000"/>
              </a:lnSpc>
              <a:defRPr sz="4000">
                <a:solidFill>
                  <a:schemeClr val="bg1"/>
                </a:solidFill>
              </a:defRPr>
            </a:lvl1pPr>
          </a:lstStyle>
          <a:p>
            <a:r>
              <a:rPr lang="en-US"/>
              <a:t>Click to edit title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5797170" y="6092046"/>
            <a:ext cx="597660" cy="601023"/>
          </a:xfrm>
          <a:prstGeom prst="rect">
            <a:avLst/>
          </a:prstGeom>
        </p:spPr>
      </p:pic>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2434784-0125-A04C-8D1A-BF048F0F5E72}"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3488194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Divider - gold with photo B">
    <p:bg>
      <p:bgPr>
        <a:solidFill>
          <a:schemeClr val="accent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019EFE9B-4052-6410-77D1-ED1ECF3C1EB3}"/>
              </a:ext>
            </a:extLst>
          </p:cNvPr>
          <p:cNvSpPr>
            <a:spLocks noGrp="1"/>
          </p:cNvSpPr>
          <p:nvPr>
            <p:ph type="pic" sz="quarter" idx="10" hasCustomPrompt="1"/>
          </p:nvPr>
        </p:nvSpPr>
        <p:spPr>
          <a:xfrm>
            <a:off x="0" y="0"/>
            <a:ext cx="12192000" cy="484632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accent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731520" y="5029200"/>
            <a:ext cx="10698480" cy="914400"/>
          </a:xfrm>
        </p:spPr>
        <p:txBody>
          <a:bodyPr bIns="0" anchor="t" anchorCtr="0">
            <a:noAutofit/>
          </a:bodyPr>
          <a:lstStyle>
            <a:lvl1pPr algn="ctr">
              <a:lnSpc>
                <a:spcPct val="85000"/>
              </a:lnSpc>
              <a:defRPr sz="4000">
                <a:solidFill>
                  <a:schemeClr val="tx1"/>
                </a:solidFill>
              </a:defRPr>
            </a:lvl1pPr>
          </a:lstStyle>
          <a:p>
            <a:r>
              <a:rPr lang="en-US"/>
              <a:t>Click to edit title</a:t>
            </a:r>
          </a:p>
        </p:txBody>
      </p:sp>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AE8AC4-3061-3E42-B520-CFA0D4F625F1}"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pic>
        <p:nvPicPr>
          <p:cNvPr id="8" name="Picture 7" descr="Central Piedmont Community College logo icon">
            <a:extLst>
              <a:ext uri="{FF2B5EF4-FFF2-40B4-BE49-F238E27FC236}">
                <a16:creationId xmlns:a16="http://schemas.microsoft.com/office/drawing/2014/main" id="{6302B8F3-A5C7-8FE3-1BA4-57CFF1854691}"/>
              </a:ext>
            </a:extLst>
          </p:cNvPr>
          <p:cNvPicPr>
            <a:picLocks noChangeAspect="1"/>
          </p:cNvPicPr>
          <p:nvPr userDrawn="1"/>
        </p:nvPicPr>
        <p:blipFill>
          <a:blip r:embed="rId2">
            <a:alphaModFix/>
          </a:blip>
          <a:srcRect t="103" r="-192" b="2600"/>
          <a:stretch/>
        </p:blipFill>
        <p:spPr>
          <a:xfrm>
            <a:off x="5792559" y="6100411"/>
            <a:ext cx="606881" cy="592211"/>
          </a:xfrm>
          <a:prstGeom prst="rect">
            <a:avLst/>
          </a:prstGeom>
        </p:spPr>
      </p:pic>
    </p:spTree>
    <p:extLst>
      <p:ext uri="{BB962C8B-B14F-4D97-AF65-F5344CB8AC3E}">
        <p14:creationId xmlns:p14="http://schemas.microsoft.com/office/powerpoint/2010/main" val="30713365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Divider - blue with photo B">
    <p:bg>
      <p:bgPr>
        <a:solidFill>
          <a:schemeClr val="accent2"/>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019EFE9B-4052-6410-77D1-ED1ECF3C1EB3}"/>
              </a:ext>
            </a:extLst>
          </p:cNvPr>
          <p:cNvSpPr>
            <a:spLocks noGrp="1"/>
          </p:cNvSpPr>
          <p:nvPr>
            <p:ph type="pic" sz="quarter" idx="10" hasCustomPrompt="1"/>
          </p:nvPr>
        </p:nvSpPr>
        <p:spPr>
          <a:xfrm>
            <a:off x="0" y="0"/>
            <a:ext cx="12192000" cy="484632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accent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bg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731520" y="5029200"/>
            <a:ext cx="10698480" cy="914400"/>
          </a:xfrm>
        </p:spPr>
        <p:txBody>
          <a:bodyPr bIns="0" anchor="t" anchorCtr="0">
            <a:noAutofit/>
          </a:bodyPr>
          <a:lstStyle>
            <a:lvl1pPr algn="ctr">
              <a:lnSpc>
                <a:spcPct val="85000"/>
              </a:lnSpc>
              <a:defRPr sz="4000">
                <a:solidFill>
                  <a:schemeClr val="bg1"/>
                </a:solidFill>
              </a:defRPr>
            </a:lvl1pPr>
          </a:lstStyle>
          <a:p>
            <a:r>
              <a:rPr lang="en-US"/>
              <a:t>Click to edit title</a:t>
            </a:r>
          </a:p>
        </p:txBody>
      </p:sp>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2CA62F-1EBE-574A-B248-410F314EFFD0}"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pic>
        <p:nvPicPr>
          <p:cNvPr id="8" name="Picture 7" descr="Central Piedmont Community College logo icon">
            <a:extLst>
              <a:ext uri="{FF2B5EF4-FFF2-40B4-BE49-F238E27FC236}">
                <a16:creationId xmlns:a16="http://schemas.microsoft.com/office/drawing/2014/main" id="{6302B8F3-A5C7-8FE3-1BA4-57CFF1854691}"/>
              </a:ext>
            </a:extLst>
          </p:cNvPr>
          <p:cNvPicPr>
            <a:picLocks noChangeAspect="1"/>
          </p:cNvPicPr>
          <p:nvPr userDrawn="1"/>
        </p:nvPicPr>
        <p:blipFill>
          <a:blip r:embed="rId2">
            <a:alphaModFix/>
          </a:blip>
          <a:srcRect t="103" r="-192" b="2600"/>
          <a:stretch/>
        </p:blipFill>
        <p:spPr>
          <a:xfrm>
            <a:off x="5792559" y="6100411"/>
            <a:ext cx="606881" cy="592211"/>
          </a:xfrm>
          <a:prstGeom prst="rect">
            <a:avLst/>
          </a:prstGeom>
        </p:spPr>
      </p:pic>
    </p:spTree>
    <p:extLst>
      <p:ext uri="{BB962C8B-B14F-4D97-AF65-F5344CB8AC3E}">
        <p14:creationId xmlns:p14="http://schemas.microsoft.com/office/powerpoint/2010/main" val="20232205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Divider - white with photo C">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tx2"/>
          </a:solidFill>
        </p:spPr>
        <p:txBody>
          <a:bodyPr wrap="square" anchor="ctr">
            <a:noAutofit/>
          </a:bodyPr>
          <a:lstStyle>
            <a:lvl1pPr marL="0" indent="0">
              <a:buFontTx/>
              <a:buNone/>
              <a:defRPr sz="1800">
                <a:solidFill>
                  <a:schemeClr val="bg1"/>
                </a:solidFill>
              </a:defRPr>
            </a:lvl1pPr>
          </a:lstStyle>
          <a:p>
            <a:r>
              <a:rPr lang="en-US"/>
              <a:t>Click to add picture</a:t>
            </a:r>
          </a:p>
        </p:txBody>
      </p:sp>
      <p:sp>
        <p:nvSpPr>
          <p:cNvPr id="4" name="Title 1">
            <a:extLst>
              <a:ext uri="{FF2B5EF4-FFF2-40B4-BE49-F238E27FC236}">
                <a16:creationId xmlns:a16="http://schemas.microsoft.com/office/drawing/2014/main" id="{1AA1AE93-2571-45FB-CC37-543578D4CEE2}"/>
              </a:ext>
            </a:extLst>
          </p:cNvPr>
          <p:cNvSpPr>
            <a:spLocks noGrp="1"/>
          </p:cNvSpPr>
          <p:nvPr>
            <p:ph type="ctrTitle" hasCustomPrompt="1"/>
          </p:nvPr>
        </p:nvSpPr>
        <p:spPr>
          <a:xfrm>
            <a:off x="5486400" y="1645920"/>
            <a:ext cx="5943600" cy="2743200"/>
          </a:xfrm>
        </p:spPr>
        <p:txBody>
          <a:bodyPr bIns="0" anchor="b">
            <a:noAutofit/>
          </a:bodyPr>
          <a:lstStyle>
            <a:lvl1pPr algn="r">
              <a:lnSpc>
                <a:spcPct val="85000"/>
              </a:lnSpc>
              <a:defRPr sz="5400">
                <a:solidFill>
                  <a:schemeClr val="tx2"/>
                </a:solidFill>
              </a:defRPr>
            </a:lvl1pPr>
          </a:lstStyle>
          <a:p>
            <a:r>
              <a:rPr lang="en-US"/>
              <a:t>Click to edit title</a:t>
            </a:r>
          </a:p>
        </p:txBody>
      </p:sp>
      <p:sp>
        <p:nvSpPr>
          <p:cNvPr id="5" name="Subtitle 2">
            <a:extLst>
              <a:ext uri="{FF2B5EF4-FFF2-40B4-BE49-F238E27FC236}">
                <a16:creationId xmlns:a16="http://schemas.microsoft.com/office/drawing/2014/main" id="{FDF79262-0ED9-43E4-0963-2955FF42CA61}"/>
              </a:ext>
            </a:extLst>
          </p:cNvPr>
          <p:cNvSpPr>
            <a:spLocks noGrp="1"/>
          </p:cNvSpPr>
          <p:nvPr>
            <p:ph type="subTitle" idx="1" hasCustomPrompt="1"/>
          </p:nvPr>
        </p:nvSpPr>
        <p:spPr>
          <a:xfrm>
            <a:off x="5486400" y="4480560"/>
            <a:ext cx="5943600" cy="914400"/>
          </a:xfrm>
        </p:spPr>
        <p:txBody>
          <a:bodyPr tIns="0" bIns="0" anchor="t">
            <a:noAutofit/>
          </a:bodyPr>
          <a:lstStyle>
            <a:lvl1pPr marL="0" indent="0" algn="r">
              <a:lnSpc>
                <a:spcPct val="100000"/>
              </a:lnSpc>
              <a:buNone/>
              <a:defRPr sz="2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6" name="Slide Number Placeholder 5">
            <a:extLst>
              <a:ext uri="{FF2B5EF4-FFF2-40B4-BE49-F238E27FC236}">
                <a16:creationId xmlns:a16="http://schemas.microsoft.com/office/drawing/2014/main" id="{CD40F3BF-55B2-E19A-ED90-2A9371F65E25}"/>
              </a:ext>
            </a:extLst>
          </p:cNvPr>
          <p:cNvSpPr txBox="1">
            <a:spLocks/>
          </p:cNvSpPr>
          <p:nvPr userDrawn="1"/>
        </p:nvSpPr>
        <p:spPr>
          <a:xfrm>
            <a:off x="11064240" y="6400800"/>
            <a:ext cx="914400" cy="274320"/>
          </a:xfrm>
          <a:prstGeom prst="rect">
            <a:avLst/>
          </a:prstGeom>
        </p:spPr>
        <p:txBody>
          <a:bodyPr vert="horz" lIns="91440" tIns="0" rIns="91440" bIns="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D565A40-7A50-B243-BDA7-0CD92F81B98F}" type="slidenum">
              <a:rPr lang="en-CN" sz="1200" b="0" i="0" smtClean="0">
                <a:solidFill>
                  <a:schemeClr val="tx2"/>
                </a:solidFill>
                <a:latin typeface="Franklin Gothic Medium" panose="020B0603020102020204" pitchFamily="34" charset="0"/>
              </a:rPr>
              <a:t>‹#›</a:t>
            </a:fld>
            <a:endParaRPr lang="en-CN" sz="1200" b="0" i="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5571468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Divider - gray with photo C">
    <p:bg>
      <p:bgPr>
        <a:solidFill>
          <a:schemeClr val="tx2"/>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1"/>
          </a:solidFill>
        </p:spPr>
        <p:txBody>
          <a:bodyPr wrap="square" anchor="ctr">
            <a:noAutofit/>
          </a:bodyPr>
          <a:lstStyle>
            <a:lvl1pPr marL="0" indent="0">
              <a:buFontTx/>
              <a:buNone/>
              <a:defRPr sz="1800">
                <a:solidFill>
                  <a:schemeClr val="tx1"/>
                </a:solidFill>
              </a:defRPr>
            </a:lvl1pPr>
          </a:lstStyle>
          <a:p>
            <a:r>
              <a:rPr lang="en-US"/>
              <a:t>Click to add picture</a:t>
            </a:r>
          </a:p>
        </p:txBody>
      </p:sp>
      <p:sp>
        <p:nvSpPr>
          <p:cNvPr id="4" name="Title 1">
            <a:extLst>
              <a:ext uri="{FF2B5EF4-FFF2-40B4-BE49-F238E27FC236}">
                <a16:creationId xmlns:a16="http://schemas.microsoft.com/office/drawing/2014/main" id="{B662542A-EAE0-A37D-F5FD-9F7FDA9D8C8F}"/>
              </a:ext>
            </a:extLst>
          </p:cNvPr>
          <p:cNvSpPr>
            <a:spLocks noGrp="1"/>
          </p:cNvSpPr>
          <p:nvPr>
            <p:ph type="ctrTitle" hasCustomPrompt="1"/>
          </p:nvPr>
        </p:nvSpPr>
        <p:spPr>
          <a:xfrm>
            <a:off x="5486400" y="1645920"/>
            <a:ext cx="5943600" cy="2743200"/>
          </a:xfrm>
        </p:spPr>
        <p:txBody>
          <a:bodyPr bIns="0" anchor="b">
            <a:noAutofit/>
          </a:bodyPr>
          <a:lstStyle>
            <a:lvl1pPr algn="r">
              <a:lnSpc>
                <a:spcPct val="85000"/>
              </a:lnSpc>
              <a:defRPr sz="540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4DD0D1B1-A22A-C2B6-E7AA-CF26C6271155}"/>
              </a:ext>
            </a:extLst>
          </p:cNvPr>
          <p:cNvSpPr>
            <a:spLocks noGrp="1"/>
          </p:cNvSpPr>
          <p:nvPr>
            <p:ph type="subTitle" idx="1" hasCustomPrompt="1"/>
          </p:nvPr>
        </p:nvSpPr>
        <p:spPr>
          <a:xfrm>
            <a:off x="5486400" y="4480560"/>
            <a:ext cx="5943600" cy="914400"/>
          </a:xfrm>
        </p:spPr>
        <p:txBody>
          <a:bodyPr tIns="0" bIns="0" anchor="t">
            <a:noAutofit/>
          </a:bodyPr>
          <a:lstStyle>
            <a:lvl1pPr marL="0" indent="0" algn="r">
              <a:lnSpc>
                <a:spcPct val="100000"/>
              </a:lnSpc>
              <a:buNone/>
              <a:defRPr sz="2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6" name="Slide Number Placeholder 5">
            <a:extLst>
              <a:ext uri="{FF2B5EF4-FFF2-40B4-BE49-F238E27FC236}">
                <a16:creationId xmlns:a16="http://schemas.microsoft.com/office/drawing/2014/main" id="{02094CA8-C1BF-C280-5C82-2BB925F04EC9}"/>
              </a:ext>
            </a:extLst>
          </p:cNvPr>
          <p:cNvSpPr txBox="1">
            <a:spLocks/>
          </p:cNvSpPr>
          <p:nvPr userDrawn="1"/>
        </p:nvSpPr>
        <p:spPr>
          <a:xfrm>
            <a:off x="11064240" y="6400800"/>
            <a:ext cx="914400" cy="274320"/>
          </a:xfrm>
          <a:prstGeom prst="rect">
            <a:avLst/>
          </a:prstGeom>
        </p:spPr>
        <p:txBody>
          <a:bodyPr vert="horz" lIns="91440" tIns="0" rIns="91440" bIns="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5F8BC-46CF-AB49-A7EF-23D92D8B72B2}"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6614537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Divider - gold with photo C">
    <p:bg>
      <p:bgPr>
        <a:solidFill>
          <a:schemeClr val="accent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tx2"/>
          </a:solidFill>
        </p:spPr>
        <p:txBody>
          <a:bodyPr wrap="square" anchor="ctr">
            <a:noAutofit/>
          </a:bodyPr>
          <a:lstStyle>
            <a:lvl1pPr marL="0" indent="0">
              <a:buFontTx/>
              <a:buNone/>
              <a:defRPr sz="1800">
                <a:solidFill>
                  <a:schemeClr val="tx1"/>
                </a:solidFill>
              </a:defRPr>
            </a:lvl1pPr>
          </a:lstStyle>
          <a:p>
            <a:r>
              <a:rPr lang="en-US"/>
              <a:t>Click to add picture</a:t>
            </a:r>
          </a:p>
        </p:txBody>
      </p:sp>
      <p:sp>
        <p:nvSpPr>
          <p:cNvPr id="2" name="Title 1">
            <a:extLst>
              <a:ext uri="{FF2B5EF4-FFF2-40B4-BE49-F238E27FC236}">
                <a16:creationId xmlns:a16="http://schemas.microsoft.com/office/drawing/2014/main" id="{3CB26407-8505-FE5B-1C53-671AF5EBA880}"/>
              </a:ext>
            </a:extLst>
          </p:cNvPr>
          <p:cNvSpPr>
            <a:spLocks noGrp="1"/>
          </p:cNvSpPr>
          <p:nvPr>
            <p:ph type="ctrTitle" hasCustomPrompt="1"/>
          </p:nvPr>
        </p:nvSpPr>
        <p:spPr>
          <a:xfrm>
            <a:off x="5486400" y="1645920"/>
            <a:ext cx="5943600" cy="2743200"/>
          </a:xfrm>
        </p:spPr>
        <p:txBody>
          <a:bodyPr bIns="0" anchor="b">
            <a:noAutofit/>
          </a:bodyPr>
          <a:lstStyle>
            <a:lvl1pPr algn="r">
              <a:lnSpc>
                <a:spcPct val="85000"/>
              </a:lnSpc>
              <a:defRPr sz="5400">
                <a:solidFill>
                  <a:schemeClr val="tx1"/>
                </a:solidFill>
              </a:defRPr>
            </a:lvl1pPr>
          </a:lstStyle>
          <a:p>
            <a:r>
              <a:rPr lang="en-US"/>
              <a:t>Click to edit title</a:t>
            </a:r>
          </a:p>
        </p:txBody>
      </p:sp>
      <p:sp>
        <p:nvSpPr>
          <p:cNvPr id="3" name="Subtitle 2">
            <a:extLst>
              <a:ext uri="{FF2B5EF4-FFF2-40B4-BE49-F238E27FC236}">
                <a16:creationId xmlns:a16="http://schemas.microsoft.com/office/drawing/2014/main" id="{E675201C-63C8-6CC4-BCDD-78893B0B3E0D}"/>
              </a:ext>
            </a:extLst>
          </p:cNvPr>
          <p:cNvSpPr>
            <a:spLocks noGrp="1"/>
          </p:cNvSpPr>
          <p:nvPr>
            <p:ph type="subTitle" idx="1" hasCustomPrompt="1"/>
          </p:nvPr>
        </p:nvSpPr>
        <p:spPr>
          <a:xfrm>
            <a:off x="5486400" y="4480560"/>
            <a:ext cx="5943600" cy="914400"/>
          </a:xfrm>
        </p:spPr>
        <p:txBody>
          <a:bodyPr tIns="0" bIns="0" anchor="t">
            <a:noAutofit/>
          </a:bodyPr>
          <a:lstStyle>
            <a:lvl1pPr marL="0" indent="0" algn="r">
              <a:lnSpc>
                <a:spcPct val="100000"/>
              </a:lnSpc>
              <a:buNone/>
              <a:defRPr sz="2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6" name="Slide Number Placeholder 5">
            <a:extLst>
              <a:ext uri="{FF2B5EF4-FFF2-40B4-BE49-F238E27FC236}">
                <a16:creationId xmlns:a16="http://schemas.microsoft.com/office/drawing/2014/main" id="{25501896-DFED-C431-A806-A3BF700B65BD}"/>
              </a:ext>
            </a:extLst>
          </p:cNvPr>
          <p:cNvSpPr txBox="1">
            <a:spLocks/>
          </p:cNvSpPr>
          <p:nvPr userDrawn="1"/>
        </p:nvSpPr>
        <p:spPr>
          <a:xfrm>
            <a:off x="11064240" y="6400800"/>
            <a:ext cx="914400" cy="274320"/>
          </a:xfrm>
          <a:prstGeom prst="rect">
            <a:avLst/>
          </a:prstGeom>
        </p:spPr>
        <p:txBody>
          <a:bodyPr vert="horz" lIns="91440" tIns="0" rIns="91440" bIns="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53478E5-BA2B-E94C-B9CE-0E09B780E958}"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32345027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Divider - blue with photo C">
    <p:bg>
      <p:bgPr>
        <a:solidFill>
          <a:schemeClr val="accent2"/>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tx2"/>
          </a:solidFill>
        </p:spPr>
        <p:txBody>
          <a:bodyPr wrap="square" anchor="ctr">
            <a:noAutofit/>
          </a:bodyPr>
          <a:lstStyle>
            <a:lvl1pPr marL="0" indent="0">
              <a:buFontTx/>
              <a:buNone/>
              <a:defRPr sz="1800">
                <a:solidFill>
                  <a:schemeClr val="bg1"/>
                </a:solidFill>
              </a:defRPr>
            </a:lvl1pPr>
          </a:lstStyle>
          <a:p>
            <a:r>
              <a:rPr lang="en-US"/>
              <a:t>Click to add picture</a:t>
            </a:r>
          </a:p>
        </p:txBody>
      </p:sp>
      <p:sp>
        <p:nvSpPr>
          <p:cNvPr id="4" name="Title 1">
            <a:extLst>
              <a:ext uri="{FF2B5EF4-FFF2-40B4-BE49-F238E27FC236}">
                <a16:creationId xmlns:a16="http://schemas.microsoft.com/office/drawing/2014/main" id="{B662542A-EAE0-A37D-F5FD-9F7FDA9D8C8F}"/>
              </a:ext>
            </a:extLst>
          </p:cNvPr>
          <p:cNvSpPr>
            <a:spLocks noGrp="1"/>
          </p:cNvSpPr>
          <p:nvPr>
            <p:ph type="ctrTitle" hasCustomPrompt="1"/>
          </p:nvPr>
        </p:nvSpPr>
        <p:spPr>
          <a:xfrm>
            <a:off x="5486400" y="1645920"/>
            <a:ext cx="5943600" cy="2743200"/>
          </a:xfrm>
        </p:spPr>
        <p:txBody>
          <a:bodyPr bIns="0" anchor="b">
            <a:noAutofit/>
          </a:bodyPr>
          <a:lstStyle>
            <a:lvl1pPr algn="r">
              <a:lnSpc>
                <a:spcPct val="85000"/>
              </a:lnSpc>
              <a:defRPr sz="540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4DD0D1B1-A22A-C2B6-E7AA-CF26C6271155}"/>
              </a:ext>
            </a:extLst>
          </p:cNvPr>
          <p:cNvSpPr>
            <a:spLocks noGrp="1"/>
          </p:cNvSpPr>
          <p:nvPr>
            <p:ph type="subTitle" idx="1" hasCustomPrompt="1"/>
          </p:nvPr>
        </p:nvSpPr>
        <p:spPr>
          <a:xfrm>
            <a:off x="5486400" y="4480560"/>
            <a:ext cx="5943600" cy="914400"/>
          </a:xfrm>
        </p:spPr>
        <p:txBody>
          <a:bodyPr tIns="0" bIns="0" anchor="t">
            <a:noAutofit/>
          </a:bodyPr>
          <a:lstStyle>
            <a:lvl1pPr marL="0" indent="0" algn="r">
              <a:lnSpc>
                <a:spcPct val="100000"/>
              </a:lnSpc>
              <a:buNone/>
              <a:defRPr sz="2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6" name="Slide Number Placeholder 5">
            <a:extLst>
              <a:ext uri="{FF2B5EF4-FFF2-40B4-BE49-F238E27FC236}">
                <a16:creationId xmlns:a16="http://schemas.microsoft.com/office/drawing/2014/main" id="{02094CA8-C1BF-C280-5C82-2BB925F04EC9}"/>
              </a:ext>
            </a:extLst>
          </p:cNvPr>
          <p:cNvSpPr txBox="1">
            <a:spLocks/>
          </p:cNvSpPr>
          <p:nvPr userDrawn="1"/>
        </p:nvSpPr>
        <p:spPr>
          <a:xfrm>
            <a:off x="11064240" y="6400800"/>
            <a:ext cx="914400" cy="274320"/>
          </a:xfrm>
          <a:prstGeom prst="rect">
            <a:avLst/>
          </a:prstGeom>
        </p:spPr>
        <p:txBody>
          <a:bodyPr vert="horz" lIns="91440" tIns="0" rIns="91440" bIns="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169421F-6567-514B-8693-C45A2EF38E5E}" type="slidenum">
              <a:rPr lang="en-CN" sz="1200" b="1" i="0" smtClean="0">
                <a:solidFill>
                  <a:schemeClr val="bg1"/>
                </a:solidFill>
                <a:latin typeface="Franklin Gothic Demi" panose="020B0603020102020204" pitchFamily="34" charset="0"/>
              </a:rPr>
              <a:t>‹#›</a:t>
            </a:fld>
            <a:endParaRPr lang="en-CN" sz="1200" b="1" i="0">
              <a:solidFill>
                <a:schemeClr val="bg1"/>
              </a:solidFill>
              <a:latin typeface="Franklin Gothic Demi" panose="020B0603020102020204" pitchFamily="34" charset="0"/>
            </a:endParaRPr>
          </a:p>
        </p:txBody>
      </p:sp>
    </p:spTree>
    <p:extLst>
      <p:ext uri="{BB962C8B-B14F-4D97-AF65-F5344CB8AC3E}">
        <p14:creationId xmlns:p14="http://schemas.microsoft.com/office/powerpoint/2010/main" val="9219553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Divider - white with photo A">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903DCEF3-EFCC-0632-1110-CEB6324ADE27}"/>
              </a:ext>
            </a:extLst>
          </p:cNvPr>
          <p:cNvSpPr>
            <a:spLocks noGrp="1"/>
          </p:cNvSpPr>
          <p:nvPr>
            <p:ph type="pic" sz="quarter" idx="10" hasCustomPrompt="1"/>
          </p:nvPr>
        </p:nvSpPr>
        <p:spPr>
          <a:xfrm>
            <a:off x="0" y="0"/>
            <a:ext cx="5753100" cy="685800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213360" y="6092046"/>
            <a:ext cx="597660" cy="601023"/>
          </a:xfrm>
          <a:prstGeom prst="rect">
            <a:avLst/>
          </a:prstGeom>
        </p:spPr>
      </p:pic>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6306185" y="1645920"/>
            <a:ext cx="5212080" cy="2743200"/>
          </a:xfrm>
        </p:spPr>
        <p:txBody>
          <a:bodyPr bIns="0" anchor="b">
            <a:noAutofit/>
          </a:bodyPr>
          <a:lstStyle>
            <a:lvl1pPr algn="l">
              <a:lnSpc>
                <a:spcPct val="85000"/>
              </a:lnSpc>
              <a:defRPr sz="5400">
                <a:solidFill>
                  <a:schemeClr val="tx2"/>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6306185" y="4480560"/>
            <a:ext cx="5212080" cy="914400"/>
          </a:xfrm>
        </p:spPr>
        <p:txBody>
          <a:bodyPr tIns="0" bIns="0" anchor="t">
            <a:noAutofit/>
          </a:bodyPr>
          <a:lstStyle>
            <a:lvl1pPr marL="0" indent="0" algn="l">
              <a:lnSpc>
                <a:spcPct val="100000"/>
              </a:lnSpc>
              <a:buNone/>
              <a:defRPr sz="2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152343-37DD-DB42-BCCF-144F5A0DE561}" type="slidenum">
              <a:rPr lang="en-CN" sz="1200" b="0" i="0" smtClean="0">
                <a:solidFill>
                  <a:schemeClr val="tx2"/>
                </a:solidFill>
                <a:latin typeface="Franklin Gothic Medium" panose="020B0603020102020204" pitchFamily="34" charset="0"/>
              </a:rPr>
              <a:t>‹#›</a:t>
            </a:fld>
            <a:endParaRPr lang="en-CN" sz="1200" b="0" i="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2959224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Divider - gray with photo A">
    <p:bg>
      <p:bgPr>
        <a:solidFill>
          <a:schemeClr val="tx2"/>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903DCEF3-EFCC-0632-1110-CEB6324ADE27}"/>
              </a:ext>
            </a:extLst>
          </p:cNvPr>
          <p:cNvSpPr>
            <a:spLocks noGrp="1"/>
          </p:cNvSpPr>
          <p:nvPr>
            <p:ph type="pic" sz="quarter" idx="10" hasCustomPrompt="1"/>
          </p:nvPr>
        </p:nvSpPr>
        <p:spPr>
          <a:xfrm>
            <a:off x="0" y="0"/>
            <a:ext cx="5753100" cy="685800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213360" y="6092046"/>
            <a:ext cx="597660" cy="601023"/>
          </a:xfrm>
          <a:prstGeom prst="rect">
            <a:avLst/>
          </a:prstGeom>
        </p:spPr>
      </p:pic>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6306185" y="1645920"/>
            <a:ext cx="5212080" cy="2743200"/>
          </a:xfrm>
        </p:spPr>
        <p:txBody>
          <a:bodyPr bIns="0" anchor="b">
            <a:noAutofit/>
          </a:bodyPr>
          <a:lstStyle>
            <a:lvl1pPr algn="l">
              <a:lnSpc>
                <a:spcPct val="85000"/>
              </a:lnSpc>
              <a:defRPr sz="5400">
                <a:solidFill>
                  <a:schemeClr val="bg1"/>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6306185" y="4480560"/>
            <a:ext cx="5212080" cy="914400"/>
          </a:xfrm>
        </p:spPr>
        <p:txBody>
          <a:bodyPr tIns="0" bIns="0" anchor="t">
            <a:noAutofit/>
          </a:bodyPr>
          <a:lstStyle>
            <a:lvl1pPr marL="0" indent="0" algn="l">
              <a:lnSpc>
                <a:spcPct val="100000"/>
              </a:lnSpc>
              <a:buNone/>
              <a:defRPr sz="2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D832F4D-1B37-7747-A2F9-18319B2EDBC2}"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5231601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Divider - gold with photo A">
    <p:bg>
      <p:bgPr>
        <a:solidFill>
          <a:schemeClr val="accent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903DCEF3-EFCC-0632-1110-CEB6324ADE27}"/>
              </a:ext>
            </a:extLst>
          </p:cNvPr>
          <p:cNvSpPr>
            <a:spLocks noGrp="1"/>
          </p:cNvSpPr>
          <p:nvPr>
            <p:ph type="pic" sz="quarter" idx="10" hasCustomPrompt="1"/>
          </p:nvPr>
        </p:nvSpPr>
        <p:spPr>
          <a:xfrm>
            <a:off x="0" y="0"/>
            <a:ext cx="5753100" cy="685800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213360" y="6092046"/>
            <a:ext cx="597660" cy="601023"/>
          </a:xfrm>
          <a:prstGeom prst="rect">
            <a:avLst/>
          </a:prstGeom>
        </p:spPr>
      </p:pic>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6306185" y="1645920"/>
            <a:ext cx="5212080" cy="2743200"/>
          </a:xfrm>
        </p:spPr>
        <p:txBody>
          <a:bodyPr bIns="0" anchor="b">
            <a:noAutofit/>
          </a:bodyPr>
          <a:lstStyle>
            <a:lvl1pPr algn="l">
              <a:lnSpc>
                <a:spcPct val="85000"/>
              </a:lnSpc>
              <a:defRPr sz="5400">
                <a:solidFill>
                  <a:schemeClr val="tx1"/>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6306185" y="4480560"/>
            <a:ext cx="5212080" cy="914400"/>
          </a:xfrm>
        </p:spPr>
        <p:txBody>
          <a:bodyPr tIns="0" bIns="0" anchor="t">
            <a:noAutofit/>
          </a:bodyPr>
          <a:lstStyle>
            <a:lvl1pPr marL="0" indent="0" algn="l">
              <a:lnSpc>
                <a:spcPct val="100000"/>
              </a:lnSpc>
              <a:buNone/>
              <a:defRPr sz="2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DAAA5CD-1C0F-954D-850B-EFC5CCDFF6CF}"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33868313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Divider - blue with photo A">
    <p:bg>
      <p:bgPr>
        <a:solidFill>
          <a:schemeClr val="accent2"/>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903DCEF3-EFCC-0632-1110-CEB6324ADE27}"/>
              </a:ext>
            </a:extLst>
          </p:cNvPr>
          <p:cNvSpPr>
            <a:spLocks noGrp="1"/>
          </p:cNvSpPr>
          <p:nvPr>
            <p:ph type="pic" sz="quarter" idx="10" hasCustomPrompt="1"/>
          </p:nvPr>
        </p:nvSpPr>
        <p:spPr>
          <a:xfrm>
            <a:off x="0" y="0"/>
            <a:ext cx="5753100" cy="685800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213360" y="6092046"/>
            <a:ext cx="597660" cy="601023"/>
          </a:xfrm>
          <a:prstGeom prst="rect">
            <a:avLst/>
          </a:prstGeom>
        </p:spPr>
      </p:pic>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6306185" y="1645920"/>
            <a:ext cx="5212080" cy="2743200"/>
          </a:xfrm>
        </p:spPr>
        <p:txBody>
          <a:bodyPr bIns="0" anchor="b">
            <a:noAutofit/>
          </a:bodyPr>
          <a:lstStyle>
            <a:lvl1pPr algn="l">
              <a:lnSpc>
                <a:spcPct val="85000"/>
              </a:lnSpc>
              <a:defRPr sz="5400">
                <a:solidFill>
                  <a:schemeClr val="bg1"/>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6306185" y="4480560"/>
            <a:ext cx="5212080" cy="914400"/>
          </a:xfrm>
        </p:spPr>
        <p:txBody>
          <a:bodyPr tIns="0" bIns="0" anchor="t">
            <a:noAutofit/>
          </a:bodyPr>
          <a:lstStyle>
            <a:lvl1pPr marL="0" indent="0" algn="l">
              <a:lnSpc>
                <a:spcPct val="100000"/>
              </a:lnSpc>
              <a:buNone/>
              <a:defRPr sz="2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5C81DCD-3DB4-1E40-8FCF-AF4CEAA7E55C}"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6162643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s 1 - white">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DD34661-EC62-ABFD-54B0-41CCD0D54680}"/>
              </a:ext>
            </a:extLst>
          </p:cNvPr>
          <p:cNvSpPr>
            <a:spLocks noGrp="1"/>
          </p:cNvSpPr>
          <p:nvPr>
            <p:ph type="title" hasCustomPrompt="1"/>
          </p:nvPr>
        </p:nvSpPr>
        <p:spPr>
          <a:xfrm>
            <a:off x="731520" y="640080"/>
            <a:ext cx="4846320" cy="5120640"/>
          </a:xfrm>
        </p:spPr>
        <p:txBody>
          <a:bodyPr lIns="0">
            <a:noAutofit/>
          </a:bodyPr>
          <a:lstStyle>
            <a:lvl1pPr algn="l">
              <a:lnSpc>
                <a:spcPct val="80000"/>
              </a:lnSpc>
              <a:defRPr sz="8800">
                <a:solidFill>
                  <a:schemeClr val="tx2"/>
                </a:solidFill>
              </a:defRPr>
            </a:lvl1pPr>
          </a:lstStyle>
          <a:p>
            <a:r>
              <a:rPr lang="en-US"/>
              <a:t>Edit title</a:t>
            </a:r>
          </a:p>
        </p:txBody>
      </p:sp>
      <p:sp>
        <p:nvSpPr>
          <p:cNvPr id="2" name="Freeform: Shape 23">
            <a:extLst>
              <a:ext uri="{FF2B5EF4-FFF2-40B4-BE49-F238E27FC236}">
                <a16:creationId xmlns:a16="http://schemas.microsoft.com/office/drawing/2014/main" id="{A89245B3-5A19-2F2B-827A-D3CB85F90F96}"/>
              </a:ext>
              <a:ext uri="{C183D7F6-B498-43B3-948B-1728B52AA6E4}">
                <adec:decorative xmlns:adec="http://schemas.microsoft.com/office/drawing/2017/decorative" val="1"/>
              </a:ext>
            </a:extLst>
          </p:cNvPr>
          <p:cNvSpPr/>
          <p:nvPr userDrawn="1"/>
        </p:nvSpPr>
        <p:spPr>
          <a:xfrm>
            <a:off x="5963125" y="642515"/>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4" name="Text Placeholder 7">
            <a:extLst>
              <a:ext uri="{FF2B5EF4-FFF2-40B4-BE49-F238E27FC236}">
                <a16:creationId xmlns:a16="http://schemas.microsoft.com/office/drawing/2014/main" id="{FA4BEE3C-5779-C448-ED13-CA651EDA31C7}"/>
              </a:ext>
              <a:ext uri="{C183D7F6-B498-43B3-948B-1728B52AA6E4}">
                <adec:decorative xmlns:adec="http://schemas.microsoft.com/office/drawing/2017/decorative" val="0"/>
              </a:ext>
            </a:extLst>
          </p:cNvPr>
          <p:cNvSpPr>
            <a:spLocks noGrp="1"/>
          </p:cNvSpPr>
          <p:nvPr>
            <p:ph type="body" sz="quarter" idx="29" hasCustomPrompt="1"/>
          </p:nvPr>
        </p:nvSpPr>
        <p:spPr>
          <a:xfrm>
            <a:off x="6048375" y="695523"/>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2" name="Subtitle 2">
            <a:extLst>
              <a:ext uri="{FF2B5EF4-FFF2-40B4-BE49-F238E27FC236}">
                <a16:creationId xmlns:a16="http://schemas.microsoft.com/office/drawing/2014/main" id="{9FA2333B-84D3-07B6-44B1-2BAD2D3A56BA}"/>
              </a:ext>
            </a:extLst>
          </p:cNvPr>
          <p:cNvSpPr>
            <a:spLocks noGrp="1"/>
          </p:cNvSpPr>
          <p:nvPr>
            <p:ph type="subTitle" idx="1" hasCustomPrompt="1"/>
          </p:nvPr>
        </p:nvSpPr>
        <p:spPr>
          <a:xfrm>
            <a:off x="6711040" y="694902"/>
            <a:ext cx="4663440" cy="419101"/>
          </a:xfrm>
        </p:spPr>
        <p:txBody>
          <a:bodyPr anchor="ctr">
            <a:noAutofit/>
          </a:bodyPr>
          <a:lstStyle>
            <a:lvl1pPr marL="0" indent="0" algn="l">
              <a:lnSpc>
                <a:spcPct val="100000"/>
              </a:lnSpc>
              <a:buNone/>
              <a:defRPr sz="2000" b="0" i="0">
                <a:solidFill>
                  <a:schemeClr val="tx2"/>
                </a:solidFill>
                <a:latin typeface="Franklin Gothic Book" panose="020B05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Item #1</a:t>
            </a:r>
          </a:p>
        </p:txBody>
      </p:sp>
      <p:sp>
        <p:nvSpPr>
          <p:cNvPr id="5" name="Freeform: Shape 23">
            <a:extLst>
              <a:ext uri="{FF2B5EF4-FFF2-40B4-BE49-F238E27FC236}">
                <a16:creationId xmlns:a16="http://schemas.microsoft.com/office/drawing/2014/main" id="{80CC4AB5-7E4C-B4F2-5151-96A8FE19C1AF}"/>
              </a:ext>
              <a:ext uri="{C183D7F6-B498-43B3-948B-1728B52AA6E4}">
                <adec:decorative xmlns:adec="http://schemas.microsoft.com/office/drawing/2017/decorative" val="1"/>
              </a:ext>
            </a:extLst>
          </p:cNvPr>
          <p:cNvSpPr/>
          <p:nvPr userDrawn="1"/>
        </p:nvSpPr>
        <p:spPr>
          <a:xfrm>
            <a:off x="5963125" y="1352612"/>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6" name="Text Placeholder 7">
            <a:extLst>
              <a:ext uri="{FF2B5EF4-FFF2-40B4-BE49-F238E27FC236}">
                <a16:creationId xmlns:a16="http://schemas.microsoft.com/office/drawing/2014/main" id="{0DCB0500-83D0-CB9F-51B5-D07FC3E86E8A}"/>
              </a:ext>
              <a:ext uri="{C183D7F6-B498-43B3-948B-1728B52AA6E4}">
                <adec:decorative xmlns:adec="http://schemas.microsoft.com/office/drawing/2017/decorative" val="1"/>
              </a:ext>
            </a:extLst>
          </p:cNvPr>
          <p:cNvSpPr>
            <a:spLocks noGrp="1"/>
          </p:cNvSpPr>
          <p:nvPr>
            <p:ph type="body" sz="quarter" idx="30" hasCustomPrompt="1"/>
          </p:nvPr>
        </p:nvSpPr>
        <p:spPr>
          <a:xfrm>
            <a:off x="6048375" y="140562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9" name="Text Placeholder 28">
            <a:extLst>
              <a:ext uri="{FF2B5EF4-FFF2-40B4-BE49-F238E27FC236}">
                <a16:creationId xmlns:a16="http://schemas.microsoft.com/office/drawing/2014/main" id="{5F593B2E-ED71-E223-F669-179403E5E4FB}"/>
              </a:ext>
            </a:extLst>
          </p:cNvPr>
          <p:cNvSpPr>
            <a:spLocks noGrp="1"/>
          </p:cNvSpPr>
          <p:nvPr>
            <p:ph type="body" sz="quarter" idx="35" hasCustomPrompt="1"/>
          </p:nvPr>
        </p:nvSpPr>
        <p:spPr>
          <a:xfrm>
            <a:off x="6711040" y="1405140"/>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#2</a:t>
            </a:r>
          </a:p>
        </p:txBody>
      </p:sp>
      <p:sp>
        <p:nvSpPr>
          <p:cNvPr id="7" name="Freeform: Shape 23">
            <a:extLst>
              <a:ext uri="{FF2B5EF4-FFF2-40B4-BE49-F238E27FC236}">
                <a16:creationId xmlns:a16="http://schemas.microsoft.com/office/drawing/2014/main" id="{DCE77194-445E-2237-F7E3-124A69E2C74F}"/>
              </a:ext>
              <a:ext uri="{C183D7F6-B498-43B3-948B-1728B52AA6E4}">
                <adec:decorative xmlns:adec="http://schemas.microsoft.com/office/drawing/2017/decorative" val="1"/>
              </a:ext>
            </a:extLst>
          </p:cNvPr>
          <p:cNvSpPr/>
          <p:nvPr userDrawn="1"/>
        </p:nvSpPr>
        <p:spPr>
          <a:xfrm>
            <a:off x="5963125" y="2062709"/>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8" name="Text Placeholder 7">
            <a:extLst>
              <a:ext uri="{FF2B5EF4-FFF2-40B4-BE49-F238E27FC236}">
                <a16:creationId xmlns:a16="http://schemas.microsoft.com/office/drawing/2014/main" id="{68CD96BE-6829-B64C-2D83-D2E825E70427}"/>
              </a:ext>
              <a:ext uri="{C183D7F6-B498-43B3-948B-1728B52AA6E4}">
                <adec:decorative xmlns:adec="http://schemas.microsoft.com/office/drawing/2017/decorative" val="1"/>
              </a:ext>
            </a:extLst>
          </p:cNvPr>
          <p:cNvSpPr>
            <a:spLocks noGrp="1"/>
          </p:cNvSpPr>
          <p:nvPr>
            <p:ph type="body" sz="quarter" idx="31" hasCustomPrompt="1"/>
          </p:nvPr>
        </p:nvSpPr>
        <p:spPr>
          <a:xfrm>
            <a:off x="6048375" y="2115717"/>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30" name="Text Placeholder 28">
            <a:extLst>
              <a:ext uri="{FF2B5EF4-FFF2-40B4-BE49-F238E27FC236}">
                <a16:creationId xmlns:a16="http://schemas.microsoft.com/office/drawing/2014/main" id="{F44D8B43-39BF-0C49-1938-502FFB6FF90D}"/>
              </a:ext>
            </a:extLst>
          </p:cNvPr>
          <p:cNvSpPr>
            <a:spLocks noGrp="1"/>
          </p:cNvSpPr>
          <p:nvPr>
            <p:ph type="body" sz="quarter" idx="36" hasCustomPrompt="1"/>
          </p:nvPr>
        </p:nvSpPr>
        <p:spPr>
          <a:xfrm>
            <a:off x="6711040" y="2115237"/>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#3</a:t>
            </a:r>
          </a:p>
        </p:txBody>
      </p:sp>
      <p:sp>
        <p:nvSpPr>
          <p:cNvPr id="42" name="Freeform: Shape 23">
            <a:extLst>
              <a:ext uri="{FF2B5EF4-FFF2-40B4-BE49-F238E27FC236}">
                <a16:creationId xmlns:a16="http://schemas.microsoft.com/office/drawing/2014/main" id="{498C0A57-5A51-C3B0-238D-16F9E76BD8A3}"/>
              </a:ext>
              <a:ext uri="{C183D7F6-B498-43B3-948B-1728B52AA6E4}">
                <adec:decorative xmlns:adec="http://schemas.microsoft.com/office/drawing/2017/decorative" val="1"/>
              </a:ext>
            </a:extLst>
          </p:cNvPr>
          <p:cNvSpPr/>
          <p:nvPr userDrawn="1"/>
        </p:nvSpPr>
        <p:spPr>
          <a:xfrm>
            <a:off x="5963125" y="2776115"/>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43" name="Text Placeholder 7">
            <a:extLst>
              <a:ext uri="{FF2B5EF4-FFF2-40B4-BE49-F238E27FC236}">
                <a16:creationId xmlns:a16="http://schemas.microsoft.com/office/drawing/2014/main" id="{1443CDE0-2E7C-1381-ECD8-2FCF9A9A1D3C}"/>
              </a:ext>
              <a:ext uri="{C183D7F6-B498-43B3-948B-1728B52AA6E4}">
                <adec:decorative xmlns:adec="http://schemas.microsoft.com/office/drawing/2017/decorative" val="1"/>
              </a:ext>
            </a:extLst>
          </p:cNvPr>
          <p:cNvSpPr>
            <a:spLocks noGrp="1"/>
          </p:cNvSpPr>
          <p:nvPr>
            <p:ph type="body" sz="quarter" idx="37" hasCustomPrompt="1"/>
          </p:nvPr>
        </p:nvSpPr>
        <p:spPr>
          <a:xfrm>
            <a:off x="6048375" y="2829123"/>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4" name="Text Placeholder 28">
            <a:extLst>
              <a:ext uri="{FF2B5EF4-FFF2-40B4-BE49-F238E27FC236}">
                <a16:creationId xmlns:a16="http://schemas.microsoft.com/office/drawing/2014/main" id="{F032C43B-3BDF-5C3E-45DE-5DA1A668B9DF}"/>
              </a:ext>
            </a:extLst>
          </p:cNvPr>
          <p:cNvSpPr>
            <a:spLocks noGrp="1"/>
          </p:cNvSpPr>
          <p:nvPr>
            <p:ph type="body" sz="quarter" idx="44" hasCustomPrompt="1"/>
          </p:nvPr>
        </p:nvSpPr>
        <p:spPr>
          <a:xfrm>
            <a:off x="6711040" y="2828643"/>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#4</a:t>
            </a:r>
          </a:p>
        </p:txBody>
      </p:sp>
      <p:sp>
        <p:nvSpPr>
          <p:cNvPr id="44" name="Freeform: Shape 23">
            <a:extLst>
              <a:ext uri="{FF2B5EF4-FFF2-40B4-BE49-F238E27FC236}">
                <a16:creationId xmlns:a16="http://schemas.microsoft.com/office/drawing/2014/main" id="{6C6D1219-BC5B-570F-06B8-4CAE0A9265B1}"/>
              </a:ext>
              <a:ext uri="{C183D7F6-B498-43B3-948B-1728B52AA6E4}">
                <adec:decorative xmlns:adec="http://schemas.microsoft.com/office/drawing/2017/decorative" val="1"/>
              </a:ext>
            </a:extLst>
          </p:cNvPr>
          <p:cNvSpPr/>
          <p:nvPr userDrawn="1"/>
        </p:nvSpPr>
        <p:spPr>
          <a:xfrm>
            <a:off x="5963125" y="3486212"/>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45" name="Text Placeholder 7">
            <a:extLst>
              <a:ext uri="{FF2B5EF4-FFF2-40B4-BE49-F238E27FC236}">
                <a16:creationId xmlns:a16="http://schemas.microsoft.com/office/drawing/2014/main" id="{866A5120-5E16-B9E1-CFAB-1D11753DFAA3}"/>
              </a:ext>
              <a:ext uri="{C183D7F6-B498-43B3-948B-1728B52AA6E4}">
                <adec:decorative xmlns:adec="http://schemas.microsoft.com/office/drawing/2017/decorative" val="1"/>
              </a:ext>
            </a:extLst>
          </p:cNvPr>
          <p:cNvSpPr>
            <a:spLocks noGrp="1"/>
          </p:cNvSpPr>
          <p:nvPr>
            <p:ph type="body" sz="quarter" idx="38" hasCustomPrompt="1"/>
          </p:nvPr>
        </p:nvSpPr>
        <p:spPr>
          <a:xfrm>
            <a:off x="6048375" y="353922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49" name="Text Placeholder 28">
            <a:extLst>
              <a:ext uri="{FF2B5EF4-FFF2-40B4-BE49-F238E27FC236}">
                <a16:creationId xmlns:a16="http://schemas.microsoft.com/office/drawing/2014/main" id="{FD5B6ABB-70D1-99B4-BC53-6A373D6D84F9}"/>
              </a:ext>
            </a:extLst>
          </p:cNvPr>
          <p:cNvSpPr>
            <a:spLocks noGrp="1"/>
          </p:cNvSpPr>
          <p:nvPr>
            <p:ph type="body" sz="quarter" idx="40" hasCustomPrompt="1"/>
          </p:nvPr>
        </p:nvSpPr>
        <p:spPr>
          <a:xfrm>
            <a:off x="6711040" y="3538740"/>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#5</a:t>
            </a:r>
          </a:p>
        </p:txBody>
      </p:sp>
      <p:sp>
        <p:nvSpPr>
          <p:cNvPr id="46" name="Freeform: Shape 23">
            <a:extLst>
              <a:ext uri="{FF2B5EF4-FFF2-40B4-BE49-F238E27FC236}">
                <a16:creationId xmlns:a16="http://schemas.microsoft.com/office/drawing/2014/main" id="{91D083B5-EDE4-1028-CA2A-AACA577C44BC}"/>
              </a:ext>
              <a:ext uri="{C183D7F6-B498-43B3-948B-1728B52AA6E4}">
                <adec:decorative xmlns:adec="http://schemas.microsoft.com/office/drawing/2017/decorative" val="1"/>
              </a:ext>
            </a:extLst>
          </p:cNvPr>
          <p:cNvSpPr/>
          <p:nvPr userDrawn="1"/>
        </p:nvSpPr>
        <p:spPr>
          <a:xfrm>
            <a:off x="5963125" y="4196309"/>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47" name="Text Placeholder 7">
            <a:extLst>
              <a:ext uri="{FF2B5EF4-FFF2-40B4-BE49-F238E27FC236}">
                <a16:creationId xmlns:a16="http://schemas.microsoft.com/office/drawing/2014/main" id="{0EA42CFF-7F5D-3A0F-5E3B-1D636D61F999}"/>
              </a:ext>
              <a:ext uri="{C183D7F6-B498-43B3-948B-1728B52AA6E4}">
                <adec:decorative xmlns:adec="http://schemas.microsoft.com/office/drawing/2017/decorative" val="1"/>
              </a:ext>
            </a:extLst>
          </p:cNvPr>
          <p:cNvSpPr>
            <a:spLocks noGrp="1"/>
          </p:cNvSpPr>
          <p:nvPr>
            <p:ph type="body" sz="quarter" idx="39" hasCustomPrompt="1"/>
          </p:nvPr>
        </p:nvSpPr>
        <p:spPr>
          <a:xfrm>
            <a:off x="6048375" y="4249317"/>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0" name="Text Placeholder 28">
            <a:extLst>
              <a:ext uri="{FF2B5EF4-FFF2-40B4-BE49-F238E27FC236}">
                <a16:creationId xmlns:a16="http://schemas.microsoft.com/office/drawing/2014/main" id="{36F61FC9-F7AC-5966-B5FC-2F41BB56F5A9}"/>
              </a:ext>
            </a:extLst>
          </p:cNvPr>
          <p:cNvSpPr>
            <a:spLocks noGrp="1"/>
          </p:cNvSpPr>
          <p:nvPr>
            <p:ph type="body" sz="quarter" idx="41" hasCustomPrompt="1"/>
          </p:nvPr>
        </p:nvSpPr>
        <p:spPr>
          <a:xfrm>
            <a:off x="6711040" y="4248837"/>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#6</a:t>
            </a:r>
          </a:p>
        </p:txBody>
      </p:sp>
      <p:sp>
        <p:nvSpPr>
          <p:cNvPr id="51" name="Freeform: Shape 23">
            <a:extLst>
              <a:ext uri="{FF2B5EF4-FFF2-40B4-BE49-F238E27FC236}">
                <a16:creationId xmlns:a16="http://schemas.microsoft.com/office/drawing/2014/main" id="{7BC4808D-8AEB-E9C9-EAAB-47716A96C959}"/>
              </a:ext>
              <a:ext uri="{C183D7F6-B498-43B3-948B-1728B52AA6E4}">
                <adec:decorative xmlns:adec="http://schemas.microsoft.com/office/drawing/2017/decorative" val="1"/>
              </a:ext>
            </a:extLst>
          </p:cNvPr>
          <p:cNvSpPr/>
          <p:nvPr userDrawn="1"/>
        </p:nvSpPr>
        <p:spPr>
          <a:xfrm>
            <a:off x="5963125" y="4894809"/>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52" name="Text Placeholder 7">
            <a:extLst>
              <a:ext uri="{FF2B5EF4-FFF2-40B4-BE49-F238E27FC236}">
                <a16:creationId xmlns:a16="http://schemas.microsoft.com/office/drawing/2014/main" id="{1306C667-7E49-EEA6-07BB-6457BA0A0D32}"/>
              </a:ext>
              <a:ext uri="{C183D7F6-B498-43B3-948B-1728B52AA6E4}">
                <adec:decorative xmlns:adec="http://schemas.microsoft.com/office/drawing/2017/decorative" val="1"/>
              </a:ext>
            </a:extLst>
          </p:cNvPr>
          <p:cNvSpPr>
            <a:spLocks noGrp="1"/>
          </p:cNvSpPr>
          <p:nvPr>
            <p:ph type="body" sz="quarter" idx="42" hasCustomPrompt="1"/>
          </p:nvPr>
        </p:nvSpPr>
        <p:spPr>
          <a:xfrm>
            <a:off x="6048375" y="4947817"/>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3" name="Text Placeholder 28">
            <a:extLst>
              <a:ext uri="{FF2B5EF4-FFF2-40B4-BE49-F238E27FC236}">
                <a16:creationId xmlns:a16="http://schemas.microsoft.com/office/drawing/2014/main" id="{9FFCFA24-050A-63CE-F228-2A231E252A26}"/>
              </a:ext>
            </a:extLst>
          </p:cNvPr>
          <p:cNvSpPr>
            <a:spLocks noGrp="1"/>
          </p:cNvSpPr>
          <p:nvPr>
            <p:ph type="body" sz="quarter" idx="43" hasCustomPrompt="1"/>
          </p:nvPr>
        </p:nvSpPr>
        <p:spPr>
          <a:xfrm>
            <a:off x="6711040" y="4947337"/>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#7</a:t>
            </a:r>
          </a:p>
        </p:txBody>
      </p:sp>
      <p:sp>
        <p:nvSpPr>
          <p:cNvPr id="11" name="Freeform: Shape 23">
            <a:extLst>
              <a:ext uri="{FF2B5EF4-FFF2-40B4-BE49-F238E27FC236}">
                <a16:creationId xmlns:a16="http://schemas.microsoft.com/office/drawing/2014/main" id="{F18F33C0-5940-2A64-3A8A-3F2F27320F32}"/>
              </a:ext>
              <a:ext uri="{C183D7F6-B498-43B3-948B-1728B52AA6E4}">
                <adec:decorative xmlns:adec="http://schemas.microsoft.com/office/drawing/2017/decorative" val="1"/>
              </a:ext>
            </a:extLst>
          </p:cNvPr>
          <p:cNvSpPr/>
          <p:nvPr userDrawn="1"/>
        </p:nvSpPr>
        <p:spPr>
          <a:xfrm>
            <a:off x="5962561" y="5601523"/>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12" name="Text Placeholder 7">
            <a:extLst>
              <a:ext uri="{FF2B5EF4-FFF2-40B4-BE49-F238E27FC236}">
                <a16:creationId xmlns:a16="http://schemas.microsoft.com/office/drawing/2014/main" id="{5F8759FF-0DA5-2E6A-8D07-621067A7E9DD}"/>
              </a:ext>
              <a:ext uri="{C183D7F6-B498-43B3-948B-1728B52AA6E4}">
                <adec:decorative xmlns:adec="http://schemas.microsoft.com/office/drawing/2017/decorative" val="1"/>
              </a:ext>
            </a:extLst>
          </p:cNvPr>
          <p:cNvSpPr>
            <a:spLocks noGrp="1"/>
          </p:cNvSpPr>
          <p:nvPr>
            <p:ph type="body" sz="quarter" idx="45" hasCustomPrompt="1"/>
          </p:nvPr>
        </p:nvSpPr>
        <p:spPr>
          <a:xfrm>
            <a:off x="6047811" y="5654531"/>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13" name="Text Placeholder 28">
            <a:extLst>
              <a:ext uri="{FF2B5EF4-FFF2-40B4-BE49-F238E27FC236}">
                <a16:creationId xmlns:a16="http://schemas.microsoft.com/office/drawing/2014/main" id="{2EBE12C6-B683-F4CB-8D9A-14B85086F516}"/>
              </a:ext>
            </a:extLst>
          </p:cNvPr>
          <p:cNvSpPr>
            <a:spLocks noGrp="1"/>
          </p:cNvSpPr>
          <p:nvPr>
            <p:ph type="body" sz="quarter" idx="46" hasCustomPrompt="1"/>
          </p:nvPr>
        </p:nvSpPr>
        <p:spPr>
          <a:xfrm>
            <a:off x="6711040" y="5654051"/>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#8</a:t>
            </a:r>
          </a:p>
        </p:txBody>
      </p:sp>
      <p:sp>
        <p:nvSpPr>
          <p:cNvPr id="3" name="Slide Number Placeholder 16">
            <a:extLst>
              <a:ext uri="{FF2B5EF4-FFF2-40B4-BE49-F238E27FC236}">
                <a16:creationId xmlns:a16="http://schemas.microsoft.com/office/drawing/2014/main" id="{7578E1D4-AFFE-F97D-C3C9-FACC2D71B954}"/>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30566F0-CF78-654F-AA40-6EA13D4676FB}"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DBDEA453-888B-4A4E-5E97-2BC2AC518D04}"/>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8938015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ontents 1 - gray">
    <p:bg>
      <p:bgPr>
        <a:solidFill>
          <a:schemeClr val="tx2"/>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DD34661-EC62-ABFD-54B0-41CCD0D54680}"/>
              </a:ext>
            </a:extLst>
          </p:cNvPr>
          <p:cNvSpPr>
            <a:spLocks noGrp="1"/>
          </p:cNvSpPr>
          <p:nvPr>
            <p:ph type="title" hasCustomPrompt="1"/>
          </p:nvPr>
        </p:nvSpPr>
        <p:spPr>
          <a:xfrm>
            <a:off x="731520" y="640080"/>
            <a:ext cx="4846320" cy="5120640"/>
          </a:xfrm>
        </p:spPr>
        <p:txBody>
          <a:bodyPr lIns="0">
            <a:noAutofit/>
          </a:bodyPr>
          <a:lstStyle>
            <a:lvl1pPr algn="l">
              <a:lnSpc>
                <a:spcPct val="80000"/>
              </a:lnSpc>
              <a:defRPr sz="8800">
                <a:solidFill>
                  <a:schemeClr val="bg1"/>
                </a:solidFill>
              </a:defRPr>
            </a:lvl1pPr>
          </a:lstStyle>
          <a:p>
            <a:r>
              <a:rPr lang="en-US"/>
              <a:t>Edit title</a:t>
            </a:r>
          </a:p>
        </p:txBody>
      </p:sp>
      <p:sp>
        <p:nvSpPr>
          <p:cNvPr id="14" name="Freeform: Shape 23">
            <a:extLst>
              <a:ext uri="{FF2B5EF4-FFF2-40B4-BE49-F238E27FC236}">
                <a16:creationId xmlns:a16="http://schemas.microsoft.com/office/drawing/2014/main" id="{17A54E7A-4208-20D7-4FB9-283023EAC80F}"/>
              </a:ext>
              <a:ext uri="{C183D7F6-B498-43B3-948B-1728B52AA6E4}">
                <adec:decorative xmlns:adec="http://schemas.microsoft.com/office/drawing/2017/decorative" val="1"/>
              </a:ext>
            </a:extLst>
          </p:cNvPr>
          <p:cNvSpPr/>
          <p:nvPr userDrawn="1"/>
        </p:nvSpPr>
        <p:spPr>
          <a:xfrm>
            <a:off x="5963125" y="642515"/>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15" name="Text Placeholder 7">
            <a:extLst>
              <a:ext uri="{FF2B5EF4-FFF2-40B4-BE49-F238E27FC236}">
                <a16:creationId xmlns:a16="http://schemas.microsoft.com/office/drawing/2014/main" id="{86F082ED-9E2A-836C-C00C-761463AD193B}"/>
              </a:ext>
              <a:ext uri="{C183D7F6-B498-43B3-948B-1728B52AA6E4}">
                <adec:decorative xmlns:adec="http://schemas.microsoft.com/office/drawing/2017/decorative" val="1"/>
              </a:ext>
            </a:extLst>
          </p:cNvPr>
          <p:cNvSpPr>
            <a:spLocks noGrp="1"/>
          </p:cNvSpPr>
          <p:nvPr>
            <p:ph type="body" sz="quarter" idx="29" hasCustomPrompt="1"/>
          </p:nvPr>
        </p:nvSpPr>
        <p:spPr>
          <a:xfrm>
            <a:off x="6048375" y="695523"/>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2" name="Subtitle 2">
            <a:extLst>
              <a:ext uri="{FF2B5EF4-FFF2-40B4-BE49-F238E27FC236}">
                <a16:creationId xmlns:a16="http://schemas.microsoft.com/office/drawing/2014/main" id="{9FA2333B-84D3-07B6-44B1-2BAD2D3A56BA}"/>
              </a:ext>
            </a:extLst>
          </p:cNvPr>
          <p:cNvSpPr>
            <a:spLocks noGrp="1"/>
          </p:cNvSpPr>
          <p:nvPr>
            <p:ph type="subTitle" idx="1" hasCustomPrompt="1"/>
          </p:nvPr>
        </p:nvSpPr>
        <p:spPr>
          <a:xfrm>
            <a:off x="6711040" y="694902"/>
            <a:ext cx="4663440" cy="419101"/>
          </a:xfrm>
        </p:spPr>
        <p:txBody>
          <a:bodyPr anchor="ctr">
            <a:noAutofit/>
          </a:bodyPr>
          <a:lstStyle>
            <a:lvl1pPr marL="0" indent="0" algn="l">
              <a:lnSpc>
                <a:spcPct val="100000"/>
              </a:lnSpc>
              <a:buNone/>
              <a:defRPr sz="2000" b="0" i="0">
                <a:solidFill>
                  <a:schemeClr val="bg1"/>
                </a:solidFill>
                <a:latin typeface="Franklin Gothic Book" panose="020B05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Item #1</a:t>
            </a:r>
          </a:p>
        </p:txBody>
      </p:sp>
      <p:sp>
        <p:nvSpPr>
          <p:cNvPr id="16" name="Freeform: Shape 23">
            <a:extLst>
              <a:ext uri="{FF2B5EF4-FFF2-40B4-BE49-F238E27FC236}">
                <a16:creationId xmlns:a16="http://schemas.microsoft.com/office/drawing/2014/main" id="{C5E046B0-A2CD-EF96-0C1C-8D3E9330AA90}"/>
              </a:ext>
              <a:ext uri="{C183D7F6-B498-43B3-948B-1728B52AA6E4}">
                <adec:decorative xmlns:adec="http://schemas.microsoft.com/office/drawing/2017/decorative" val="1"/>
              </a:ext>
            </a:extLst>
          </p:cNvPr>
          <p:cNvSpPr/>
          <p:nvPr userDrawn="1"/>
        </p:nvSpPr>
        <p:spPr>
          <a:xfrm>
            <a:off x="5963125" y="1352612"/>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17" name="Text Placeholder 7">
            <a:extLst>
              <a:ext uri="{FF2B5EF4-FFF2-40B4-BE49-F238E27FC236}">
                <a16:creationId xmlns:a16="http://schemas.microsoft.com/office/drawing/2014/main" id="{723875AD-26EC-E52C-9565-615EF2F28A25}"/>
              </a:ext>
              <a:ext uri="{C183D7F6-B498-43B3-948B-1728B52AA6E4}">
                <adec:decorative xmlns:adec="http://schemas.microsoft.com/office/drawing/2017/decorative" val="1"/>
              </a:ext>
            </a:extLst>
          </p:cNvPr>
          <p:cNvSpPr>
            <a:spLocks noGrp="1"/>
          </p:cNvSpPr>
          <p:nvPr>
            <p:ph type="body" sz="quarter" idx="30" hasCustomPrompt="1"/>
          </p:nvPr>
        </p:nvSpPr>
        <p:spPr>
          <a:xfrm>
            <a:off x="6048375" y="140562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9" name="Text Placeholder 28">
            <a:extLst>
              <a:ext uri="{FF2B5EF4-FFF2-40B4-BE49-F238E27FC236}">
                <a16:creationId xmlns:a16="http://schemas.microsoft.com/office/drawing/2014/main" id="{5F593B2E-ED71-E223-F669-179403E5E4FB}"/>
              </a:ext>
            </a:extLst>
          </p:cNvPr>
          <p:cNvSpPr>
            <a:spLocks noGrp="1"/>
          </p:cNvSpPr>
          <p:nvPr>
            <p:ph type="body" sz="quarter" idx="35" hasCustomPrompt="1"/>
          </p:nvPr>
        </p:nvSpPr>
        <p:spPr>
          <a:xfrm>
            <a:off x="6711040" y="1405140"/>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#2</a:t>
            </a:r>
          </a:p>
        </p:txBody>
      </p:sp>
      <p:sp>
        <p:nvSpPr>
          <p:cNvPr id="18" name="Freeform: Shape 23">
            <a:extLst>
              <a:ext uri="{FF2B5EF4-FFF2-40B4-BE49-F238E27FC236}">
                <a16:creationId xmlns:a16="http://schemas.microsoft.com/office/drawing/2014/main" id="{05DB14FD-FDFD-480E-7DC1-1CC61A3ED486}"/>
              </a:ext>
              <a:ext uri="{C183D7F6-B498-43B3-948B-1728B52AA6E4}">
                <adec:decorative xmlns:adec="http://schemas.microsoft.com/office/drawing/2017/decorative" val="1"/>
              </a:ext>
            </a:extLst>
          </p:cNvPr>
          <p:cNvSpPr/>
          <p:nvPr userDrawn="1"/>
        </p:nvSpPr>
        <p:spPr>
          <a:xfrm>
            <a:off x="5963125" y="2062709"/>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21" name="Text Placeholder 7">
            <a:extLst>
              <a:ext uri="{FF2B5EF4-FFF2-40B4-BE49-F238E27FC236}">
                <a16:creationId xmlns:a16="http://schemas.microsoft.com/office/drawing/2014/main" id="{EAEA2976-390A-3B44-AF39-8380A79D1CE1}"/>
              </a:ext>
              <a:ext uri="{C183D7F6-B498-43B3-948B-1728B52AA6E4}">
                <adec:decorative xmlns:adec="http://schemas.microsoft.com/office/drawing/2017/decorative" val="1"/>
              </a:ext>
            </a:extLst>
          </p:cNvPr>
          <p:cNvSpPr>
            <a:spLocks noGrp="1"/>
          </p:cNvSpPr>
          <p:nvPr>
            <p:ph type="body" sz="quarter" idx="31" hasCustomPrompt="1"/>
          </p:nvPr>
        </p:nvSpPr>
        <p:spPr>
          <a:xfrm>
            <a:off x="6048375" y="2115717"/>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30" name="Text Placeholder 28">
            <a:extLst>
              <a:ext uri="{FF2B5EF4-FFF2-40B4-BE49-F238E27FC236}">
                <a16:creationId xmlns:a16="http://schemas.microsoft.com/office/drawing/2014/main" id="{F44D8B43-39BF-0C49-1938-502FFB6FF90D}"/>
              </a:ext>
            </a:extLst>
          </p:cNvPr>
          <p:cNvSpPr>
            <a:spLocks noGrp="1"/>
          </p:cNvSpPr>
          <p:nvPr>
            <p:ph type="body" sz="quarter" idx="36" hasCustomPrompt="1"/>
          </p:nvPr>
        </p:nvSpPr>
        <p:spPr>
          <a:xfrm>
            <a:off x="6711040" y="2115237"/>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#3</a:t>
            </a:r>
          </a:p>
        </p:txBody>
      </p:sp>
      <p:sp>
        <p:nvSpPr>
          <p:cNvPr id="23" name="Freeform: Shape 23">
            <a:extLst>
              <a:ext uri="{FF2B5EF4-FFF2-40B4-BE49-F238E27FC236}">
                <a16:creationId xmlns:a16="http://schemas.microsoft.com/office/drawing/2014/main" id="{6C6B0178-4D84-09B6-1AEE-B06D84163E79}"/>
              </a:ext>
              <a:ext uri="{C183D7F6-B498-43B3-948B-1728B52AA6E4}">
                <adec:decorative xmlns:adec="http://schemas.microsoft.com/office/drawing/2017/decorative" val="1"/>
              </a:ext>
            </a:extLst>
          </p:cNvPr>
          <p:cNvSpPr/>
          <p:nvPr userDrawn="1"/>
        </p:nvSpPr>
        <p:spPr>
          <a:xfrm>
            <a:off x="5963125" y="2776115"/>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24" name="Text Placeholder 7">
            <a:extLst>
              <a:ext uri="{FF2B5EF4-FFF2-40B4-BE49-F238E27FC236}">
                <a16:creationId xmlns:a16="http://schemas.microsoft.com/office/drawing/2014/main" id="{CAE71499-BA44-1A88-BC7E-AE0425F1A4C7}"/>
              </a:ext>
              <a:ext uri="{C183D7F6-B498-43B3-948B-1728B52AA6E4}">
                <adec:decorative xmlns:adec="http://schemas.microsoft.com/office/drawing/2017/decorative" val="1"/>
              </a:ext>
            </a:extLst>
          </p:cNvPr>
          <p:cNvSpPr>
            <a:spLocks noGrp="1"/>
          </p:cNvSpPr>
          <p:nvPr>
            <p:ph type="body" sz="quarter" idx="37" hasCustomPrompt="1"/>
          </p:nvPr>
        </p:nvSpPr>
        <p:spPr>
          <a:xfrm>
            <a:off x="6048375" y="2829123"/>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4" name="Text Placeholder 28">
            <a:extLst>
              <a:ext uri="{FF2B5EF4-FFF2-40B4-BE49-F238E27FC236}">
                <a16:creationId xmlns:a16="http://schemas.microsoft.com/office/drawing/2014/main" id="{F032C43B-3BDF-5C3E-45DE-5DA1A668B9DF}"/>
              </a:ext>
            </a:extLst>
          </p:cNvPr>
          <p:cNvSpPr>
            <a:spLocks noGrp="1"/>
          </p:cNvSpPr>
          <p:nvPr>
            <p:ph type="body" sz="quarter" idx="44" hasCustomPrompt="1"/>
          </p:nvPr>
        </p:nvSpPr>
        <p:spPr>
          <a:xfrm>
            <a:off x="6711040" y="2828643"/>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#4</a:t>
            </a:r>
          </a:p>
        </p:txBody>
      </p:sp>
      <p:sp>
        <p:nvSpPr>
          <p:cNvPr id="25" name="Freeform: Shape 23">
            <a:extLst>
              <a:ext uri="{FF2B5EF4-FFF2-40B4-BE49-F238E27FC236}">
                <a16:creationId xmlns:a16="http://schemas.microsoft.com/office/drawing/2014/main" id="{F9A0C510-BB33-B9EA-315B-AC523922ADB5}"/>
              </a:ext>
              <a:ext uri="{C183D7F6-B498-43B3-948B-1728B52AA6E4}">
                <adec:decorative xmlns:adec="http://schemas.microsoft.com/office/drawing/2017/decorative" val="1"/>
              </a:ext>
            </a:extLst>
          </p:cNvPr>
          <p:cNvSpPr/>
          <p:nvPr userDrawn="1"/>
        </p:nvSpPr>
        <p:spPr>
          <a:xfrm>
            <a:off x="5963125" y="3486212"/>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26" name="Text Placeholder 7">
            <a:extLst>
              <a:ext uri="{FF2B5EF4-FFF2-40B4-BE49-F238E27FC236}">
                <a16:creationId xmlns:a16="http://schemas.microsoft.com/office/drawing/2014/main" id="{21605E19-0C0A-1441-0271-4D83FACDCA21}"/>
              </a:ext>
              <a:ext uri="{C183D7F6-B498-43B3-948B-1728B52AA6E4}">
                <adec:decorative xmlns:adec="http://schemas.microsoft.com/office/drawing/2017/decorative" val="1"/>
              </a:ext>
            </a:extLst>
          </p:cNvPr>
          <p:cNvSpPr>
            <a:spLocks noGrp="1"/>
          </p:cNvSpPr>
          <p:nvPr>
            <p:ph type="body" sz="quarter" idx="38" hasCustomPrompt="1"/>
          </p:nvPr>
        </p:nvSpPr>
        <p:spPr>
          <a:xfrm>
            <a:off x="6048375" y="353922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49" name="Text Placeholder 28">
            <a:extLst>
              <a:ext uri="{FF2B5EF4-FFF2-40B4-BE49-F238E27FC236}">
                <a16:creationId xmlns:a16="http://schemas.microsoft.com/office/drawing/2014/main" id="{FD5B6ABB-70D1-99B4-BC53-6A373D6D84F9}"/>
              </a:ext>
            </a:extLst>
          </p:cNvPr>
          <p:cNvSpPr>
            <a:spLocks noGrp="1"/>
          </p:cNvSpPr>
          <p:nvPr>
            <p:ph type="body" sz="quarter" idx="40" hasCustomPrompt="1"/>
          </p:nvPr>
        </p:nvSpPr>
        <p:spPr>
          <a:xfrm>
            <a:off x="6711040" y="3538740"/>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#5</a:t>
            </a:r>
          </a:p>
        </p:txBody>
      </p:sp>
      <p:sp>
        <p:nvSpPr>
          <p:cNvPr id="27" name="Freeform: Shape 23">
            <a:extLst>
              <a:ext uri="{FF2B5EF4-FFF2-40B4-BE49-F238E27FC236}">
                <a16:creationId xmlns:a16="http://schemas.microsoft.com/office/drawing/2014/main" id="{EA86E362-B95C-FB69-653E-8BF2D9B77DEF}"/>
              </a:ext>
              <a:ext uri="{C183D7F6-B498-43B3-948B-1728B52AA6E4}">
                <adec:decorative xmlns:adec="http://schemas.microsoft.com/office/drawing/2017/decorative" val="1"/>
              </a:ext>
            </a:extLst>
          </p:cNvPr>
          <p:cNvSpPr/>
          <p:nvPr userDrawn="1"/>
        </p:nvSpPr>
        <p:spPr>
          <a:xfrm>
            <a:off x="5963125" y="4196309"/>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28" name="Text Placeholder 7">
            <a:extLst>
              <a:ext uri="{FF2B5EF4-FFF2-40B4-BE49-F238E27FC236}">
                <a16:creationId xmlns:a16="http://schemas.microsoft.com/office/drawing/2014/main" id="{EF8AD617-B555-8075-C8D4-7B1CF97C8D56}"/>
              </a:ext>
              <a:ext uri="{C183D7F6-B498-43B3-948B-1728B52AA6E4}">
                <adec:decorative xmlns:adec="http://schemas.microsoft.com/office/drawing/2017/decorative" val="1"/>
              </a:ext>
            </a:extLst>
          </p:cNvPr>
          <p:cNvSpPr>
            <a:spLocks noGrp="1"/>
          </p:cNvSpPr>
          <p:nvPr>
            <p:ph type="body" sz="quarter" idx="39" hasCustomPrompt="1"/>
          </p:nvPr>
        </p:nvSpPr>
        <p:spPr>
          <a:xfrm>
            <a:off x="6048375" y="4249317"/>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0" name="Text Placeholder 28">
            <a:extLst>
              <a:ext uri="{FF2B5EF4-FFF2-40B4-BE49-F238E27FC236}">
                <a16:creationId xmlns:a16="http://schemas.microsoft.com/office/drawing/2014/main" id="{36F61FC9-F7AC-5966-B5FC-2F41BB56F5A9}"/>
              </a:ext>
            </a:extLst>
          </p:cNvPr>
          <p:cNvSpPr>
            <a:spLocks noGrp="1"/>
          </p:cNvSpPr>
          <p:nvPr>
            <p:ph type="body" sz="quarter" idx="41" hasCustomPrompt="1"/>
          </p:nvPr>
        </p:nvSpPr>
        <p:spPr>
          <a:xfrm>
            <a:off x="6711040" y="4248837"/>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#6</a:t>
            </a:r>
          </a:p>
        </p:txBody>
      </p:sp>
      <p:sp>
        <p:nvSpPr>
          <p:cNvPr id="31" name="Freeform: Shape 23">
            <a:extLst>
              <a:ext uri="{FF2B5EF4-FFF2-40B4-BE49-F238E27FC236}">
                <a16:creationId xmlns:a16="http://schemas.microsoft.com/office/drawing/2014/main" id="{D273A053-474A-7571-41E6-5395E80E6112}"/>
              </a:ext>
              <a:ext uri="{C183D7F6-B498-43B3-948B-1728B52AA6E4}">
                <adec:decorative xmlns:adec="http://schemas.microsoft.com/office/drawing/2017/decorative" val="1"/>
              </a:ext>
            </a:extLst>
          </p:cNvPr>
          <p:cNvSpPr/>
          <p:nvPr userDrawn="1"/>
        </p:nvSpPr>
        <p:spPr>
          <a:xfrm>
            <a:off x="5963125" y="4894809"/>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32" name="Text Placeholder 7">
            <a:extLst>
              <a:ext uri="{FF2B5EF4-FFF2-40B4-BE49-F238E27FC236}">
                <a16:creationId xmlns:a16="http://schemas.microsoft.com/office/drawing/2014/main" id="{B70B4243-54B3-1D1D-A5DF-BE88497A659C}"/>
              </a:ext>
              <a:ext uri="{C183D7F6-B498-43B3-948B-1728B52AA6E4}">
                <adec:decorative xmlns:adec="http://schemas.microsoft.com/office/drawing/2017/decorative" val="1"/>
              </a:ext>
            </a:extLst>
          </p:cNvPr>
          <p:cNvSpPr>
            <a:spLocks noGrp="1"/>
          </p:cNvSpPr>
          <p:nvPr>
            <p:ph type="body" sz="quarter" idx="42" hasCustomPrompt="1"/>
          </p:nvPr>
        </p:nvSpPr>
        <p:spPr>
          <a:xfrm>
            <a:off x="6048375" y="4947817"/>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3" name="Text Placeholder 28">
            <a:extLst>
              <a:ext uri="{FF2B5EF4-FFF2-40B4-BE49-F238E27FC236}">
                <a16:creationId xmlns:a16="http://schemas.microsoft.com/office/drawing/2014/main" id="{9FFCFA24-050A-63CE-F228-2A231E252A26}"/>
              </a:ext>
            </a:extLst>
          </p:cNvPr>
          <p:cNvSpPr>
            <a:spLocks noGrp="1"/>
          </p:cNvSpPr>
          <p:nvPr>
            <p:ph type="body" sz="quarter" idx="43" hasCustomPrompt="1"/>
          </p:nvPr>
        </p:nvSpPr>
        <p:spPr>
          <a:xfrm>
            <a:off x="6711040" y="4947337"/>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#7</a:t>
            </a:r>
          </a:p>
        </p:txBody>
      </p:sp>
      <p:sp>
        <p:nvSpPr>
          <p:cNvPr id="33" name="Freeform: Shape 23">
            <a:extLst>
              <a:ext uri="{FF2B5EF4-FFF2-40B4-BE49-F238E27FC236}">
                <a16:creationId xmlns:a16="http://schemas.microsoft.com/office/drawing/2014/main" id="{C8EF5B74-900F-3093-3E8D-2CF4662C1C7F}"/>
              </a:ext>
              <a:ext uri="{C183D7F6-B498-43B3-948B-1728B52AA6E4}">
                <adec:decorative xmlns:adec="http://schemas.microsoft.com/office/drawing/2017/decorative" val="1"/>
              </a:ext>
            </a:extLst>
          </p:cNvPr>
          <p:cNvSpPr/>
          <p:nvPr userDrawn="1"/>
        </p:nvSpPr>
        <p:spPr>
          <a:xfrm>
            <a:off x="5962561" y="5601523"/>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34" name="Text Placeholder 7">
            <a:extLst>
              <a:ext uri="{FF2B5EF4-FFF2-40B4-BE49-F238E27FC236}">
                <a16:creationId xmlns:a16="http://schemas.microsoft.com/office/drawing/2014/main" id="{275D51CE-283E-D45C-596E-DD48C18F54F6}"/>
              </a:ext>
              <a:ext uri="{C183D7F6-B498-43B3-948B-1728B52AA6E4}">
                <adec:decorative xmlns:adec="http://schemas.microsoft.com/office/drawing/2017/decorative" val="1"/>
              </a:ext>
            </a:extLst>
          </p:cNvPr>
          <p:cNvSpPr>
            <a:spLocks noGrp="1"/>
          </p:cNvSpPr>
          <p:nvPr>
            <p:ph type="body" sz="quarter" idx="45" hasCustomPrompt="1"/>
          </p:nvPr>
        </p:nvSpPr>
        <p:spPr>
          <a:xfrm>
            <a:off x="6047811" y="5654531"/>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13" name="Text Placeholder 28">
            <a:extLst>
              <a:ext uri="{FF2B5EF4-FFF2-40B4-BE49-F238E27FC236}">
                <a16:creationId xmlns:a16="http://schemas.microsoft.com/office/drawing/2014/main" id="{2EBE12C6-B683-F4CB-8D9A-14B85086F516}"/>
              </a:ext>
            </a:extLst>
          </p:cNvPr>
          <p:cNvSpPr>
            <a:spLocks noGrp="1"/>
          </p:cNvSpPr>
          <p:nvPr>
            <p:ph type="body" sz="quarter" idx="46" hasCustomPrompt="1"/>
          </p:nvPr>
        </p:nvSpPr>
        <p:spPr>
          <a:xfrm>
            <a:off x="6711040" y="5654051"/>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#8</a:t>
            </a:r>
          </a:p>
        </p:txBody>
      </p:sp>
      <p:sp>
        <p:nvSpPr>
          <p:cNvPr id="2" name="Slide Number Placeholder 16">
            <a:extLst>
              <a:ext uri="{FF2B5EF4-FFF2-40B4-BE49-F238E27FC236}">
                <a16:creationId xmlns:a16="http://schemas.microsoft.com/office/drawing/2014/main" id="{8CB1BDA8-5D05-6681-463C-CAC234015EC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039D818-D667-C54C-88FF-ED571E1C7C49}"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E32E656D-FF40-FDFC-5518-F7AAF7F2121F}"/>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8754605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s 1B - white">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DD34661-EC62-ABFD-54B0-41CCD0D54680}"/>
              </a:ext>
            </a:extLst>
          </p:cNvPr>
          <p:cNvSpPr>
            <a:spLocks noGrp="1"/>
          </p:cNvSpPr>
          <p:nvPr>
            <p:ph type="title" hasCustomPrompt="1"/>
          </p:nvPr>
        </p:nvSpPr>
        <p:spPr>
          <a:xfrm>
            <a:off x="731520" y="640080"/>
            <a:ext cx="4846320" cy="5120640"/>
          </a:xfrm>
        </p:spPr>
        <p:txBody>
          <a:bodyPr lIns="0">
            <a:noAutofit/>
          </a:bodyPr>
          <a:lstStyle>
            <a:lvl1pPr algn="l">
              <a:lnSpc>
                <a:spcPct val="80000"/>
              </a:lnSpc>
              <a:defRPr sz="8800">
                <a:solidFill>
                  <a:schemeClr val="tx2"/>
                </a:solidFill>
              </a:defRPr>
            </a:lvl1pPr>
          </a:lstStyle>
          <a:p>
            <a:r>
              <a:rPr lang="en-US"/>
              <a:t>Edit title</a:t>
            </a:r>
          </a:p>
        </p:txBody>
      </p:sp>
      <p:sp>
        <p:nvSpPr>
          <p:cNvPr id="2" name="Freeform: Shape 23">
            <a:extLst>
              <a:ext uri="{FF2B5EF4-FFF2-40B4-BE49-F238E27FC236}">
                <a16:creationId xmlns:a16="http://schemas.microsoft.com/office/drawing/2014/main" id="{A89245B3-5A19-2F2B-827A-D3CB85F90F96}"/>
              </a:ext>
              <a:ext uri="{C183D7F6-B498-43B3-948B-1728B52AA6E4}">
                <adec:decorative xmlns:adec="http://schemas.microsoft.com/office/drawing/2017/decorative" val="1"/>
              </a:ext>
            </a:extLst>
          </p:cNvPr>
          <p:cNvSpPr/>
          <p:nvPr userDrawn="1"/>
        </p:nvSpPr>
        <p:spPr>
          <a:xfrm>
            <a:off x="5963125" y="80900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4" name="Text Placeholder 7">
            <a:extLst>
              <a:ext uri="{FF2B5EF4-FFF2-40B4-BE49-F238E27FC236}">
                <a16:creationId xmlns:a16="http://schemas.microsoft.com/office/drawing/2014/main" id="{FA4BEE3C-5779-C448-ED13-CA651EDA31C7}"/>
              </a:ext>
              <a:ext uri="{C183D7F6-B498-43B3-948B-1728B52AA6E4}">
                <adec:decorative xmlns:adec="http://schemas.microsoft.com/office/drawing/2017/decorative" val="0"/>
              </a:ext>
            </a:extLst>
          </p:cNvPr>
          <p:cNvSpPr>
            <a:spLocks noGrp="1"/>
          </p:cNvSpPr>
          <p:nvPr>
            <p:ph type="body" sz="quarter" idx="29" hasCustomPrompt="1"/>
          </p:nvPr>
        </p:nvSpPr>
        <p:spPr>
          <a:xfrm>
            <a:off x="6048375" y="86868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2" name="Subtitle 2">
            <a:extLst>
              <a:ext uri="{FF2B5EF4-FFF2-40B4-BE49-F238E27FC236}">
                <a16:creationId xmlns:a16="http://schemas.microsoft.com/office/drawing/2014/main" id="{9FA2333B-84D3-07B6-44B1-2BAD2D3A56BA}"/>
              </a:ext>
            </a:extLst>
          </p:cNvPr>
          <p:cNvSpPr>
            <a:spLocks noGrp="1"/>
          </p:cNvSpPr>
          <p:nvPr>
            <p:ph type="subTitle" idx="1" hasCustomPrompt="1"/>
          </p:nvPr>
        </p:nvSpPr>
        <p:spPr>
          <a:xfrm>
            <a:off x="6711040" y="640080"/>
            <a:ext cx="4663440" cy="914400"/>
          </a:xfrm>
        </p:spPr>
        <p:txBody>
          <a:bodyPr anchor="ctr">
            <a:noAutofit/>
          </a:bodyPr>
          <a:lstStyle>
            <a:lvl1pPr marL="0" indent="0" algn="l">
              <a:lnSpc>
                <a:spcPct val="100000"/>
              </a:lnSpc>
              <a:buNone/>
              <a:defRPr sz="2000" b="0" i="0">
                <a:solidFill>
                  <a:schemeClr val="tx2"/>
                </a:solidFill>
                <a:latin typeface="Franklin Gothic Book" panose="020B05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Item #1</a:t>
            </a:r>
          </a:p>
        </p:txBody>
      </p:sp>
      <p:sp>
        <p:nvSpPr>
          <p:cNvPr id="5" name="Freeform: Shape 23">
            <a:extLst>
              <a:ext uri="{FF2B5EF4-FFF2-40B4-BE49-F238E27FC236}">
                <a16:creationId xmlns:a16="http://schemas.microsoft.com/office/drawing/2014/main" id="{80CC4AB5-7E4C-B4F2-5151-96A8FE19C1AF}"/>
              </a:ext>
              <a:ext uri="{C183D7F6-B498-43B3-948B-1728B52AA6E4}">
                <adec:decorative xmlns:adec="http://schemas.microsoft.com/office/drawing/2017/decorative" val="1"/>
              </a:ext>
            </a:extLst>
          </p:cNvPr>
          <p:cNvSpPr/>
          <p:nvPr userDrawn="1"/>
        </p:nvSpPr>
        <p:spPr>
          <a:xfrm>
            <a:off x="5963125" y="221108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6" name="Text Placeholder 7">
            <a:extLst>
              <a:ext uri="{FF2B5EF4-FFF2-40B4-BE49-F238E27FC236}">
                <a16:creationId xmlns:a16="http://schemas.microsoft.com/office/drawing/2014/main" id="{0DCB0500-83D0-CB9F-51B5-D07FC3E86E8A}"/>
              </a:ext>
              <a:ext uri="{C183D7F6-B498-43B3-948B-1728B52AA6E4}">
                <adec:decorative xmlns:adec="http://schemas.microsoft.com/office/drawing/2017/decorative" val="1"/>
              </a:ext>
            </a:extLst>
          </p:cNvPr>
          <p:cNvSpPr>
            <a:spLocks noGrp="1"/>
          </p:cNvSpPr>
          <p:nvPr>
            <p:ph type="body" sz="quarter" idx="30" hasCustomPrompt="1"/>
          </p:nvPr>
        </p:nvSpPr>
        <p:spPr>
          <a:xfrm>
            <a:off x="6048375" y="227076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9" name="Text Placeholder 28">
            <a:extLst>
              <a:ext uri="{FF2B5EF4-FFF2-40B4-BE49-F238E27FC236}">
                <a16:creationId xmlns:a16="http://schemas.microsoft.com/office/drawing/2014/main" id="{5F593B2E-ED71-E223-F669-179403E5E4FB}"/>
              </a:ext>
            </a:extLst>
          </p:cNvPr>
          <p:cNvSpPr>
            <a:spLocks noGrp="1"/>
          </p:cNvSpPr>
          <p:nvPr>
            <p:ph type="body" sz="quarter" idx="35" hasCustomPrompt="1"/>
          </p:nvPr>
        </p:nvSpPr>
        <p:spPr>
          <a:xfrm>
            <a:off x="6711040" y="2042160"/>
            <a:ext cx="4663440" cy="914400"/>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#2</a:t>
            </a:r>
          </a:p>
        </p:txBody>
      </p:sp>
      <p:sp>
        <p:nvSpPr>
          <p:cNvPr id="7" name="Freeform: Shape 23">
            <a:extLst>
              <a:ext uri="{FF2B5EF4-FFF2-40B4-BE49-F238E27FC236}">
                <a16:creationId xmlns:a16="http://schemas.microsoft.com/office/drawing/2014/main" id="{DCE77194-445E-2237-F7E3-124A69E2C74F}"/>
              </a:ext>
              <a:ext uri="{C183D7F6-B498-43B3-948B-1728B52AA6E4}">
                <adec:decorative xmlns:adec="http://schemas.microsoft.com/office/drawing/2017/decorative" val="1"/>
              </a:ext>
            </a:extLst>
          </p:cNvPr>
          <p:cNvSpPr/>
          <p:nvPr userDrawn="1"/>
        </p:nvSpPr>
        <p:spPr>
          <a:xfrm>
            <a:off x="5963125" y="361316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8" name="Text Placeholder 7">
            <a:extLst>
              <a:ext uri="{FF2B5EF4-FFF2-40B4-BE49-F238E27FC236}">
                <a16:creationId xmlns:a16="http://schemas.microsoft.com/office/drawing/2014/main" id="{68CD96BE-6829-B64C-2D83-D2E825E70427}"/>
              </a:ext>
              <a:ext uri="{C183D7F6-B498-43B3-948B-1728B52AA6E4}">
                <adec:decorative xmlns:adec="http://schemas.microsoft.com/office/drawing/2017/decorative" val="1"/>
              </a:ext>
            </a:extLst>
          </p:cNvPr>
          <p:cNvSpPr>
            <a:spLocks noGrp="1"/>
          </p:cNvSpPr>
          <p:nvPr>
            <p:ph type="body" sz="quarter" idx="31" hasCustomPrompt="1"/>
          </p:nvPr>
        </p:nvSpPr>
        <p:spPr>
          <a:xfrm>
            <a:off x="6048375" y="367284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30" name="Text Placeholder 28">
            <a:extLst>
              <a:ext uri="{FF2B5EF4-FFF2-40B4-BE49-F238E27FC236}">
                <a16:creationId xmlns:a16="http://schemas.microsoft.com/office/drawing/2014/main" id="{F44D8B43-39BF-0C49-1938-502FFB6FF90D}"/>
              </a:ext>
            </a:extLst>
          </p:cNvPr>
          <p:cNvSpPr>
            <a:spLocks noGrp="1"/>
          </p:cNvSpPr>
          <p:nvPr>
            <p:ph type="body" sz="quarter" idx="36" hasCustomPrompt="1"/>
          </p:nvPr>
        </p:nvSpPr>
        <p:spPr>
          <a:xfrm>
            <a:off x="6711040" y="3444240"/>
            <a:ext cx="4663440" cy="914400"/>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#3</a:t>
            </a:r>
          </a:p>
        </p:txBody>
      </p:sp>
      <p:sp>
        <p:nvSpPr>
          <p:cNvPr id="42" name="Freeform: Shape 23">
            <a:extLst>
              <a:ext uri="{FF2B5EF4-FFF2-40B4-BE49-F238E27FC236}">
                <a16:creationId xmlns:a16="http://schemas.microsoft.com/office/drawing/2014/main" id="{498C0A57-5A51-C3B0-238D-16F9E76BD8A3}"/>
              </a:ext>
              <a:ext uri="{C183D7F6-B498-43B3-948B-1728B52AA6E4}">
                <adec:decorative xmlns:adec="http://schemas.microsoft.com/office/drawing/2017/decorative" val="1"/>
              </a:ext>
            </a:extLst>
          </p:cNvPr>
          <p:cNvSpPr/>
          <p:nvPr userDrawn="1"/>
        </p:nvSpPr>
        <p:spPr>
          <a:xfrm>
            <a:off x="5963125" y="501524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43" name="Text Placeholder 7">
            <a:extLst>
              <a:ext uri="{FF2B5EF4-FFF2-40B4-BE49-F238E27FC236}">
                <a16:creationId xmlns:a16="http://schemas.microsoft.com/office/drawing/2014/main" id="{1443CDE0-2E7C-1381-ECD8-2FCF9A9A1D3C}"/>
              </a:ext>
              <a:ext uri="{C183D7F6-B498-43B3-948B-1728B52AA6E4}">
                <adec:decorative xmlns:adec="http://schemas.microsoft.com/office/drawing/2017/decorative" val="1"/>
              </a:ext>
            </a:extLst>
          </p:cNvPr>
          <p:cNvSpPr>
            <a:spLocks noGrp="1"/>
          </p:cNvSpPr>
          <p:nvPr>
            <p:ph type="body" sz="quarter" idx="37" hasCustomPrompt="1"/>
          </p:nvPr>
        </p:nvSpPr>
        <p:spPr>
          <a:xfrm>
            <a:off x="6048375" y="507492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4" name="Text Placeholder 28">
            <a:extLst>
              <a:ext uri="{FF2B5EF4-FFF2-40B4-BE49-F238E27FC236}">
                <a16:creationId xmlns:a16="http://schemas.microsoft.com/office/drawing/2014/main" id="{F032C43B-3BDF-5C3E-45DE-5DA1A668B9DF}"/>
              </a:ext>
            </a:extLst>
          </p:cNvPr>
          <p:cNvSpPr>
            <a:spLocks noGrp="1"/>
          </p:cNvSpPr>
          <p:nvPr>
            <p:ph type="body" sz="quarter" idx="44" hasCustomPrompt="1"/>
          </p:nvPr>
        </p:nvSpPr>
        <p:spPr>
          <a:xfrm>
            <a:off x="6711040" y="4846320"/>
            <a:ext cx="4663440" cy="914400"/>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#4</a:t>
            </a:r>
          </a:p>
        </p:txBody>
      </p:sp>
      <p:sp>
        <p:nvSpPr>
          <p:cNvPr id="3" name="Slide Number Placeholder 16">
            <a:extLst>
              <a:ext uri="{FF2B5EF4-FFF2-40B4-BE49-F238E27FC236}">
                <a16:creationId xmlns:a16="http://schemas.microsoft.com/office/drawing/2014/main" id="{7578E1D4-AFFE-F97D-C3C9-FACC2D71B954}"/>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30566F0-CF78-654F-AA40-6EA13D4676FB}"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DBDEA453-888B-4A4E-5E97-2BC2AC518D04}"/>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1582193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s 1B - gray">
    <p:bg>
      <p:bgPr>
        <a:solidFill>
          <a:schemeClr val="tx2"/>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DD34661-EC62-ABFD-54B0-41CCD0D54680}"/>
              </a:ext>
            </a:extLst>
          </p:cNvPr>
          <p:cNvSpPr>
            <a:spLocks noGrp="1"/>
          </p:cNvSpPr>
          <p:nvPr>
            <p:ph type="title" hasCustomPrompt="1"/>
          </p:nvPr>
        </p:nvSpPr>
        <p:spPr>
          <a:xfrm>
            <a:off x="731520" y="640080"/>
            <a:ext cx="4846320" cy="5120640"/>
          </a:xfrm>
        </p:spPr>
        <p:txBody>
          <a:bodyPr lIns="0">
            <a:noAutofit/>
          </a:bodyPr>
          <a:lstStyle>
            <a:lvl1pPr algn="l">
              <a:lnSpc>
                <a:spcPct val="80000"/>
              </a:lnSpc>
              <a:defRPr sz="8800">
                <a:solidFill>
                  <a:schemeClr val="bg1"/>
                </a:solidFill>
              </a:defRPr>
            </a:lvl1pPr>
          </a:lstStyle>
          <a:p>
            <a:r>
              <a:rPr lang="en-US"/>
              <a:t>Edit title</a:t>
            </a:r>
          </a:p>
        </p:txBody>
      </p:sp>
      <p:sp>
        <p:nvSpPr>
          <p:cNvPr id="14" name="Freeform: Shape 23">
            <a:extLst>
              <a:ext uri="{FF2B5EF4-FFF2-40B4-BE49-F238E27FC236}">
                <a16:creationId xmlns:a16="http://schemas.microsoft.com/office/drawing/2014/main" id="{17A54E7A-4208-20D7-4FB9-283023EAC80F}"/>
              </a:ext>
              <a:ext uri="{C183D7F6-B498-43B3-948B-1728B52AA6E4}">
                <adec:decorative xmlns:adec="http://schemas.microsoft.com/office/drawing/2017/decorative" val="1"/>
              </a:ext>
            </a:extLst>
          </p:cNvPr>
          <p:cNvSpPr/>
          <p:nvPr userDrawn="1"/>
        </p:nvSpPr>
        <p:spPr>
          <a:xfrm>
            <a:off x="5963125" y="80900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15" name="Text Placeholder 7">
            <a:extLst>
              <a:ext uri="{FF2B5EF4-FFF2-40B4-BE49-F238E27FC236}">
                <a16:creationId xmlns:a16="http://schemas.microsoft.com/office/drawing/2014/main" id="{86F082ED-9E2A-836C-C00C-761463AD193B}"/>
              </a:ext>
              <a:ext uri="{C183D7F6-B498-43B3-948B-1728B52AA6E4}">
                <adec:decorative xmlns:adec="http://schemas.microsoft.com/office/drawing/2017/decorative" val="1"/>
              </a:ext>
            </a:extLst>
          </p:cNvPr>
          <p:cNvSpPr>
            <a:spLocks noGrp="1"/>
          </p:cNvSpPr>
          <p:nvPr>
            <p:ph type="body" sz="quarter" idx="29" hasCustomPrompt="1"/>
          </p:nvPr>
        </p:nvSpPr>
        <p:spPr>
          <a:xfrm>
            <a:off x="6048375" y="86868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dirty="0"/>
              <a:t>#</a:t>
            </a:r>
            <a:endParaRPr lang="zh-CN" altLang="en-US" dirty="0"/>
          </a:p>
        </p:txBody>
      </p:sp>
      <p:sp>
        <p:nvSpPr>
          <p:cNvPr id="22" name="Subtitle 2">
            <a:extLst>
              <a:ext uri="{FF2B5EF4-FFF2-40B4-BE49-F238E27FC236}">
                <a16:creationId xmlns:a16="http://schemas.microsoft.com/office/drawing/2014/main" id="{9FA2333B-84D3-07B6-44B1-2BAD2D3A56BA}"/>
              </a:ext>
            </a:extLst>
          </p:cNvPr>
          <p:cNvSpPr>
            <a:spLocks noGrp="1"/>
          </p:cNvSpPr>
          <p:nvPr>
            <p:ph type="subTitle" idx="1" hasCustomPrompt="1"/>
          </p:nvPr>
        </p:nvSpPr>
        <p:spPr>
          <a:xfrm>
            <a:off x="6711040" y="640080"/>
            <a:ext cx="4663440" cy="914400"/>
          </a:xfrm>
        </p:spPr>
        <p:txBody>
          <a:bodyPr anchor="ctr">
            <a:noAutofit/>
          </a:bodyPr>
          <a:lstStyle>
            <a:lvl1pPr marL="0" indent="0" algn="l">
              <a:lnSpc>
                <a:spcPct val="100000"/>
              </a:lnSpc>
              <a:buNone/>
              <a:defRPr sz="2000" b="0" i="0">
                <a:solidFill>
                  <a:schemeClr val="bg1"/>
                </a:solidFill>
                <a:latin typeface="Franklin Gothic Book" panose="020B05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Item #1</a:t>
            </a:r>
          </a:p>
        </p:txBody>
      </p:sp>
      <p:sp>
        <p:nvSpPr>
          <p:cNvPr id="16" name="Freeform: Shape 23">
            <a:extLst>
              <a:ext uri="{FF2B5EF4-FFF2-40B4-BE49-F238E27FC236}">
                <a16:creationId xmlns:a16="http://schemas.microsoft.com/office/drawing/2014/main" id="{C5E046B0-A2CD-EF96-0C1C-8D3E9330AA90}"/>
              </a:ext>
              <a:ext uri="{C183D7F6-B498-43B3-948B-1728B52AA6E4}">
                <adec:decorative xmlns:adec="http://schemas.microsoft.com/office/drawing/2017/decorative" val="1"/>
              </a:ext>
            </a:extLst>
          </p:cNvPr>
          <p:cNvSpPr/>
          <p:nvPr userDrawn="1"/>
        </p:nvSpPr>
        <p:spPr>
          <a:xfrm>
            <a:off x="5963125" y="221108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17" name="Text Placeholder 7">
            <a:extLst>
              <a:ext uri="{FF2B5EF4-FFF2-40B4-BE49-F238E27FC236}">
                <a16:creationId xmlns:a16="http://schemas.microsoft.com/office/drawing/2014/main" id="{723875AD-26EC-E52C-9565-615EF2F28A25}"/>
              </a:ext>
              <a:ext uri="{C183D7F6-B498-43B3-948B-1728B52AA6E4}">
                <adec:decorative xmlns:adec="http://schemas.microsoft.com/office/drawing/2017/decorative" val="1"/>
              </a:ext>
            </a:extLst>
          </p:cNvPr>
          <p:cNvSpPr>
            <a:spLocks noGrp="1"/>
          </p:cNvSpPr>
          <p:nvPr>
            <p:ph type="body" sz="quarter" idx="30" hasCustomPrompt="1"/>
          </p:nvPr>
        </p:nvSpPr>
        <p:spPr>
          <a:xfrm>
            <a:off x="6048375" y="227076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9" name="Text Placeholder 28">
            <a:extLst>
              <a:ext uri="{FF2B5EF4-FFF2-40B4-BE49-F238E27FC236}">
                <a16:creationId xmlns:a16="http://schemas.microsoft.com/office/drawing/2014/main" id="{5F593B2E-ED71-E223-F669-179403E5E4FB}"/>
              </a:ext>
            </a:extLst>
          </p:cNvPr>
          <p:cNvSpPr>
            <a:spLocks noGrp="1"/>
          </p:cNvSpPr>
          <p:nvPr>
            <p:ph type="body" sz="quarter" idx="35" hasCustomPrompt="1"/>
          </p:nvPr>
        </p:nvSpPr>
        <p:spPr>
          <a:xfrm>
            <a:off x="6711040" y="2042160"/>
            <a:ext cx="4663440" cy="914400"/>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#2</a:t>
            </a:r>
          </a:p>
        </p:txBody>
      </p:sp>
      <p:sp>
        <p:nvSpPr>
          <p:cNvPr id="18" name="Freeform: Shape 23">
            <a:extLst>
              <a:ext uri="{FF2B5EF4-FFF2-40B4-BE49-F238E27FC236}">
                <a16:creationId xmlns:a16="http://schemas.microsoft.com/office/drawing/2014/main" id="{05DB14FD-FDFD-480E-7DC1-1CC61A3ED486}"/>
              </a:ext>
              <a:ext uri="{C183D7F6-B498-43B3-948B-1728B52AA6E4}">
                <adec:decorative xmlns:adec="http://schemas.microsoft.com/office/drawing/2017/decorative" val="1"/>
              </a:ext>
            </a:extLst>
          </p:cNvPr>
          <p:cNvSpPr/>
          <p:nvPr userDrawn="1"/>
        </p:nvSpPr>
        <p:spPr>
          <a:xfrm>
            <a:off x="5963125" y="361316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21" name="Text Placeholder 7">
            <a:extLst>
              <a:ext uri="{FF2B5EF4-FFF2-40B4-BE49-F238E27FC236}">
                <a16:creationId xmlns:a16="http://schemas.microsoft.com/office/drawing/2014/main" id="{EAEA2976-390A-3B44-AF39-8380A79D1CE1}"/>
              </a:ext>
              <a:ext uri="{C183D7F6-B498-43B3-948B-1728B52AA6E4}">
                <adec:decorative xmlns:adec="http://schemas.microsoft.com/office/drawing/2017/decorative" val="1"/>
              </a:ext>
            </a:extLst>
          </p:cNvPr>
          <p:cNvSpPr>
            <a:spLocks noGrp="1"/>
          </p:cNvSpPr>
          <p:nvPr>
            <p:ph type="body" sz="quarter" idx="31" hasCustomPrompt="1"/>
          </p:nvPr>
        </p:nvSpPr>
        <p:spPr>
          <a:xfrm>
            <a:off x="6048375" y="367284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30" name="Text Placeholder 28">
            <a:extLst>
              <a:ext uri="{FF2B5EF4-FFF2-40B4-BE49-F238E27FC236}">
                <a16:creationId xmlns:a16="http://schemas.microsoft.com/office/drawing/2014/main" id="{F44D8B43-39BF-0C49-1938-502FFB6FF90D}"/>
              </a:ext>
            </a:extLst>
          </p:cNvPr>
          <p:cNvSpPr>
            <a:spLocks noGrp="1"/>
          </p:cNvSpPr>
          <p:nvPr>
            <p:ph type="body" sz="quarter" idx="36" hasCustomPrompt="1"/>
          </p:nvPr>
        </p:nvSpPr>
        <p:spPr>
          <a:xfrm>
            <a:off x="6711040" y="3444240"/>
            <a:ext cx="4663440" cy="914400"/>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#3</a:t>
            </a:r>
          </a:p>
        </p:txBody>
      </p:sp>
      <p:sp>
        <p:nvSpPr>
          <p:cNvPr id="23" name="Freeform: Shape 23">
            <a:extLst>
              <a:ext uri="{FF2B5EF4-FFF2-40B4-BE49-F238E27FC236}">
                <a16:creationId xmlns:a16="http://schemas.microsoft.com/office/drawing/2014/main" id="{6C6B0178-4D84-09B6-1AEE-B06D84163E79}"/>
              </a:ext>
              <a:ext uri="{C183D7F6-B498-43B3-948B-1728B52AA6E4}">
                <adec:decorative xmlns:adec="http://schemas.microsoft.com/office/drawing/2017/decorative" val="1"/>
              </a:ext>
            </a:extLst>
          </p:cNvPr>
          <p:cNvSpPr/>
          <p:nvPr userDrawn="1"/>
        </p:nvSpPr>
        <p:spPr>
          <a:xfrm>
            <a:off x="5963125" y="501524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24" name="Text Placeholder 7">
            <a:extLst>
              <a:ext uri="{FF2B5EF4-FFF2-40B4-BE49-F238E27FC236}">
                <a16:creationId xmlns:a16="http://schemas.microsoft.com/office/drawing/2014/main" id="{CAE71499-BA44-1A88-BC7E-AE0425F1A4C7}"/>
              </a:ext>
              <a:ext uri="{C183D7F6-B498-43B3-948B-1728B52AA6E4}">
                <adec:decorative xmlns:adec="http://schemas.microsoft.com/office/drawing/2017/decorative" val="1"/>
              </a:ext>
            </a:extLst>
          </p:cNvPr>
          <p:cNvSpPr>
            <a:spLocks noGrp="1"/>
          </p:cNvSpPr>
          <p:nvPr>
            <p:ph type="body" sz="quarter" idx="37" hasCustomPrompt="1"/>
          </p:nvPr>
        </p:nvSpPr>
        <p:spPr>
          <a:xfrm>
            <a:off x="6048375" y="507492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4" name="Text Placeholder 28">
            <a:extLst>
              <a:ext uri="{FF2B5EF4-FFF2-40B4-BE49-F238E27FC236}">
                <a16:creationId xmlns:a16="http://schemas.microsoft.com/office/drawing/2014/main" id="{F032C43B-3BDF-5C3E-45DE-5DA1A668B9DF}"/>
              </a:ext>
            </a:extLst>
          </p:cNvPr>
          <p:cNvSpPr>
            <a:spLocks noGrp="1"/>
          </p:cNvSpPr>
          <p:nvPr>
            <p:ph type="body" sz="quarter" idx="44" hasCustomPrompt="1"/>
          </p:nvPr>
        </p:nvSpPr>
        <p:spPr>
          <a:xfrm>
            <a:off x="6711040" y="4846320"/>
            <a:ext cx="4663440" cy="914400"/>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#4</a:t>
            </a:r>
          </a:p>
        </p:txBody>
      </p:sp>
      <p:sp>
        <p:nvSpPr>
          <p:cNvPr id="2" name="Slide Number Placeholder 16">
            <a:extLst>
              <a:ext uri="{FF2B5EF4-FFF2-40B4-BE49-F238E27FC236}">
                <a16:creationId xmlns:a16="http://schemas.microsoft.com/office/drawing/2014/main" id="{8CB1BDA8-5D05-6681-463C-CAC234015EC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039D818-D667-C54C-88FF-ED571E1C7C49}"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E32E656D-FF40-FDFC-5518-F7AAF7F2121F}"/>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8661125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s 2 - white">
    <p:bg>
      <p:bgPr>
        <a:solidFill>
          <a:schemeClr val="bg1"/>
        </a:solidFill>
        <a:effectLst/>
      </p:bgPr>
    </p:bg>
    <p:spTree>
      <p:nvGrpSpPr>
        <p:cNvPr id="1" name=""/>
        <p:cNvGrpSpPr/>
        <p:nvPr/>
      </p:nvGrpSpPr>
      <p:grpSpPr>
        <a:xfrm>
          <a:off x="0" y="0"/>
          <a:ext cx="0" cy="0"/>
          <a:chOff x="0" y="0"/>
          <a:chExt cx="0" cy="0"/>
        </a:xfrm>
      </p:grpSpPr>
      <p:sp>
        <p:nvSpPr>
          <p:cNvPr id="79" name="Title 1">
            <a:extLst>
              <a:ext uri="{FF2B5EF4-FFF2-40B4-BE49-F238E27FC236}">
                <a16:creationId xmlns:a16="http://schemas.microsoft.com/office/drawing/2014/main" id="{9D9BCF3B-85B8-79F3-D824-8D4B16700AA0}"/>
              </a:ext>
            </a:extLst>
          </p:cNvPr>
          <p:cNvSpPr>
            <a:spLocks noGrp="1"/>
          </p:cNvSpPr>
          <p:nvPr>
            <p:ph type="title" hasCustomPrompt="1"/>
          </p:nvPr>
        </p:nvSpPr>
        <p:spPr>
          <a:xfrm>
            <a:off x="731520" y="457200"/>
            <a:ext cx="10698480" cy="640080"/>
          </a:xfrm>
        </p:spPr>
        <p:txBody>
          <a:bodyPr lIns="0" rIns="0"/>
          <a:lstStyle>
            <a:lvl1pPr>
              <a:defRPr>
                <a:solidFill>
                  <a:schemeClr val="tx2"/>
                </a:solidFill>
              </a:defRPr>
            </a:lvl1pPr>
          </a:lstStyle>
          <a:p>
            <a:r>
              <a:rPr lang="en-US"/>
              <a:t>Edit title</a:t>
            </a:r>
          </a:p>
        </p:txBody>
      </p:sp>
      <p:sp>
        <p:nvSpPr>
          <p:cNvPr id="84" name="Text Placeholder 2">
            <a:extLst>
              <a:ext uri="{FF2B5EF4-FFF2-40B4-BE49-F238E27FC236}">
                <a16:creationId xmlns:a16="http://schemas.microsoft.com/office/drawing/2014/main" id="{E372236E-5F5C-A488-70D4-77251F23C78D}"/>
              </a:ext>
            </a:extLst>
          </p:cNvPr>
          <p:cNvSpPr>
            <a:spLocks noGrp="1"/>
          </p:cNvSpPr>
          <p:nvPr>
            <p:ph idx="10" hasCustomPrompt="1"/>
          </p:nvPr>
        </p:nvSpPr>
        <p:spPr>
          <a:xfrm>
            <a:off x="732691" y="221396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3" name="Text Placeholder 2">
            <a:extLst>
              <a:ext uri="{FF2B5EF4-FFF2-40B4-BE49-F238E27FC236}">
                <a16:creationId xmlns:a16="http://schemas.microsoft.com/office/drawing/2014/main" id="{5CB68BC5-0E25-AE0F-762F-27C654524575}"/>
              </a:ext>
            </a:extLst>
          </p:cNvPr>
          <p:cNvSpPr>
            <a:spLocks noGrp="1"/>
          </p:cNvSpPr>
          <p:nvPr>
            <p:ph idx="1" hasCustomPrompt="1"/>
          </p:nvPr>
        </p:nvSpPr>
        <p:spPr>
          <a:xfrm>
            <a:off x="1624232" y="2213963"/>
            <a:ext cx="2167382" cy="726464"/>
          </a:xfrm>
          <a:prstGeom prst="rect">
            <a:avLst/>
          </a:prstGeom>
        </p:spPr>
        <p:txBody>
          <a:bodyPr vert="horz" lIns="0" tIns="9144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cxnSp>
        <p:nvCxnSpPr>
          <p:cNvPr id="9" name="Straight Connector 8">
            <a:extLst>
              <a:ext uri="{FF2B5EF4-FFF2-40B4-BE49-F238E27FC236}">
                <a16:creationId xmlns:a16="http://schemas.microsoft.com/office/drawing/2014/main" id="{4C1A1520-FA70-E937-39A5-D14C48AE5831}"/>
              </a:ext>
              <a:ext uri="{C183D7F6-B498-43B3-948B-1728B52AA6E4}">
                <adec:decorative xmlns:adec="http://schemas.microsoft.com/office/drawing/2017/decorative" val="1"/>
              </a:ext>
            </a:extLst>
          </p:cNvPr>
          <p:cNvCxnSpPr>
            <a:cxnSpLocks/>
          </p:cNvCxnSpPr>
          <p:nvPr userDrawn="1"/>
        </p:nvCxnSpPr>
        <p:spPr>
          <a:xfrm>
            <a:off x="8294877" y="5381957"/>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2">
            <a:extLst>
              <a:ext uri="{FF2B5EF4-FFF2-40B4-BE49-F238E27FC236}">
                <a16:creationId xmlns:a16="http://schemas.microsoft.com/office/drawing/2014/main" id="{0156ACC3-BECE-6FE3-5904-2531DB5B41D6}"/>
              </a:ext>
            </a:extLst>
          </p:cNvPr>
          <p:cNvSpPr>
            <a:spLocks noGrp="1"/>
          </p:cNvSpPr>
          <p:nvPr>
            <p:ph idx="12" hasCustomPrompt="1"/>
          </p:nvPr>
        </p:nvSpPr>
        <p:spPr>
          <a:xfrm>
            <a:off x="732691" y="332570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5" name="Text Placeholder 2">
            <a:extLst>
              <a:ext uri="{FF2B5EF4-FFF2-40B4-BE49-F238E27FC236}">
                <a16:creationId xmlns:a16="http://schemas.microsoft.com/office/drawing/2014/main" id="{8772C401-0939-7420-E97F-3550D6C362D9}"/>
              </a:ext>
            </a:extLst>
          </p:cNvPr>
          <p:cNvSpPr>
            <a:spLocks noGrp="1"/>
          </p:cNvSpPr>
          <p:nvPr>
            <p:ph idx="11" hasCustomPrompt="1"/>
          </p:nvPr>
        </p:nvSpPr>
        <p:spPr>
          <a:xfrm>
            <a:off x="1624316" y="3316320"/>
            <a:ext cx="2165517" cy="731209"/>
          </a:xfrm>
          <a:prstGeom prst="rect">
            <a:avLst/>
          </a:prstGeom>
        </p:spPr>
        <p:txBody>
          <a:bodyPr vert="horz" lIns="0" tIns="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88" name="Text Placeholder 2">
            <a:extLst>
              <a:ext uri="{FF2B5EF4-FFF2-40B4-BE49-F238E27FC236}">
                <a16:creationId xmlns:a16="http://schemas.microsoft.com/office/drawing/2014/main" id="{8F769DB1-0C87-FA33-E989-33EB5B4974AA}"/>
              </a:ext>
            </a:extLst>
          </p:cNvPr>
          <p:cNvSpPr>
            <a:spLocks noGrp="1"/>
          </p:cNvSpPr>
          <p:nvPr>
            <p:ph idx="14" hasCustomPrompt="1"/>
          </p:nvPr>
        </p:nvSpPr>
        <p:spPr>
          <a:xfrm>
            <a:off x="732691" y="443744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7" name="Text Placeholder 2">
            <a:extLst>
              <a:ext uri="{FF2B5EF4-FFF2-40B4-BE49-F238E27FC236}">
                <a16:creationId xmlns:a16="http://schemas.microsoft.com/office/drawing/2014/main" id="{1379662A-01FD-5B40-FDDB-542186E35D4B}"/>
              </a:ext>
            </a:extLst>
          </p:cNvPr>
          <p:cNvSpPr>
            <a:spLocks noGrp="1"/>
          </p:cNvSpPr>
          <p:nvPr>
            <p:ph idx="13" hasCustomPrompt="1"/>
          </p:nvPr>
        </p:nvSpPr>
        <p:spPr>
          <a:xfrm>
            <a:off x="1624232" y="4437443"/>
            <a:ext cx="2167382" cy="731209"/>
          </a:xfrm>
          <a:prstGeom prst="rect">
            <a:avLst/>
          </a:prstGeom>
        </p:spPr>
        <p:txBody>
          <a:bodyPr vert="horz" lIns="0" tIns="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0" name="Text Placeholder 2">
            <a:extLst>
              <a:ext uri="{FF2B5EF4-FFF2-40B4-BE49-F238E27FC236}">
                <a16:creationId xmlns:a16="http://schemas.microsoft.com/office/drawing/2014/main" id="{D1260F5F-D7B2-86E1-835C-8F330EB9585F}"/>
              </a:ext>
            </a:extLst>
          </p:cNvPr>
          <p:cNvSpPr>
            <a:spLocks noGrp="1"/>
          </p:cNvSpPr>
          <p:nvPr>
            <p:ph idx="16" hasCustomPrompt="1"/>
          </p:nvPr>
        </p:nvSpPr>
        <p:spPr>
          <a:xfrm>
            <a:off x="4519246" y="221396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9" name="Text Placeholder 2">
            <a:extLst>
              <a:ext uri="{FF2B5EF4-FFF2-40B4-BE49-F238E27FC236}">
                <a16:creationId xmlns:a16="http://schemas.microsoft.com/office/drawing/2014/main" id="{B73676C1-4B95-8E96-8641-63D707866ED9}"/>
              </a:ext>
            </a:extLst>
          </p:cNvPr>
          <p:cNvSpPr>
            <a:spLocks noGrp="1"/>
          </p:cNvSpPr>
          <p:nvPr>
            <p:ph idx="15" hasCustomPrompt="1"/>
          </p:nvPr>
        </p:nvSpPr>
        <p:spPr>
          <a:xfrm>
            <a:off x="5410785" y="2213963"/>
            <a:ext cx="2167383" cy="726464"/>
          </a:xfrm>
          <a:prstGeom prst="rect">
            <a:avLst/>
          </a:prstGeom>
        </p:spPr>
        <p:txBody>
          <a:bodyPr vert="horz" lIns="0" tIns="9144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2" name="Text Placeholder 2">
            <a:extLst>
              <a:ext uri="{FF2B5EF4-FFF2-40B4-BE49-F238E27FC236}">
                <a16:creationId xmlns:a16="http://schemas.microsoft.com/office/drawing/2014/main" id="{4F718B81-3EE1-C9BA-169D-C16E74FB105E}"/>
              </a:ext>
            </a:extLst>
          </p:cNvPr>
          <p:cNvSpPr>
            <a:spLocks noGrp="1"/>
          </p:cNvSpPr>
          <p:nvPr>
            <p:ph idx="18" hasCustomPrompt="1"/>
          </p:nvPr>
        </p:nvSpPr>
        <p:spPr>
          <a:xfrm>
            <a:off x="4519246" y="332570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1" name="Text Placeholder 2">
            <a:extLst>
              <a:ext uri="{FF2B5EF4-FFF2-40B4-BE49-F238E27FC236}">
                <a16:creationId xmlns:a16="http://schemas.microsoft.com/office/drawing/2014/main" id="{868B49A8-3FF7-F44C-4FD9-1B337ADDB23F}"/>
              </a:ext>
            </a:extLst>
          </p:cNvPr>
          <p:cNvSpPr>
            <a:spLocks noGrp="1"/>
          </p:cNvSpPr>
          <p:nvPr>
            <p:ph idx="17" hasCustomPrompt="1"/>
          </p:nvPr>
        </p:nvSpPr>
        <p:spPr>
          <a:xfrm>
            <a:off x="5410871" y="3316320"/>
            <a:ext cx="2165518" cy="731209"/>
          </a:xfrm>
          <a:prstGeom prst="rect">
            <a:avLst/>
          </a:prstGeom>
        </p:spPr>
        <p:txBody>
          <a:bodyPr vert="horz" lIns="0" tIns="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4" name="Text Placeholder 2">
            <a:extLst>
              <a:ext uri="{FF2B5EF4-FFF2-40B4-BE49-F238E27FC236}">
                <a16:creationId xmlns:a16="http://schemas.microsoft.com/office/drawing/2014/main" id="{1657484D-731D-5FB7-5141-A88007861369}"/>
              </a:ext>
            </a:extLst>
          </p:cNvPr>
          <p:cNvSpPr>
            <a:spLocks noGrp="1"/>
          </p:cNvSpPr>
          <p:nvPr>
            <p:ph idx="20" hasCustomPrompt="1"/>
          </p:nvPr>
        </p:nvSpPr>
        <p:spPr>
          <a:xfrm>
            <a:off x="4519246" y="443744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3" name="Text Placeholder 2">
            <a:extLst>
              <a:ext uri="{FF2B5EF4-FFF2-40B4-BE49-F238E27FC236}">
                <a16:creationId xmlns:a16="http://schemas.microsoft.com/office/drawing/2014/main" id="{35C426E4-BA6F-B2D2-8C19-DB253FCF2B9D}"/>
              </a:ext>
            </a:extLst>
          </p:cNvPr>
          <p:cNvSpPr>
            <a:spLocks noGrp="1"/>
          </p:cNvSpPr>
          <p:nvPr>
            <p:ph idx="19" hasCustomPrompt="1"/>
          </p:nvPr>
        </p:nvSpPr>
        <p:spPr>
          <a:xfrm>
            <a:off x="5410785" y="4437443"/>
            <a:ext cx="2167383" cy="731209"/>
          </a:xfrm>
          <a:prstGeom prst="rect">
            <a:avLst/>
          </a:prstGeom>
        </p:spPr>
        <p:txBody>
          <a:bodyPr vert="horz" lIns="0" tIns="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6" name="Text Placeholder 2">
            <a:extLst>
              <a:ext uri="{FF2B5EF4-FFF2-40B4-BE49-F238E27FC236}">
                <a16:creationId xmlns:a16="http://schemas.microsoft.com/office/drawing/2014/main" id="{9090F094-F7ED-77CB-41EF-17B7C22EB33B}"/>
              </a:ext>
            </a:extLst>
          </p:cNvPr>
          <p:cNvSpPr>
            <a:spLocks noGrp="1"/>
          </p:cNvSpPr>
          <p:nvPr>
            <p:ph idx="22" hasCustomPrompt="1"/>
          </p:nvPr>
        </p:nvSpPr>
        <p:spPr>
          <a:xfrm>
            <a:off x="8305801" y="221396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5" name="Text Placeholder 2">
            <a:extLst>
              <a:ext uri="{FF2B5EF4-FFF2-40B4-BE49-F238E27FC236}">
                <a16:creationId xmlns:a16="http://schemas.microsoft.com/office/drawing/2014/main" id="{DF98D7BA-1383-557A-E498-ED13BC872744}"/>
              </a:ext>
            </a:extLst>
          </p:cNvPr>
          <p:cNvSpPr>
            <a:spLocks noGrp="1"/>
          </p:cNvSpPr>
          <p:nvPr>
            <p:ph idx="21" hasCustomPrompt="1"/>
          </p:nvPr>
        </p:nvSpPr>
        <p:spPr>
          <a:xfrm>
            <a:off x="9197340" y="2213963"/>
            <a:ext cx="2167383" cy="726464"/>
          </a:xfrm>
          <a:prstGeom prst="rect">
            <a:avLst/>
          </a:prstGeom>
        </p:spPr>
        <p:txBody>
          <a:bodyPr vert="horz" lIns="0" tIns="9144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8" name="Text Placeholder 2">
            <a:extLst>
              <a:ext uri="{FF2B5EF4-FFF2-40B4-BE49-F238E27FC236}">
                <a16:creationId xmlns:a16="http://schemas.microsoft.com/office/drawing/2014/main" id="{CB06AAFF-77A4-F89D-B71F-BF182E5BD0FD}"/>
              </a:ext>
            </a:extLst>
          </p:cNvPr>
          <p:cNvSpPr>
            <a:spLocks noGrp="1"/>
          </p:cNvSpPr>
          <p:nvPr>
            <p:ph idx="24" hasCustomPrompt="1"/>
          </p:nvPr>
        </p:nvSpPr>
        <p:spPr>
          <a:xfrm>
            <a:off x="8305801" y="332570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7" name="Text Placeholder 2">
            <a:extLst>
              <a:ext uri="{FF2B5EF4-FFF2-40B4-BE49-F238E27FC236}">
                <a16:creationId xmlns:a16="http://schemas.microsoft.com/office/drawing/2014/main" id="{7F0EDBD2-4586-59EC-E497-9125ED943460}"/>
              </a:ext>
            </a:extLst>
          </p:cNvPr>
          <p:cNvSpPr>
            <a:spLocks noGrp="1"/>
          </p:cNvSpPr>
          <p:nvPr>
            <p:ph idx="23" hasCustomPrompt="1"/>
          </p:nvPr>
        </p:nvSpPr>
        <p:spPr>
          <a:xfrm>
            <a:off x="9197426" y="3316320"/>
            <a:ext cx="2165518" cy="731209"/>
          </a:xfrm>
          <a:prstGeom prst="rect">
            <a:avLst/>
          </a:prstGeom>
        </p:spPr>
        <p:txBody>
          <a:bodyPr vert="horz" lIns="0" tIns="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5" name="Text Placeholder 2">
            <a:extLst>
              <a:ext uri="{FF2B5EF4-FFF2-40B4-BE49-F238E27FC236}">
                <a16:creationId xmlns:a16="http://schemas.microsoft.com/office/drawing/2014/main" id="{AE7DCF0E-52A3-A805-7D31-6D9DEE2A21F6}"/>
              </a:ext>
            </a:extLst>
          </p:cNvPr>
          <p:cNvSpPr>
            <a:spLocks noGrp="1"/>
          </p:cNvSpPr>
          <p:nvPr>
            <p:ph idx="26" hasCustomPrompt="1"/>
          </p:nvPr>
        </p:nvSpPr>
        <p:spPr>
          <a:xfrm>
            <a:off x="8305801" y="4432701"/>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3" name="Text Placeholder 2">
            <a:extLst>
              <a:ext uri="{FF2B5EF4-FFF2-40B4-BE49-F238E27FC236}">
                <a16:creationId xmlns:a16="http://schemas.microsoft.com/office/drawing/2014/main" id="{4915AECE-59E4-6183-5296-3C3936AE732E}"/>
              </a:ext>
            </a:extLst>
          </p:cNvPr>
          <p:cNvSpPr>
            <a:spLocks noGrp="1"/>
          </p:cNvSpPr>
          <p:nvPr>
            <p:ph idx="25" hasCustomPrompt="1"/>
          </p:nvPr>
        </p:nvSpPr>
        <p:spPr>
          <a:xfrm>
            <a:off x="9197340" y="4432701"/>
            <a:ext cx="2167383" cy="731209"/>
          </a:xfrm>
          <a:prstGeom prst="rect">
            <a:avLst/>
          </a:prstGeom>
        </p:spPr>
        <p:txBody>
          <a:bodyPr vert="horz" lIns="0" tIns="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cxnSp>
        <p:nvCxnSpPr>
          <p:cNvPr id="2" name="Straight Connector 1">
            <a:extLst>
              <a:ext uri="{FF2B5EF4-FFF2-40B4-BE49-F238E27FC236}">
                <a16:creationId xmlns:a16="http://schemas.microsoft.com/office/drawing/2014/main" id="{79AFA5EA-7559-6119-AF59-5F767F4AA14D}"/>
              </a:ext>
              <a:ext uri="{C183D7F6-B498-43B3-948B-1728B52AA6E4}">
                <adec:decorative xmlns:adec="http://schemas.microsoft.com/office/drawing/2017/decorative" val="1"/>
              </a:ext>
            </a:extLst>
          </p:cNvPr>
          <p:cNvCxnSpPr>
            <a:cxnSpLocks/>
          </p:cNvCxnSpPr>
          <p:nvPr userDrawn="1"/>
        </p:nvCxnSpPr>
        <p:spPr>
          <a:xfrm>
            <a:off x="8294877" y="4222308"/>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B110FD3-C1C5-0A2A-447D-7D22CD4A67DD}"/>
              </a:ext>
              <a:ext uri="{C183D7F6-B498-43B3-948B-1728B52AA6E4}">
                <adec:decorative xmlns:adec="http://schemas.microsoft.com/office/drawing/2017/decorative" val="1"/>
              </a:ext>
            </a:extLst>
          </p:cNvPr>
          <p:cNvCxnSpPr>
            <a:cxnSpLocks/>
          </p:cNvCxnSpPr>
          <p:nvPr userDrawn="1"/>
        </p:nvCxnSpPr>
        <p:spPr>
          <a:xfrm>
            <a:off x="8294877" y="3115310"/>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12FF3798-A4DD-D40F-BC30-26A0BD116DFB}"/>
              </a:ext>
              <a:ext uri="{C183D7F6-B498-43B3-948B-1728B52AA6E4}">
                <adec:decorative xmlns:adec="http://schemas.microsoft.com/office/drawing/2017/decorative" val="1"/>
              </a:ext>
            </a:extLst>
          </p:cNvPr>
          <p:cNvCxnSpPr>
            <a:cxnSpLocks/>
          </p:cNvCxnSpPr>
          <p:nvPr userDrawn="1"/>
        </p:nvCxnSpPr>
        <p:spPr>
          <a:xfrm>
            <a:off x="8294877" y="2008202"/>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9E0AF1-312F-BFC5-B722-A0F7DD4184E6}"/>
              </a:ext>
              <a:ext uri="{C183D7F6-B498-43B3-948B-1728B52AA6E4}">
                <adec:decorative xmlns:adec="http://schemas.microsoft.com/office/drawing/2017/decorative" val="1"/>
              </a:ext>
            </a:extLst>
          </p:cNvPr>
          <p:cNvCxnSpPr>
            <a:cxnSpLocks/>
          </p:cNvCxnSpPr>
          <p:nvPr userDrawn="1"/>
        </p:nvCxnSpPr>
        <p:spPr>
          <a:xfrm>
            <a:off x="4516314" y="5381957"/>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19E87B3-EE42-57D7-6C81-B58AD143F296}"/>
              </a:ext>
              <a:ext uri="{C183D7F6-B498-43B3-948B-1728B52AA6E4}">
                <adec:decorative xmlns:adec="http://schemas.microsoft.com/office/drawing/2017/decorative" val="1"/>
              </a:ext>
            </a:extLst>
          </p:cNvPr>
          <p:cNvCxnSpPr>
            <a:cxnSpLocks/>
          </p:cNvCxnSpPr>
          <p:nvPr userDrawn="1"/>
        </p:nvCxnSpPr>
        <p:spPr>
          <a:xfrm>
            <a:off x="4516314" y="4222418"/>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78D9E33-6352-4012-44E2-1A809263DDAA}"/>
              </a:ext>
              <a:ext uri="{C183D7F6-B498-43B3-948B-1728B52AA6E4}">
                <adec:decorative xmlns:adec="http://schemas.microsoft.com/office/drawing/2017/decorative" val="1"/>
              </a:ext>
            </a:extLst>
          </p:cNvPr>
          <p:cNvCxnSpPr>
            <a:cxnSpLocks/>
          </p:cNvCxnSpPr>
          <p:nvPr userDrawn="1"/>
        </p:nvCxnSpPr>
        <p:spPr>
          <a:xfrm>
            <a:off x="4516314" y="3115310"/>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6A159CB-D64A-598E-4CB3-4903109424A0}"/>
              </a:ext>
              <a:ext uri="{C183D7F6-B498-43B3-948B-1728B52AA6E4}">
                <adec:decorative xmlns:adec="http://schemas.microsoft.com/office/drawing/2017/decorative" val="1"/>
              </a:ext>
            </a:extLst>
          </p:cNvPr>
          <p:cNvCxnSpPr>
            <a:cxnSpLocks/>
          </p:cNvCxnSpPr>
          <p:nvPr userDrawn="1"/>
        </p:nvCxnSpPr>
        <p:spPr>
          <a:xfrm>
            <a:off x="4516314" y="2008202"/>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57392B3-682D-A616-62F0-0D8CE76DD2E9}"/>
              </a:ext>
              <a:ext uri="{C183D7F6-B498-43B3-948B-1728B52AA6E4}">
                <adec:decorative xmlns:adec="http://schemas.microsoft.com/office/drawing/2017/decorative" val="1"/>
              </a:ext>
            </a:extLst>
          </p:cNvPr>
          <p:cNvCxnSpPr>
            <a:cxnSpLocks/>
          </p:cNvCxnSpPr>
          <p:nvPr userDrawn="1"/>
        </p:nvCxnSpPr>
        <p:spPr>
          <a:xfrm>
            <a:off x="737751" y="5381957"/>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A3AD1F8-EEE8-5F51-01B4-05D79B18C345}"/>
              </a:ext>
              <a:ext uri="{C183D7F6-B498-43B3-948B-1728B52AA6E4}">
                <adec:decorative xmlns:adec="http://schemas.microsoft.com/office/drawing/2017/decorative" val="1"/>
              </a:ext>
            </a:extLst>
          </p:cNvPr>
          <p:cNvCxnSpPr>
            <a:cxnSpLocks/>
          </p:cNvCxnSpPr>
          <p:nvPr userDrawn="1"/>
        </p:nvCxnSpPr>
        <p:spPr>
          <a:xfrm>
            <a:off x="737751" y="4222418"/>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0641F78-63DF-97A5-24FF-7C4B01FBAE76}"/>
              </a:ext>
              <a:ext uri="{C183D7F6-B498-43B3-948B-1728B52AA6E4}">
                <adec:decorative xmlns:adec="http://schemas.microsoft.com/office/drawing/2017/decorative" val="1"/>
              </a:ext>
            </a:extLst>
          </p:cNvPr>
          <p:cNvCxnSpPr>
            <a:cxnSpLocks/>
          </p:cNvCxnSpPr>
          <p:nvPr userDrawn="1"/>
        </p:nvCxnSpPr>
        <p:spPr>
          <a:xfrm>
            <a:off x="737751" y="3115310"/>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D3F9485-6A05-B1C5-B60A-6589256B20A5}"/>
              </a:ext>
              <a:ext uri="{C183D7F6-B498-43B3-948B-1728B52AA6E4}">
                <adec:decorative xmlns:adec="http://schemas.microsoft.com/office/drawing/2017/decorative" val="1"/>
              </a:ext>
            </a:extLst>
          </p:cNvPr>
          <p:cNvCxnSpPr>
            <a:cxnSpLocks/>
          </p:cNvCxnSpPr>
          <p:nvPr userDrawn="1"/>
        </p:nvCxnSpPr>
        <p:spPr>
          <a:xfrm>
            <a:off x="737751" y="2008202"/>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Slide Number Placeholder 16">
            <a:extLst>
              <a:ext uri="{FF2B5EF4-FFF2-40B4-BE49-F238E27FC236}">
                <a16:creationId xmlns:a16="http://schemas.microsoft.com/office/drawing/2014/main" id="{42BCE9B8-5C6B-6A52-970A-A07866CCC6F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6D69F37-EA5A-6345-8760-06DE65FC9C68}"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1" name="Picture 10" descr="Central Piedmont Community College logo icon">
            <a:extLst>
              <a:ext uri="{FF2B5EF4-FFF2-40B4-BE49-F238E27FC236}">
                <a16:creationId xmlns:a16="http://schemas.microsoft.com/office/drawing/2014/main" id="{0B212E13-724F-1BDA-DB65-C35982B6C49C}"/>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785902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Contents 2 - gray">
    <p:bg>
      <p:bgPr>
        <a:solidFill>
          <a:schemeClr val="tx2"/>
        </a:solidFill>
        <a:effectLst/>
      </p:bgPr>
    </p:bg>
    <p:spTree>
      <p:nvGrpSpPr>
        <p:cNvPr id="1" name=""/>
        <p:cNvGrpSpPr/>
        <p:nvPr/>
      </p:nvGrpSpPr>
      <p:grpSpPr>
        <a:xfrm>
          <a:off x="0" y="0"/>
          <a:ext cx="0" cy="0"/>
          <a:chOff x="0" y="0"/>
          <a:chExt cx="0" cy="0"/>
        </a:xfrm>
      </p:grpSpPr>
      <p:sp>
        <p:nvSpPr>
          <p:cNvPr id="79" name="Title 1">
            <a:extLst>
              <a:ext uri="{FF2B5EF4-FFF2-40B4-BE49-F238E27FC236}">
                <a16:creationId xmlns:a16="http://schemas.microsoft.com/office/drawing/2014/main" id="{9D9BCF3B-85B8-79F3-D824-8D4B16700AA0}"/>
              </a:ext>
            </a:extLst>
          </p:cNvPr>
          <p:cNvSpPr>
            <a:spLocks noGrp="1"/>
          </p:cNvSpPr>
          <p:nvPr>
            <p:ph type="title" hasCustomPrompt="1"/>
          </p:nvPr>
        </p:nvSpPr>
        <p:spPr>
          <a:xfrm>
            <a:off x="731520" y="457200"/>
            <a:ext cx="10698480" cy="640080"/>
          </a:xfrm>
        </p:spPr>
        <p:txBody>
          <a:bodyPr lIns="0" rIns="0"/>
          <a:lstStyle>
            <a:lvl1pPr>
              <a:defRPr>
                <a:solidFill>
                  <a:schemeClr val="bg1"/>
                </a:solidFill>
              </a:defRPr>
            </a:lvl1pPr>
          </a:lstStyle>
          <a:p>
            <a:r>
              <a:rPr lang="en-US"/>
              <a:t>Edit title</a:t>
            </a:r>
          </a:p>
        </p:txBody>
      </p:sp>
      <p:cxnSp>
        <p:nvCxnSpPr>
          <p:cNvPr id="9" name="Straight Connector 8">
            <a:extLst>
              <a:ext uri="{FF2B5EF4-FFF2-40B4-BE49-F238E27FC236}">
                <a16:creationId xmlns:a16="http://schemas.microsoft.com/office/drawing/2014/main" id="{4C1A1520-FA70-E937-39A5-D14C48AE5831}"/>
              </a:ext>
              <a:ext uri="{C183D7F6-B498-43B3-948B-1728B52AA6E4}">
                <adec:decorative xmlns:adec="http://schemas.microsoft.com/office/drawing/2017/decorative" val="1"/>
              </a:ext>
            </a:extLst>
          </p:cNvPr>
          <p:cNvCxnSpPr>
            <a:cxnSpLocks/>
          </p:cNvCxnSpPr>
          <p:nvPr userDrawn="1"/>
        </p:nvCxnSpPr>
        <p:spPr>
          <a:xfrm>
            <a:off x="8294877" y="5381957"/>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sp>
        <p:nvSpPr>
          <p:cNvPr id="84" name="Text Placeholder 2">
            <a:extLst>
              <a:ext uri="{FF2B5EF4-FFF2-40B4-BE49-F238E27FC236}">
                <a16:creationId xmlns:a16="http://schemas.microsoft.com/office/drawing/2014/main" id="{E372236E-5F5C-A488-70D4-77251F23C78D}"/>
              </a:ext>
            </a:extLst>
          </p:cNvPr>
          <p:cNvSpPr>
            <a:spLocks noGrp="1"/>
          </p:cNvSpPr>
          <p:nvPr>
            <p:ph idx="10" hasCustomPrompt="1"/>
          </p:nvPr>
        </p:nvSpPr>
        <p:spPr>
          <a:xfrm>
            <a:off x="732691" y="221396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3" name="Text Placeholder 2">
            <a:extLst>
              <a:ext uri="{FF2B5EF4-FFF2-40B4-BE49-F238E27FC236}">
                <a16:creationId xmlns:a16="http://schemas.microsoft.com/office/drawing/2014/main" id="{5CB68BC5-0E25-AE0F-762F-27C654524575}"/>
              </a:ext>
            </a:extLst>
          </p:cNvPr>
          <p:cNvSpPr>
            <a:spLocks noGrp="1"/>
          </p:cNvSpPr>
          <p:nvPr>
            <p:ph idx="1" hasCustomPrompt="1"/>
          </p:nvPr>
        </p:nvSpPr>
        <p:spPr>
          <a:xfrm>
            <a:off x="1624232" y="2213963"/>
            <a:ext cx="2167382" cy="726464"/>
          </a:xfrm>
          <a:prstGeom prst="rect">
            <a:avLst/>
          </a:prstGeom>
        </p:spPr>
        <p:txBody>
          <a:bodyPr vert="horz" lIns="0" tIns="9144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86" name="Text Placeholder 2">
            <a:extLst>
              <a:ext uri="{FF2B5EF4-FFF2-40B4-BE49-F238E27FC236}">
                <a16:creationId xmlns:a16="http://schemas.microsoft.com/office/drawing/2014/main" id="{0156ACC3-BECE-6FE3-5904-2531DB5B41D6}"/>
              </a:ext>
            </a:extLst>
          </p:cNvPr>
          <p:cNvSpPr>
            <a:spLocks noGrp="1"/>
          </p:cNvSpPr>
          <p:nvPr>
            <p:ph idx="12" hasCustomPrompt="1"/>
          </p:nvPr>
        </p:nvSpPr>
        <p:spPr>
          <a:xfrm>
            <a:off x="732691" y="332570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5" name="Text Placeholder 2">
            <a:extLst>
              <a:ext uri="{FF2B5EF4-FFF2-40B4-BE49-F238E27FC236}">
                <a16:creationId xmlns:a16="http://schemas.microsoft.com/office/drawing/2014/main" id="{8772C401-0939-7420-E97F-3550D6C362D9}"/>
              </a:ext>
            </a:extLst>
          </p:cNvPr>
          <p:cNvSpPr>
            <a:spLocks noGrp="1"/>
          </p:cNvSpPr>
          <p:nvPr>
            <p:ph idx="11" hasCustomPrompt="1"/>
          </p:nvPr>
        </p:nvSpPr>
        <p:spPr>
          <a:xfrm>
            <a:off x="1624316" y="3316320"/>
            <a:ext cx="2165517" cy="731209"/>
          </a:xfrm>
          <a:prstGeom prst="rect">
            <a:avLst/>
          </a:prstGeom>
        </p:spPr>
        <p:txBody>
          <a:bodyPr vert="horz" lIns="0" tIns="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88" name="Text Placeholder 2">
            <a:extLst>
              <a:ext uri="{FF2B5EF4-FFF2-40B4-BE49-F238E27FC236}">
                <a16:creationId xmlns:a16="http://schemas.microsoft.com/office/drawing/2014/main" id="{8F769DB1-0C87-FA33-E989-33EB5B4974AA}"/>
              </a:ext>
            </a:extLst>
          </p:cNvPr>
          <p:cNvSpPr>
            <a:spLocks noGrp="1"/>
          </p:cNvSpPr>
          <p:nvPr>
            <p:ph idx="14" hasCustomPrompt="1"/>
          </p:nvPr>
        </p:nvSpPr>
        <p:spPr>
          <a:xfrm>
            <a:off x="732691" y="443744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7" name="Text Placeholder 2">
            <a:extLst>
              <a:ext uri="{FF2B5EF4-FFF2-40B4-BE49-F238E27FC236}">
                <a16:creationId xmlns:a16="http://schemas.microsoft.com/office/drawing/2014/main" id="{1379662A-01FD-5B40-FDDB-542186E35D4B}"/>
              </a:ext>
            </a:extLst>
          </p:cNvPr>
          <p:cNvSpPr>
            <a:spLocks noGrp="1"/>
          </p:cNvSpPr>
          <p:nvPr>
            <p:ph idx="13" hasCustomPrompt="1"/>
          </p:nvPr>
        </p:nvSpPr>
        <p:spPr>
          <a:xfrm>
            <a:off x="1624232" y="4437443"/>
            <a:ext cx="2167382" cy="731209"/>
          </a:xfrm>
          <a:prstGeom prst="rect">
            <a:avLst/>
          </a:prstGeom>
        </p:spPr>
        <p:txBody>
          <a:bodyPr vert="horz" lIns="0" tIns="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0" name="Text Placeholder 2">
            <a:extLst>
              <a:ext uri="{FF2B5EF4-FFF2-40B4-BE49-F238E27FC236}">
                <a16:creationId xmlns:a16="http://schemas.microsoft.com/office/drawing/2014/main" id="{D1260F5F-D7B2-86E1-835C-8F330EB9585F}"/>
              </a:ext>
            </a:extLst>
          </p:cNvPr>
          <p:cNvSpPr>
            <a:spLocks noGrp="1"/>
          </p:cNvSpPr>
          <p:nvPr>
            <p:ph idx="16" hasCustomPrompt="1"/>
          </p:nvPr>
        </p:nvSpPr>
        <p:spPr>
          <a:xfrm>
            <a:off x="4519246" y="221396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9" name="Text Placeholder 2">
            <a:extLst>
              <a:ext uri="{FF2B5EF4-FFF2-40B4-BE49-F238E27FC236}">
                <a16:creationId xmlns:a16="http://schemas.microsoft.com/office/drawing/2014/main" id="{B73676C1-4B95-8E96-8641-63D707866ED9}"/>
              </a:ext>
            </a:extLst>
          </p:cNvPr>
          <p:cNvSpPr>
            <a:spLocks noGrp="1"/>
          </p:cNvSpPr>
          <p:nvPr>
            <p:ph idx="15" hasCustomPrompt="1"/>
          </p:nvPr>
        </p:nvSpPr>
        <p:spPr>
          <a:xfrm>
            <a:off x="5410785" y="2213963"/>
            <a:ext cx="2167383" cy="726464"/>
          </a:xfrm>
          <a:prstGeom prst="rect">
            <a:avLst/>
          </a:prstGeom>
        </p:spPr>
        <p:txBody>
          <a:bodyPr vert="horz" lIns="0" tIns="9144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2" name="Text Placeholder 2">
            <a:extLst>
              <a:ext uri="{FF2B5EF4-FFF2-40B4-BE49-F238E27FC236}">
                <a16:creationId xmlns:a16="http://schemas.microsoft.com/office/drawing/2014/main" id="{4F718B81-3EE1-C9BA-169D-C16E74FB105E}"/>
              </a:ext>
            </a:extLst>
          </p:cNvPr>
          <p:cNvSpPr>
            <a:spLocks noGrp="1"/>
          </p:cNvSpPr>
          <p:nvPr>
            <p:ph idx="18" hasCustomPrompt="1"/>
          </p:nvPr>
        </p:nvSpPr>
        <p:spPr>
          <a:xfrm>
            <a:off x="4519246" y="332570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1" name="Text Placeholder 2">
            <a:extLst>
              <a:ext uri="{FF2B5EF4-FFF2-40B4-BE49-F238E27FC236}">
                <a16:creationId xmlns:a16="http://schemas.microsoft.com/office/drawing/2014/main" id="{868B49A8-3FF7-F44C-4FD9-1B337ADDB23F}"/>
              </a:ext>
            </a:extLst>
          </p:cNvPr>
          <p:cNvSpPr>
            <a:spLocks noGrp="1"/>
          </p:cNvSpPr>
          <p:nvPr>
            <p:ph idx="17" hasCustomPrompt="1"/>
          </p:nvPr>
        </p:nvSpPr>
        <p:spPr>
          <a:xfrm>
            <a:off x="5410871" y="3316320"/>
            <a:ext cx="2165518" cy="731209"/>
          </a:xfrm>
          <a:prstGeom prst="rect">
            <a:avLst/>
          </a:prstGeom>
        </p:spPr>
        <p:txBody>
          <a:bodyPr vert="horz" lIns="0" tIns="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4" name="Text Placeholder 2">
            <a:extLst>
              <a:ext uri="{FF2B5EF4-FFF2-40B4-BE49-F238E27FC236}">
                <a16:creationId xmlns:a16="http://schemas.microsoft.com/office/drawing/2014/main" id="{1657484D-731D-5FB7-5141-A88007861369}"/>
              </a:ext>
            </a:extLst>
          </p:cNvPr>
          <p:cNvSpPr>
            <a:spLocks noGrp="1"/>
          </p:cNvSpPr>
          <p:nvPr>
            <p:ph idx="20" hasCustomPrompt="1"/>
          </p:nvPr>
        </p:nvSpPr>
        <p:spPr>
          <a:xfrm>
            <a:off x="4519246" y="443744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3" name="Text Placeholder 2">
            <a:extLst>
              <a:ext uri="{FF2B5EF4-FFF2-40B4-BE49-F238E27FC236}">
                <a16:creationId xmlns:a16="http://schemas.microsoft.com/office/drawing/2014/main" id="{35C426E4-BA6F-B2D2-8C19-DB253FCF2B9D}"/>
              </a:ext>
            </a:extLst>
          </p:cNvPr>
          <p:cNvSpPr>
            <a:spLocks noGrp="1"/>
          </p:cNvSpPr>
          <p:nvPr>
            <p:ph idx="19" hasCustomPrompt="1"/>
          </p:nvPr>
        </p:nvSpPr>
        <p:spPr>
          <a:xfrm>
            <a:off x="5410785" y="4437443"/>
            <a:ext cx="2167383" cy="731209"/>
          </a:xfrm>
          <a:prstGeom prst="rect">
            <a:avLst/>
          </a:prstGeom>
        </p:spPr>
        <p:txBody>
          <a:bodyPr vert="horz" lIns="0" tIns="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6" name="Text Placeholder 2">
            <a:extLst>
              <a:ext uri="{FF2B5EF4-FFF2-40B4-BE49-F238E27FC236}">
                <a16:creationId xmlns:a16="http://schemas.microsoft.com/office/drawing/2014/main" id="{9090F094-F7ED-77CB-41EF-17B7C22EB33B}"/>
              </a:ext>
            </a:extLst>
          </p:cNvPr>
          <p:cNvSpPr>
            <a:spLocks noGrp="1"/>
          </p:cNvSpPr>
          <p:nvPr>
            <p:ph idx="22" hasCustomPrompt="1"/>
          </p:nvPr>
        </p:nvSpPr>
        <p:spPr>
          <a:xfrm>
            <a:off x="8305801" y="221396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5" name="Text Placeholder 2">
            <a:extLst>
              <a:ext uri="{FF2B5EF4-FFF2-40B4-BE49-F238E27FC236}">
                <a16:creationId xmlns:a16="http://schemas.microsoft.com/office/drawing/2014/main" id="{DF98D7BA-1383-557A-E498-ED13BC872744}"/>
              </a:ext>
            </a:extLst>
          </p:cNvPr>
          <p:cNvSpPr>
            <a:spLocks noGrp="1"/>
          </p:cNvSpPr>
          <p:nvPr>
            <p:ph idx="21" hasCustomPrompt="1"/>
          </p:nvPr>
        </p:nvSpPr>
        <p:spPr>
          <a:xfrm>
            <a:off x="9197340" y="2213963"/>
            <a:ext cx="2167383" cy="726464"/>
          </a:xfrm>
          <a:prstGeom prst="rect">
            <a:avLst/>
          </a:prstGeom>
        </p:spPr>
        <p:txBody>
          <a:bodyPr vert="horz" lIns="0" tIns="9144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8" name="Text Placeholder 2">
            <a:extLst>
              <a:ext uri="{FF2B5EF4-FFF2-40B4-BE49-F238E27FC236}">
                <a16:creationId xmlns:a16="http://schemas.microsoft.com/office/drawing/2014/main" id="{CB06AAFF-77A4-F89D-B71F-BF182E5BD0FD}"/>
              </a:ext>
            </a:extLst>
          </p:cNvPr>
          <p:cNvSpPr>
            <a:spLocks noGrp="1"/>
          </p:cNvSpPr>
          <p:nvPr>
            <p:ph idx="24" hasCustomPrompt="1"/>
          </p:nvPr>
        </p:nvSpPr>
        <p:spPr>
          <a:xfrm>
            <a:off x="8305801" y="332570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7" name="Text Placeholder 2">
            <a:extLst>
              <a:ext uri="{FF2B5EF4-FFF2-40B4-BE49-F238E27FC236}">
                <a16:creationId xmlns:a16="http://schemas.microsoft.com/office/drawing/2014/main" id="{7F0EDBD2-4586-59EC-E497-9125ED943460}"/>
              </a:ext>
            </a:extLst>
          </p:cNvPr>
          <p:cNvSpPr>
            <a:spLocks noGrp="1"/>
          </p:cNvSpPr>
          <p:nvPr>
            <p:ph idx="23" hasCustomPrompt="1"/>
          </p:nvPr>
        </p:nvSpPr>
        <p:spPr>
          <a:xfrm>
            <a:off x="9197426" y="3316320"/>
            <a:ext cx="2165518" cy="731209"/>
          </a:xfrm>
          <a:prstGeom prst="rect">
            <a:avLst/>
          </a:prstGeom>
        </p:spPr>
        <p:txBody>
          <a:bodyPr vert="horz" lIns="0" tIns="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cxnSp>
        <p:nvCxnSpPr>
          <p:cNvPr id="2" name="Straight Connector 1">
            <a:extLst>
              <a:ext uri="{FF2B5EF4-FFF2-40B4-BE49-F238E27FC236}">
                <a16:creationId xmlns:a16="http://schemas.microsoft.com/office/drawing/2014/main" id="{79AFA5EA-7559-6119-AF59-5F767F4AA14D}"/>
              </a:ext>
              <a:ext uri="{C183D7F6-B498-43B3-948B-1728B52AA6E4}">
                <adec:decorative xmlns:adec="http://schemas.microsoft.com/office/drawing/2017/decorative" val="1"/>
              </a:ext>
            </a:extLst>
          </p:cNvPr>
          <p:cNvCxnSpPr>
            <a:cxnSpLocks/>
          </p:cNvCxnSpPr>
          <p:nvPr userDrawn="1"/>
        </p:nvCxnSpPr>
        <p:spPr>
          <a:xfrm>
            <a:off x="8294877" y="4222308"/>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B110FD3-C1C5-0A2A-447D-7D22CD4A67DD}"/>
              </a:ext>
              <a:ext uri="{C183D7F6-B498-43B3-948B-1728B52AA6E4}">
                <adec:decorative xmlns:adec="http://schemas.microsoft.com/office/drawing/2017/decorative" val="1"/>
              </a:ext>
            </a:extLst>
          </p:cNvPr>
          <p:cNvCxnSpPr>
            <a:cxnSpLocks/>
          </p:cNvCxnSpPr>
          <p:nvPr userDrawn="1"/>
        </p:nvCxnSpPr>
        <p:spPr>
          <a:xfrm>
            <a:off x="8294877" y="3115310"/>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12FF3798-A4DD-D40F-BC30-26A0BD116DFB}"/>
              </a:ext>
              <a:ext uri="{C183D7F6-B498-43B3-948B-1728B52AA6E4}">
                <adec:decorative xmlns:adec="http://schemas.microsoft.com/office/drawing/2017/decorative" val="1"/>
              </a:ext>
            </a:extLst>
          </p:cNvPr>
          <p:cNvCxnSpPr>
            <a:cxnSpLocks/>
          </p:cNvCxnSpPr>
          <p:nvPr userDrawn="1"/>
        </p:nvCxnSpPr>
        <p:spPr>
          <a:xfrm>
            <a:off x="8294877" y="2008202"/>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9E0AF1-312F-BFC5-B722-A0F7DD4184E6}"/>
              </a:ext>
              <a:ext uri="{C183D7F6-B498-43B3-948B-1728B52AA6E4}">
                <adec:decorative xmlns:adec="http://schemas.microsoft.com/office/drawing/2017/decorative" val="1"/>
              </a:ext>
            </a:extLst>
          </p:cNvPr>
          <p:cNvCxnSpPr>
            <a:cxnSpLocks/>
          </p:cNvCxnSpPr>
          <p:nvPr userDrawn="1"/>
        </p:nvCxnSpPr>
        <p:spPr>
          <a:xfrm>
            <a:off x="4516314" y="5381957"/>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19E87B3-EE42-57D7-6C81-B58AD143F296}"/>
              </a:ext>
              <a:ext uri="{C183D7F6-B498-43B3-948B-1728B52AA6E4}">
                <adec:decorative xmlns:adec="http://schemas.microsoft.com/office/drawing/2017/decorative" val="1"/>
              </a:ext>
            </a:extLst>
          </p:cNvPr>
          <p:cNvCxnSpPr>
            <a:cxnSpLocks/>
          </p:cNvCxnSpPr>
          <p:nvPr userDrawn="1"/>
        </p:nvCxnSpPr>
        <p:spPr>
          <a:xfrm>
            <a:off x="4516314" y="4222418"/>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78D9E33-6352-4012-44E2-1A809263DDAA}"/>
              </a:ext>
              <a:ext uri="{C183D7F6-B498-43B3-948B-1728B52AA6E4}">
                <adec:decorative xmlns:adec="http://schemas.microsoft.com/office/drawing/2017/decorative" val="1"/>
              </a:ext>
            </a:extLst>
          </p:cNvPr>
          <p:cNvCxnSpPr>
            <a:cxnSpLocks/>
          </p:cNvCxnSpPr>
          <p:nvPr userDrawn="1"/>
        </p:nvCxnSpPr>
        <p:spPr>
          <a:xfrm>
            <a:off x="4516314" y="3115310"/>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6A159CB-D64A-598E-4CB3-4903109424A0}"/>
              </a:ext>
              <a:ext uri="{C183D7F6-B498-43B3-948B-1728B52AA6E4}">
                <adec:decorative xmlns:adec="http://schemas.microsoft.com/office/drawing/2017/decorative" val="1"/>
              </a:ext>
            </a:extLst>
          </p:cNvPr>
          <p:cNvCxnSpPr>
            <a:cxnSpLocks/>
          </p:cNvCxnSpPr>
          <p:nvPr userDrawn="1"/>
        </p:nvCxnSpPr>
        <p:spPr>
          <a:xfrm>
            <a:off x="4516314" y="2008202"/>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57392B3-682D-A616-62F0-0D8CE76DD2E9}"/>
              </a:ext>
              <a:ext uri="{C183D7F6-B498-43B3-948B-1728B52AA6E4}">
                <adec:decorative xmlns:adec="http://schemas.microsoft.com/office/drawing/2017/decorative" val="1"/>
              </a:ext>
            </a:extLst>
          </p:cNvPr>
          <p:cNvCxnSpPr>
            <a:cxnSpLocks/>
          </p:cNvCxnSpPr>
          <p:nvPr userDrawn="1"/>
        </p:nvCxnSpPr>
        <p:spPr>
          <a:xfrm>
            <a:off x="737751" y="5381957"/>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A3AD1F8-EEE8-5F51-01B4-05D79B18C345}"/>
              </a:ext>
              <a:ext uri="{C183D7F6-B498-43B3-948B-1728B52AA6E4}">
                <adec:decorative xmlns:adec="http://schemas.microsoft.com/office/drawing/2017/decorative" val="1"/>
              </a:ext>
            </a:extLst>
          </p:cNvPr>
          <p:cNvCxnSpPr>
            <a:cxnSpLocks/>
          </p:cNvCxnSpPr>
          <p:nvPr userDrawn="1"/>
        </p:nvCxnSpPr>
        <p:spPr>
          <a:xfrm>
            <a:off x="737751" y="4222418"/>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0641F78-63DF-97A5-24FF-7C4B01FBAE76}"/>
              </a:ext>
              <a:ext uri="{C183D7F6-B498-43B3-948B-1728B52AA6E4}">
                <adec:decorative xmlns:adec="http://schemas.microsoft.com/office/drawing/2017/decorative" val="1"/>
              </a:ext>
            </a:extLst>
          </p:cNvPr>
          <p:cNvCxnSpPr>
            <a:cxnSpLocks/>
          </p:cNvCxnSpPr>
          <p:nvPr userDrawn="1"/>
        </p:nvCxnSpPr>
        <p:spPr>
          <a:xfrm>
            <a:off x="737751" y="3115310"/>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D3F9485-6A05-B1C5-B60A-6589256B20A5}"/>
              </a:ext>
              <a:ext uri="{C183D7F6-B498-43B3-948B-1728B52AA6E4}">
                <adec:decorative xmlns:adec="http://schemas.microsoft.com/office/drawing/2017/decorative" val="1"/>
              </a:ext>
            </a:extLst>
          </p:cNvPr>
          <p:cNvCxnSpPr>
            <a:cxnSpLocks/>
          </p:cNvCxnSpPr>
          <p:nvPr userDrawn="1"/>
        </p:nvCxnSpPr>
        <p:spPr>
          <a:xfrm>
            <a:off x="737751" y="2008202"/>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E7DCF0E-52A3-A805-7D31-6D9DEE2A21F6}"/>
              </a:ext>
            </a:extLst>
          </p:cNvPr>
          <p:cNvSpPr>
            <a:spLocks noGrp="1"/>
          </p:cNvSpPr>
          <p:nvPr>
            <p:ph idx="26" hasCustomPrompt="1"/>
          </p:nvPr>
        </p:nvSpPr>
        <p:spPr>
          <a:xfrm>
            <a:off x="8305801" y="4432701"/>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3" name="Text Placeholder 2">
            <a:extLst>
              <a:ext uri="{FF2B5EF4-FFF2-40B4-BE49-F238E27FC236}">
                <a16:creationId xmlns:a16="http://schemas.microsoft.com/office/drawing/2014/main" id="{4915AECE-59E4-6183-5296-3C3936AE732E}"/>
              </a:ext>
            </a:extLst>
          </p:cNvPr>
          <p:cNvSpPr>
            <a:spLocks noGrp="1"/>
          </p:cNvSpPr>
          <p:nvPr>
            <p:ph idx="25" hasCustomPrompt="1"/>
          </p:nvPr>
        </p:nvSpPr>
        <p:spPr>
          <a:xfrm>
            <a:off x="9197340" y="4432701"/>
            <a:ext cx="2167383" cy="731209"/>
          </a:xfrm>
          <a:prstGeom prst="rect">
            <a:avLst/>
          </a:prstGeom>
        </p:spPr>
        <p:txBody>
          <a:bodyPr vert="horz" lIns="0" tIns="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10" name="Slide Number Placeholder 16">
            <a:extLst>
              <a:ext uri="{FF2B5EF4-FFF2-40B4-BE49-F238E27FC236}">
                <a16:creationId xmlns:a16="http://schemas.microsoft.com/office/drawing/2014/main" id="{150BD794-1197-B43B-5FD4-4570FB9A6F63}"/>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4AC8FF6-EAFB-8947-B1E1-C34EF48A7F0F}"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11" name="Picture 10" descr="Central Piedmont Community College logo icon">
            <a:extLst>
              <a:ext uri="{FF2B5EF4-FFF2-40B4-BE49-F238E27FC236}">
                <a16:creationId xmlns:a16="http://schemas.microsoft.com/office/drawing/2014/main" id="{501E085B-1717-6843-859A-19641C70129E}"/>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7832219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Contents 3 - gold bar">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DD34661-EC62-ABFD-54B0-41CCD0D54680}"/>
              </a:ext>
            </a:extLst>
          </p:cNvPr>
          <p:cNvSpPr>
            <a:spLocks noGrp="1"/>
          </p:cNvSpPr>
          <p:nvPr>
            <p:ph type="title" hasCustomPrompt="1"/>
          </p:nvPr>
        </p:nvSpPr>
        <p:spPr>
          <a:xfrm>
            <a:off x="731520" y="457200"/>
            <a:ext cx="10698480" cy="640080"/>
          </a:xfrm>
        </p:spPr>
        <p:txBody>
          <a:bodyPr>
            <a:noAutofit/>
          </a:bodyPr>
          <a:lstStyle>
            <a:lvl1pPr algn="l">
              <a:defRPr sz="2800">
                <a:solidFill>
                  <a:schemeClr val="tx2"/>
                </a:solidFill>
              </a:defRPr>
            </a:lvl1pPr>
          </a:lstStyle>
          <a:p>
            <a:r>
              <a:rPr lang="en-US"/>
              <a:t>Edit title</a:t>
            </a:r>
          </a:p>
        </p:txBody>
      </p:sp>
      <p:sp>
        <p:nvSpPr>
          <p:cNvPr id="22" name="Freeform 21">
            <a:extLst>
              <a:ext uri="{FF2B5EF4-FFF2-40B4-BE49-F238E27FC236}">
                <a16:creationId xmlns:a16="http://schemas.microsoft.com/office/drawing/2014/main" id="{6AAED969-A1D4-6B03-867F-01AF92C96DCC}"/>
              </a:ext>
              <a:ext uri="{C183D7F6-B498-43B3-948B-1728B52AA6E4}">
                <adec:decorative xmlns:adec="http://schemas.microsoft.com/office/drawing/2017/decorative" val="1"/>
              </a:ext>
            </a:extLst>
          </p:cNvPr>
          <p:cNvSpPr/>
          <p:nvPr userDrawn="1"/>
        </p:nvSpPr>
        <p:spPr>
          <a:xfrm>
            <a:off x="0" y="5548895"/>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5" name="Freeform: Shape 23">
            <a:extLst>
              <a:ext uri="{FF2B5EF4-FFF2-40B4-BE49-F238E27FC236}">
                <a16:creationId xmlns:a16="http://schemas.microsoft.com/office/drawing/2014/main" id="{51E86D2F-694D-7541-49B8-FACBD94BF4B9}"/>
              </a:ext>
              <a:ext uri="{C183D7F6-B498-43B3-948B-1728B52AA6E4}">
                <adec:decorative xmlns:adec="http://schemas.microsoft.com/office/drawing/2017/decorative" val="1"/>
              </a:ext>
            </a:extLst>
          </p:cNvPr>
          <p:cNvSpPr/>
          <p:nvPr userDrawn="1"/>
        </p:nvSpPr>
        <p:spPr>
          <a:xfrm>
            <a:off x="6278316" y="42202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13" name="Freeform: Shape 23">
            <a:extLst>
              <a:ext uri="{FF2B5EF4-FFF2-40B4-BE49-F238E27FC236}">
                <a16:creationId xmlns:a16="http://schemas.microsoft.com/office/drawing/2014/main" id="{E277A83C-551A-1FCB-E64C-948BF870403C}"/>
              </a:ext>
              <a:ext uri="{C183D7F6-B498-43B3-948B-1728B52AA6E4}">
                <adec:decorative xmlns:adec="http://schemas.microsoft.com/office/drawing/2017/decorative" val="1"/>
              </a:ext>
            </a:extLst>
          </p:cNvPr>
          <p:cNvSpPr/>
          <p:nvPr userDrawn="1"/>
        </p:nvSpPr>
        <p:spPr>
          <a:xfrm>
            <a:off x="6278316" y="30391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10" name="Freeform: Shape 23">
            <a:extLst>
              <a:ext uri="{FF2B5EF4-FFF2-40B4-BE49-F238E27FC236}">
                <a16:creationId xmlns:a16="http://schemas.microsoft.com/office/drawing/2014/main" id="{552DD905-17D6-22AC-64D4-507B8B5D70EA}"/>
              </a:ext>
              <a:ext uri="{C183D7F6-B498-43B3-948B-1728B52AA6E4}">
                <adec:decorative xmlns:adec="http://schemas.microsoft.com/office/drawing/2017/decorative" val="1"/>
              </a:ext>
            </a:extLst>
          </p:cNvPr>
          <p:cNvSpPr/>
          <p:nvPr userDrawn="1"/>
        </p:nvSpPr>
        <p:spPr>
          <a:xfrm>
            <a:off x="6278316" y="1870701"/>
            <a:ext cx="624229" cy="5831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7" name="Freeform: Shape 23">
            <a:extLst>
              <a:ext uri="{FF2B5EF4-FFF2-40B4-BE49-F238E27FC236}">
                <a16:creationId xmlns:a16="http://schemas.microsoft.com/office/drawing/2014/main" id="{DCE77194-445E-2237-F7E3-124A69E2C74F}"/>
              </a:ext>
              <a:ext uri="{C183D7F6-B498-43B3-948B-1728B52AA6E4}">
                <adec:decorative xmlns:adec="http://schemas.microsoft.com/office/drawing/2017/decorative" val="1"/>
              </a:ext>
            </a:extLst>
          </p:cNvPr>
          <p:cNvSpPr/>
          <p:nvPr userDrawn="1"/>
        </p:nvSpPr>
        <p:spPr>
          <a:xfrm>
            <a:off x="731520" y="42202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5" name="Freeform: Shape 23">
            <a:extLst>
              <a:ext uri="{FF2B5EF4-FFF2-40B4-BE49-F238E27FC236}">
                <a16:creationId xmlns:a16="http://schemas.microsoft.com/office/drawing/2014/main" id="{80CC4AB5-7E4C-B4F2-5151-96A8FE19C1AF}"/>
              </a:ext>
              <a:ext uri="{C183D7F6-B498-43B3-948B-1728B52AA6E4}">
                <adec:decorative xmlns:adec="http://schemas.microsoft.com/office/drawing/2017/decorative" val="1"/>
              </a:ext>
            </a:extLst>
          </p:cNvPr>
          <p:cNvSpPr/>
          <p:nvPr userDrawn="1"/>
        </p:nvSpPr>
        <p:spPr>
          <a:xfrm>
            <a:off x="731520" y="30391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2" name="Freeform: Shape 23">
            <a:extLst>
              <a:ext uri="{FF2B5EF4-FFF2-40B4-BE49-F238E27FC236}">
                <a16:creationId xmlns:a16="http://schemas.microsoft.com/office/drawing/2014/main" id="{A89245B3-5A19-2F2B-827A-D3CB85F90F96}"/>
              </a:ext>
              <a:ext uri="{C183D7F6-B498-43B3-948B-1728B52AA6E4}">
                <adec:decorative xmlns:adec="http://schemas.microsoft.com/office/drawing/2017/decorative" val="1"/>
              </a:ext>
            </a:extLst>
          </p:cNvPr>
          <p:cNvSpPr/>
          <p:nvPr userDrawn="1"/>
        </p:nvSpPr>
        <p:spPr>
          <a:xfrm>
            <a:off x="731520" y="1870701"/>
            <a:ext cx="624229" cy="5831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4" name="Text Placeholder 7">
            <a:extLst>
              <a:ext uri="{FF2B5EF4-FFF2-40B4-BE49-F238E27FC236}">
                <a16:creationId xmlns:a16="http://schemas.microsoft.com/office/drawing/2014/main" id="{FA4BEE3C-5779-C448-ED13-CA651EDA31C7}"/>
              </a:ext>
              <a:ext uri="{C183D7F6-B498-43B3-948B-1728B52AA6E4}">
                <adec:decorative xmlns:adec="http://schemas.microsoft.com/office/drawing/2017/decorative" val="0"/>
              </a:ext>
            </a:extLst>
          </p:cNvPr>
          <p:cNvSpPr>
            <a:spLocks noGrp="1"/>
          </p:cNvSpPr>
          <p:nvPr>
            <p:ph type="body" sz="quarter" idx="29" hasCustomPrompt="1"/>
          </p:nvPr>
        </p:nvSpPr>
        <p:spPr>
          <a:xfrm>
            <a:off x="815034" y="1929746"/>
            <a:ext cx="457200" cy="457200"/>
          </a:xfrm>
          <a:noFill/>
        </p:spPr>
        <p:txBody>
          <a:bodyPr lIns="0" tIns="0" rIns="0" bIns="0" anchor="ctr">
            <a:normAutofit/>
          </a:bodyPr>
          <a:lstStyle>
            <a:lvl1pPr marL="0" indent="0" algn="ctr">
              <a:lnSpc>
                <a:spcPct val="100000"/>
              </a:lnSpc>
              <a:buNone/>
              <a:defRPr sz="2800" b="1">
                <a:solidFill>
                  <a:schemeClr val="tx1"/>
                </a:solidFill>
                <a:latin typeface="Franklin Gothic Medium" panose="020B0603020102020204" pitchFamily="34" charset="0"/>
              </a:defRPr>
            </a:lvl1pPr>
          </a:lstStyle>
          <a:p>
            <a:pPr lvl="0"/>
            <a:r>
              <a:rPr lang="en-US" altLang="zh-CN"/>
              <a:t>#</a:t>
            </a:r>
            <a:endParaRPr lang="zh-CN" altLang="en-US"/>
          </a:p>
        </p:txBody>
      </p:sp>
      <p:sp>
        <p:nvSpPr>
          <p:cNvPr id="3" name="Text Placeholder 15">
            <a:extLst>
              <a:ext uri="{FF2B5EF4-FFF2-40B4-BE49-F238E27FC236}">
                <a16:creationId xmlns:a16="http://schemas.microsoft.com/office/drawing/2014/main" id="{81741EC7-E3D3-AE53-0571-F04E8EB2EE9C}"/>
              </a:ext>
            </a:extLst>
          </p:cNvPr>
          <p:cNvSpPr>
            <a:spLocks noGrp="1"/>
          </p:cNvSpPr>
          <p:nvPr>
            <p:ph type="body" sz="quarter" idx="13" hasCustomPrompt="1"/>
          </p:nvPr>
        </p:nvSpPr>
        <p:spPr>
          <a:xfrm>
            <a:off x="1519484" y="1870702"/>
            <a:ext cx="4389120" cy="583162"/>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6" name="Text Placeholder 7">
            <a:extLst>
              <a:ext uri="{FF2B5EF4-FFF2-40B4-BE49-F238E27FC236}">
                <a16:creationId xmlns:a16="http://schemas.microsoft.com/office/drawing/2014/main" id="{0DCB0500-83D0-CB9F-51B5-D07FC3E86E8A}"/>
              </a:ext>
              <a:ext uri="{C183D7F6-B498-43B3-948B-1728B52AA6E4}">
                <adec:decorative xmlns:adec="http://schemas.microsoft.com/office/drawing/2017/decorative" val="0"/>
              </a:ext>
            </a:extLst>
          </p:cNvPr>
          <p:cNvSpPr>
            <a:spLocks noGrp="1"/>
          </p:cNvSpPr>
          <p:nvPr>
            <p:ph type="body" sz="quarter" idx="30" hasCustomPrompt="1"/>
          </p:nvPr>
        </p:nvSpPr>
        <p:spPr>
          <a:xfrm>
            <a:off x="815034" y="3098146"/>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17" name="Text Placeholder 15">
            <a:extLst>
              <a:ext uri="{FF2B5EF4-FFF2-40B4-BE49-F238E27FC236}">
                <a16:creationId xmlns:a16="http://schemas.microsoft.com/office/drawing/2014/main" id="{B23C473B-2499-5ED0-1B12-C2C8D0816CC0}"/>
              </a:ext>
            </a:extLst>
          </p:cNvPr>
          <p:cNvSpPr>
            <a:spLocks noGrp="1"/>
          </p:cNvSpPr>
          <p:nvPr>
            <p:ph type="body" sz="quarter" idx="35" hasCustomPrompt="1"/>
          </p:nvPr>
        </p:nvSpPr>
        <p:spPr>
          <a:xfrm>
            <a:off x="1519484" y="3039102"/>
            <a:ext cx="4389120" cy="576544"/>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8" name="Text Placeholder 7">
            <a:extLst>
              <a:ext uri="{FF2B5EF4-FFF2-40B4-BE49-F238E27FC236}">
                <a16:creationId xmlns:a16="http://schemas.microsoft.com/office/drawing/2014/main" id="{68CD96BE-6829-B64C-2D83-D2E825E70427}"/>
              </a:ext>
              <a:ext uri="{C183D7F6-B498-43B3-948B-1728B52AA6E4}">
                <adec:decorative xmlns:adec="http://schemas.microsoft.com/office/drawing/2017/decorative" val="0"/>
              </a:ext>
            </a:extLst>
          </p:cNvPr>
          <p:cNvSpPr>
            <a:spLocks noGrp="1"/>
          </p:cNvSpPr>
          <p:nvPr>
            <p:ph type="body" sz="quarter" idx="31" hasCustomPrompt="1"/>
          </p:nvPr>
        </p:nvSpPr>
        <p:spPr>
          <a:xfrm>
            <a:off x="815034" y="4289531"/>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19" name="Text Placeholder 15">
            <a:extLst>
              <a:ext uri="{FF2B5EF4-FFF2-40B4-BE49-F238E27FC236}">
                <a16:creationId xmlns:a16="http://schemas.microsoft.com/office/drawing/2014/main" id="{A492A0A3-C466-D303-B2D6-96BB71A2E648}"/>
              </a:ext>
            </a:extLst>
          </p:cNvPr>
          <p:cNvSpPr>
            <a:spLocks noGrp="1"/>
          </p:cNvSpPr>
          <p:nvPr>
            <p:ph type="body" sz="quarter" idx="37" hasCustomPrompt="1"/>
          </p:nvPr>
        </p:nvSpPr>
        <p:spPr>
          <a:xfrm>
            <a:off x="1519484" y="4220202"/>
            <a:ext cx="4389120" cy="595862"/>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11" name="Text Placeholder 7">
            <a:extLst>
              <a:ext uri="{FF2B5EF4-FFF2-40B4-BE49-F238E27FC236}">
                <a16:creationId xmlns:a16="http://schemas.microsoft.com/office/drawing/2014/main" id="{0F72186F-5200-A2AB-179D-7BE732C03825}"/>
              </a:ext>
              <a:ext uri="{C183D7F6-B498-43B3-948B-1728B52AA6E4}">
                <adec:decorative xmlns:adec="http://schemas.microsoft.com/office/drawing/2017/decorative" val="0"/>
              </a:ext>
            </a:extLst>
          </p:cNvPr>
          <p:cNvSpPr>
            <a:spLocks noGrp="1"/>
          </p:cNvSpPr>
          <p:nvPr>
            <p:ph type="body" sz="quarter" idx="32" hasCustomPrompt="1"/>
          </p:nvPr>
        </p:nvSpPr>
        <p:spPr>
          <a:xfrm>
            <a:off x="6357828" y="1929746"/>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21" name="Text Placeholder 15">
            <a:extLst>
              <a:ext uri="{FF2B5EF4-FFF2-40B4-BE49-F238E27FC236}">
                <a16:creationId xmlns:a16="http://schemas.microsoft.com/office/drawing/2014/main" id="{85916D55-8F91-DCB4-8CE3-3298C24A8B26}"/>
              </a:ext>
            </a:extLst>
          </p:cNvPr>
          <p:cNvSpPr>
            <a:spLocks noGrp="1"/>
          </p:cNvSpPr>
          <p:nvPr>
            <p:ph type="body" sz="quarter" idx="39" hasCustomPrompt="1"/>
          </p:nvPr>
        </p:nvSpPr>
        <p:spPr>
          <a:xfrm>
            <a:off x="7040880" y="1870701"/>
            <a:ext cx="4389120" cy="575291"/>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14" name="Text Placeholder 7">
            <a:extLst>
              <a:ext uri="{FF2B5EF4-FFF2-40B4-BE49-F238E27FC236}">
                <a16:creationId xmlns:a16="http://schemas.microsoft.com/office/drawing/2014/main" id="{3C0EE0CA-7C55-BE96-B296-7983CE1F534D}"/>
              </a:ext>
              <a:ext uri="{C183D7F6-B498-43B3-948B-1728B52AA6E4}">
                <adec:decorative xmlns:adec="http://schemas.microsoft.com/office/drawing/2017/decorative" val="0"/>
              </a:ext>
            </a:extLst>
          </p:cNvPr>
          <p:cNvSpPr>
            <a:spLocks noGrp="1"/>
          </p:cNvSpPr>
          <p:nvPr>
            <p:ph type="body" sz="quarter" idx="33" hasCustomPrompt="1"/>
          </p:nvPr>
        </p:nvSpPr>
        <p:spPr>
          <a:xfrm>
            <a:off x="6357828" y="3098146"/>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24" name="Text Placeholder 15">
            <a:extLst>
              <a:ext uri="{FF2B5EF4-FFF2-40B4-BE49-F238E27FC236}">
                <a16:creationId xmlns:a16="http://schemas.microsoft.com/office/drawing/2014/main" id="{C8DCC1D9-7EE3-3741-9F29-B48D13EE3792}"/>
              </a:ext>
            </a:extLst>
          </p:cNvPr>
          <p:cNvSpPr>
            <a:spLocks noGrp="1"/>
          </p:cNvSpPr>
          <p:nvPr>
            <p:ph type="body" sz="quarter" idx="41" hasCustomPrompt="1"/>
          </p:nvPr>
        </p:nvSpPr>
        <p:spPr>
          <a:xfrm>
            <a:off x="7040880" y="3039101"/>
            <a:ext cx="4389120" cy="575291"/>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16" name="Text Placeholder 7">
            <a:extLst>
              <a:ext uri="{FF2B5EF4-FFF2-40B4-BE49-F238E27FC236}">
                <a16:creationId xmlns:a16="http://schemas.microsoft.com/office/drawing/2014/main" id="{E4E9D39D-89C0-EA72-BBBD-A4D4BD2C567B}"/>
              </a:ext>
              <a:ext uri="{C183D7F6-B498-43B3-948B-1728B52AA6E4}">
                <adec:decorative xmlns:adec="http://schemas.microsoft.com/office/drawing/2017/decorative" val="0"/>
              </a:ext>
            </a:extLst>
          </p:cNvPr>
          <p:cNvSpPr>
            <a:spLocks noGrp="1"/>
          </p:cNvSpPr>
          <p:nvPr>
            <p:ph type="body" sz="quarter" idx="34" hasCustomPrompt="1"/>
          </p:nvPr>
        </p:nvSpPr>
        <p:spPr>
          <a:xfrm>
            <a:off x="6357828" y="4289531"/>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26" name="Text Placeholder 15">
            <a:extLst>
              <a:ext uri="{FF2B5EF4-FFF2-40B4-BE49-F238E27FC236}">
                <a16:creationId xmlns:a16="http://schemas.microsoft.com/office/drawing/2014/main" id="{245786FF-832D-64F9-4D1C-6D198E92EF30}"/>
              </a:ext>
            </a:extLst>
          </p:cNvPr>
          <p:cNvSpPr>
            <a:spLocks noGrp="1"/>
          </p:cNvSpPr>
          <p:nvPr>
            <p:ph type="body" sz="quarter" idx="43" hasCustomPrompt="1"/>
          </p:nvPr>
        </p:nvSpPr>
        <p:spPr>
          <a:xfrm>
            <a:off x="7040880" y="4220201"/>
            <a:ext cx="4389120" cy="595861"/>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pic>
        <p:nvPicPr>
          <p:cNvPr id="28" name="Picture 27" descr="Central Piedmont Community College logo icon">
            <a:extLst>
              <a:ext uri="{FF2B5EF4-FFF2-40B4-BE49-F238E27FC236}">
                <a16:creationId xmlns:a16="http://schemas.microsoft.com/office/drawing/2014/main" id="{70048CB1-B8FC-3F14-629A-DAC5B284C1DA}"/>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29" name="Slide Number Placeholder 16">
            <a:extLst>
              <a:ext uri="{FF2B5EF4-FFF2-40B4-BE49-F238E27FC236}">
                <a16:creationId xmlns:a16="http://schemas.microsoft.com/office/drawing/2014/main" id="{ECB1B648-7918-A52C-49F7-E4AF465824E4}"/>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9EAA9CF-088D-D144-888C-CD760528C7CF}" type="slidenum">
              <a:rPr lang="en-US" sz="1200" b="0" i="0" smtClean="0">
                <a:solidFill>
                  <a:schemeClr val="tx1"/>
                </a:solidFill>
                <a:latin typeface="Franklin Gothic Medium" panose="020B0603020102020204" pitchFamily="34" charset="0"/>
              </a:rPr>
              <a:t>‹#›</a:t>
            </a:fld>
            <a:endParaRPr lang="en-US" sz="1200" b="0" i="0" dirty="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41759591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s 3 - gray bar">
    <p:bg>
      <p:bgPr>
        <a:solidFill>
          <a:schemeClr val="bg1"/>
        </a:solidFill>
        <a:effectLst/>
      </p:bgPr>
    </p:bg>
    <p:spTree>
      <p:nvGrpSpPr>
        <p:cNvPr id="1" name=""/>
        <p:cNvGrpSpPr/>
        <p:nvPr/>
      </p:nvGrpSpPr>
      <p:grpSpPr>
        <a:xfrm>
          <a:off x="0" y="0"/>
          <a:ext cx="0" cy="0"/>
          <a:chOff x="0" y="0"/>
          <a:chExt cx="0" cy="0"/>
        </a:xfrm>
      </p:grpSpPr>
      <p:sp>
        <p:nvSpPr>
          <p:cNvPr id="15" name="Freeform: Shape 23">
            <a:extLst>
              <a:ext uri="{FF2B5EF4-FFF2-40B4-BE49-F238E27FC236}">
                <a16:creationId xmlns:a16="http://schemas.microsoft.com/office/drawing/2014/main" id="{51E86D2F-694D-7541-49B8-FACBD94BF4B9}"/>
              </a:ext>
              <a:ext uri="{C183D7F6-B498-43B3-948B-1728B52AA6E4}">
                <adec:decorative xmlns:adec="http://schemas.microsoft.com/office/drawing/2017/decorative" val="1"/>
              </a:ext>
            </a:extLst>
          </p:cNvPr>
          <p:cNvSpPr/>
          <p:nvPr userDrawn="1"/>
        </p:nvSpPr>
        <p:spPr>
          <a:xfrm>
            <a:off x="6278316" y="42202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13" name="Freeform: Shape 23">
            <a:extLst>
              <a:ext uri="{FF2B5EF4-FFF2-40B4-BE49-F238E27FC236}">
                <a16:creationId xmlns:a16="http://schemas.microsoft.com/office/drawing/2014/main" id="{E277A83C-551A-1FCB-E64C-948BF870403C}"/>
              </a:ext>
              <a:ext uri="{C183D7F6-B498-43B3-948B-1728B52AA6E4}">
                <adec:decorative xmlns:adec="http://schemas.microsoft.com/office/drawing/2017/decorative" val="1"/>
              </a:ext>
            </a:extLst>
          </p:cNvPr>
          <p:cNvSpPr/>
          <p:nvPr userDrawn="1"/>
        </p:nvSpPr>
        <p:spPr>
          <a:xfrm>
            <a:off x="6278316" y="30391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10" name="Freeform: Shape 23">
            <a:extLst>
              <a:ext uri="{FF2B5EF4-FFF2-40B4-BE49-F238E27FC236}">
                <a16:creationId xmlns:a16="http://schemas.microsoft.com/office/drawing/2014/main" id="{552DD905-17D6-22AC-64D4-507B8B5D70EA}"/>
              </a:ext>
              <a:ext uri="{C183D7F6-B498-43B3-948B-1728B52AA6E4}">
                <adec:decorative xmlns:adec="http://schemas.microsoft.com/office/drawing/2017/decorative" val="1"/>
              </a:ext>
            </a:extLst>
          </p:cNvPr>
          <p:cNvSpPr/>
          <p:nvPr userDrawn="1"/>
        </p:nvSpPr>
        <p:spPr>
          <a:xfrm>
            <a:off x="6278316" y="1870701"/>
            <a:ext cx="624229" cy="5831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7" name="Freeform: Shape 23">
            <a:extLst>
              <a:ext uri="{FF2B5EF4-FFF2-40B4-BE49-F238E27FC236}">
                <a16:creationId xmlns:a16="http://schemas.microsoft.com/office/drawing/2014/main" id="{DCE77194-445E-2237-F7E3-124A69E2C74F}"/>
              </a:ext>
              <a:ext uri="{C183D7F6-B498-43B3-948B-1728B52AA6E4}">
                <adec:decorative xmlns:adec="http://schemas.microsoft.com/office/drawing/2017/decorative" val="1"/>
              </a:ext>
            </a:extLst>
          </p:cNvPr>
          <p:cNvSpPr/>
          <p:nvPr userDrawn="1"/>
        </p:nvSpPr>
        <p:spPr>
          <a:xfrm>
            <a:off x="731520" y="42202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5" name="Freeform: Shape 23">
            <a:extLst>
              <a:ext uri="{FF2B5EF4-FFF2-40B4-BE49-F238E27FC236}">
                <a16:creationId xmlns:a16="http://schemas.microsoft.com/office/drawing/2014/main" id="{80CC4AB5-7E4C-B4F2-5151-96A8FE19C1AF}"/>
              </a:ext>
              <a:ext uri="{C183D7F6-B498-43B3-948B-1728B52AA6E4}">
                <adec:decorative xmlns:adec="http://schemas.microsoft.com/office/drawing/2017/decorative" val="1"/>
              </a:ext>
            </a:extLst>
          </p:cNvPr>
          <p:cNvSpPr/>
          <p:nvPr userDrawn="1"/>
        </p:nvSpPr>
        <p:spPr>
          <a:xfrm>
            <a:off x="731520" y="30391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2" name="Freeform: Shape 23">
            <a:extLst>
              <a:ext uri="{FF2B5EF4-FFF2-40B4-BE49-F238E27FC236}">
                <a16:creationId xmlns:a16="http://schemas.microsoft.com/office/drawing/2014/main" id="{A89245B3-5A19-2F2B-827A-D3CB85F90F96}"/>
              </a:ext>
              <a:ext uri="{C183D7F6-B498-43B3-948B-1728B52AA6E4}">
                <adec:decorative xmlns:adec="http://schemas.microsoft.com/office/drawing/2017/decorative" val="1"/>
              </a:ext>
            </a:extLst>
          </p:cNvPr>
          <p:cNvSpPr/>
          <p:nvPr userDrawn="1"/>
        </p:nvSpPr>
        <p:spPr>
          <a:xfrm>
            <a:off x="731520" y="1870701"/>
            <a:ext cx="624229" cy="5831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12" name="Freeform 11">
            <a:extLst>
              <a:ext uri="{FF2B5EF4-FFF2-40B4-BE49-F238E27FC236}">
                <a16:creationId xmlns:a16="http://schemas.microsoft.com/office/drawing/2014/main" id="{63DD52CF-2345-B3C3-CC51-016D14E9378A}"/>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9" name="Title 8">
            <a:extLst>
              <a:ext uri="{FF2B5EF4-FFF2-40B4-BE49-F238E27FC236}">
                <a16:creationId xmlns:a16="http://schemas.microsoft.com/office/drawing/2014/main" id="{0DD34661-EC62-ABFD-54B0-41CCD0D54680}"/>
              </a:ext>
            </a:extLst>
          </p:cNvPr>
          <p:cNvSpPr>
            <a:spLocks noGrp="1"/>
          </p:cNvSpPr>
          <p:nvPr>
            <p:ph type="title" hasCustomPrompt="1"/>
          </p:nvPr>
        </p:nvSpPr>
        <p:spPr>
          <a:xfrm>
            <a:off x="731520" y="457200"/>
            <a:ext cx="10698480" cy="640080"/>
          </a:xfrm>
        </p:spPr>
        <p:txBody>
          <a:bodyPr>
            <a:noAutofit/>
          </a:bodyPr>
          <a:lstStyle>
            <a:lvl1pPr algn="l">
              <a:defRPr sz="2800">
                <a:solidFill>
                  <a:schemeClr val="tx2"/>
                </a:solidFill>
              </a:defRPr>
            </a:lvl1pPr>
          </a:lstStyle>
          <a:p>
            <a:r>
              <a:rPr lang="en-US"/>
              <a:t>Edit title</a:t>
            </a:r>
          </a:p>
        </p:txBody>
      </p:sp>
      <p:sp>
        <p:nvSpPr>
          <p:cNvPr id="4" name="Text Placeholder 7">
            <a:extLst>
              <a:ext uri="{FF2B5EF4-FFF2-40B4-BE49-F238E27FC236}">
                <a16:creationId xmlns:a16="http://schemas.microsoft.com/office/drawing/2014/main" id="{FA4BEE3C-5779-C448-ED13-CA651EDA31C7}"/>
              </a:ext>
              <a:ext uri="{C183D7F6-B498-43B3-948B-1728B52AA6E4}">
                <adec:decorative xmlns:adec="http://schemas.microsoft.com/office/drawing/2017/decorative" val="0"/>
              </a:ext>
            </a:extLst>
          </p:cNvPr>
          <p:cNvSpPr>
            <a:spLocks noGrp="1"/>
          </p:cNvSpPr>
          <p:nvPr>
            <p:ph type="body" sz="quarter" idx="29" hasCustomPrompt="1"/>
          </p:nvPr>
        </p:nvSpPr>
        <p:spPr>
          <a:xfrm>
            <a:off x="815034" y="1929746"/>
            <a:ext cx="457200" cy="457200"/>
          </a:xfrm>
          <a:noFill/>
        </p:spPr>
        <p:txBody>
          <a:bodyPr lIns="0" tIns="0" rIns="0" bIns="0" anchor="ctr">
            <a:normAutofit/>
          </a:bodyPr>
          <a:lstStyle>
            <a:lvl1pPr marL="0" indent="0" algn="ctr">
              <a:lnSpc>
                <a:spcPct val="100000"/>
              </a:lnSpc>
              <a:buNone/>
              <a:defRPr sz="2800" b="1">
                <a:solidFill>
                  <a:schemeClr val="tx1"/>
                </a:solidFill>
                <a:latin typeface="Franklin Gothic Medium" panose="020B0603020102020204" pitchFamily="34" charset="0"/>
              </a:defRPr>
            </a:lvl1pPr>
          </a:lstStyle>
          <a:p>
            <a:pPr lvl="0"/>
            <a:r>
              <a:rPr lang="en-US" altLang="zh-CN"/>
              <a:t>#</a:t>
            </a:r>
            <a:endParaRPr lang="zh-CN" altLang="en-US"/>
          </a:p>
        </p:txBody>
      </p:sp>
      <p:sp>
        <p:nvSpPr>
          <p:cNvPr id="3" name="Text Placeholder 15">
            <a:extLst>
              <a:ext uri="{FF2B5EF4-FFF2-40B4-BE49-F238E27FC236}">
                <a16:creationId xmlns:a16="http://schemas.microsoft.com/office/drawing/2014/main" id="{81741EC7-E3D3-AE53-0571-F04E8EB2EE9C}"/>
              </a:ext>
            </a:extLst>
          </p:cNvPr>
          <p:cNvSpPr>
            <a:spLocks noGrp="1"/>
          </p:cNvSpPr>
          <p:nvPr>
            <p:ph type="body" sz="quarter" idx="13" hasCustomPrompt="1"/>
          </p:nvPr>
        </p:nvSpPr>
        <p:spPr>
          <a:xfrm>
            <a:off x="1519484" y="1870702"/>
            <a:ext cx="4389120" cy="583162"/>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6" name="Text Placeholder 7">
            <a:extLst>
              <a:ext uri="{FF2B5EF4-FFF2-40B4-BE49-F238E27FC236}">
                <a16:creationId xmlns:a16="http://schemas.microsoft.com/office/drawing/2014/main" id="{0DCB0500-83D0-CB9F-51B5-D07FC3E86E8A}"/>
              </a:ext>
              <a:ext uri="{C183D7F6-B498-43B3-948B-1728B52AA6E4}">
                <adec:decorative xmlns:adec="http://schemas.microsoft.com/office/drawing/2017/decorative" val="0"/>
              </a:ext>
            </a:extLst>
          </p:cNvPr>
          <p:cNvSpPr>
            <a:spLocks noGrp="1"/>
          </p:cNvSpPr>
          <p:nvPr>
            <p:ph type="body" sz="quarter" idx="30" hasCustomPrompt="1"/>
          </p:nvPr>
        </p:nvSpPr>
        <p:spPr>
          <a:xfrm>
            <a:off x="815034" y="3098146"/>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17" name="Text Placeholder 15">
            <a:extLst>
              <a:ext uri="{FF2B5EF4-FFF2-40B4-BE49-F238E27FC236}">
                <a16:creationId xmlns:a16="http://schemas.microsoft.com/office/drawing/2014/main" id="{B23C473B-2499-5ED0-1B12-C2C8D0816CC0}"/>
              </a:ext>
            </a:extLst>
          </p:cNvPr>
          <p:cNvSpPr>
            <a:spLocks noGrp="1"/>
          </p:cNvSpPr>
          <p:nvPr>
            <p:ph type="body" sz="quarter" idx="35" hasCustomPrompt="1"/>
          </p:nvPr>
        </p:nvSpPr>
        <p:spPr>
          <a:xfrm>
            <a:off x="1519484" y="3039102"/>
            <a:ext cx="4389120" cy="576544"/>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8" name="Text Placeholder 7">
            <a:extLst>
              <a:ext uri="{FF2B5EF4-FFF2-40B4-BE49-F238E27FC236}">
                <a16:creationId xmlns:a16="http://schemas.microsoft.com/office/drawing/2014/main" id="{68CD96BE-6829-B64C-2D83-D2E825E70427}"/>
              </a:ext>
              <a:ext uri="{C183D7F6-B498-43B3-948B-1728B52AA6E4}">
                <adec:decorative xmlns:adec="http://schemas.microsoft.com/office/drawing/2017/decorative" val="0"/>
              </a:ext>
            </a:extLst>
          </p:cNvPr>
          <p:cNvSpPr>
            <a:spLocks noGrp="1"/>
          </p:cNvSpPr>
          <p:nvPr>
            <p:ph type="body" sz="quarter" idx="31" hasCustomPrompt="1"/>
          </p:nvPr>
        </p:nvSpPr>
        <p:spPr>
          <a:xfrm>
            <a:off x="815034" y="4289531"/>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19" name="Text Placeholder 15">
            <a:extLst>
              <a:ext uri="{FF2B5EF4-FFF2-40B4-BE49-F238E27FC236}">
                <a16:creationId xmlns:a16="http://schemas.microsoft.com/office/drawing/2014/main" id="{A492A0A3-C466-D303-B2D6-96BB71A2E648}"/>
              </a:ext>
            </a:extLst>
          </p:cNvPr>
          <p:cNvSpPr>
            <a:spLocks noGrp="1"/>
          </p:cNvSpPr>
          <p:nvPr>
            <p:ph type="body" sz="quarter" idx="37" hasCustomPrompt="1"/>
          </p:nvPr>
        </p:nvSpPr>
        <p:spPr>
          <a:xfrm>
            <a:off x="1519484" y="4220202"/>
            <a:ext cx="4389120" cy="595862"/>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11" name="Text Placeholder 7">
            <a:extLst>
              <a:ext uri="{FF2B5EF4-FFF2-40B4-BE49-F238E27FC236}">
                <a16:creationId xmlns:a16="http://schemas.microsoft.com/office/drawing/2014/main" id="{0F72186F-5200-A2AB-179D-7BE732C03825}"/>
              </a:ext>
              <a:ext uri="{C183D7F6-B498-43B3-948B-1728B52AA6E4}">
                <adec:decorative xmlns:adec="http://schemas.microsoft.com/office/drawing/2017/decorative" val="0"/>
              </a:ext>
            </a:extLst>
          </p:cNvPr>
          <p:cNvSpPr>
            <a:spLocks noGrp="1"/>
          </p:cNvSpPr>
          <p:nvPr>
            <p:ph type="body" sz="quarter" idx="32" hasCustomPrompt="1"/>
          </p:nvPr>
        </p:nvSpPr>
        <p:spPr>
          <a:xfrm>
            <a:off x="6357828" y="1929746"/>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21" name="Text Placeholder 15">
            <a:extLst>
              <a:ext uri="{FF2B5EF4-FFF2-40B4-BE49-F238E27FC236}">
                <a16:creationId xmlns:a16="http://schemas.microsoft.com/office/drawing/2014/main" id="{85916D55-8F91-DCB4-8CE3-3298C24A8B26}"/>
              </a:ext>
            </a:extLst>
          </p:cNvPr>
          <p:cNvSpPr>
            <a:spLocks noGrp="1"/>
          </p:cNvSpPr>
          <p:nvPr>
            <p:ph type="body" sz="quarter" idx="39" hasCustomPrompt="1"/>
          </p:nvPr>
        </p:nvSpPr>
        <p:spPr>
          <a:xfrm>
            <a:off x="7040880" y="1870701"/>
            <a:ext cx="4389120" cy="575291"/>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14" name="Text Placeholder 7">
            <a:extLst>
              <a:ext uri="{FF2B5EF4-FFF2-40B4-BE49-F238E27FC236}">
                <a16:creationId xmlns:a16="http://schemas.microsoft.com/office/drawing/2014/main" id="{3C0EE0CA-7C55-BE96-B296-7983CE1F534D}"/>
              </a:ext>
              <a:ext uri="{C183D7F6-B498-43B3-948B-1728B52AA6E4}">
                <adec:decorative xmlns:adec="http://schemas.microsoft.com/office/drawing/2017/decorative" val="0"/>
              </a:ext>
            </a:extLst>
          </p:cNvPr>
          <p:cNvSpPr>
            <a:spLocks noGrp="1"/>
          </p:cNvSpPr>
          <p:nvPr>
            <p:ph type="body" sz="quarter" idx="33" hasCustomPrompt="1"/>
          </p:nvPr>
        </p:nvSpPr>
        <p:spPr>
          <a:xfrm>
            <a:off x="6357828" y="3098146"/>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24" name="Text Placeholder 15">
            <a:extLst>
              <a:ext uri="{FF2B5EF4-FFF2-40B4-BE49-F238E27FC236}">
                <a16:creationId xmlns:a16="http://schemas.microsoft.com/office/drawing/2014/main" id="{C8DCC1D9-7EE3-3741-9F29-B48D13EE3792}"/>
              </a:ext>
            </a:extLst>
          </p:cNvPr>
          <p:cNvSpPr>
            <a:spLocks noGrp="1"/>
          </p:cNvSpPr>
          <p:nvPr>
            <p:ph type="body" sz="quarter" idx="41" hasCustomPrompt="1"/>
          </p:nvPr>
        </p:nvSpPr>
        <p:spPr>
          <a:xfrm>
            <a:off x="7040880" y="3039101"/>
            <a:ext cx="4389120" cy="575291"/>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16" name="Text Placeholder 7">
            <a:extLst>
              <a:ext uri="{FF2B5EF4-FFF2-40B4-BE49-F238E27FC236}">
                <a16:creationId xmlns:a16="http://schemas.microsoft.com/office/drawing/2014/main" id="{E4E9D39D-89C0-EA72-BBBD-A4D4BD2C567B}"/>
              </a:ext>
              <a:ext uri="{C183D7F6-B498-43B3-948B-1728B52AA6E4}">
                <adec:decorative xmlns:adec="http://schemas.microsoft.com/office/drawing/2017/decorative" val="0"/>
              </a:ext>
            </a:extLst>
          </p:cNvPr>
          <p:cNvSpPr>
            <a:spLocks noGrp="1"/>
          </p:cNvSpPr>
          <p:nvPr>
            <p:ph type="body" sz="quarter" idx="34" hasCustomPrompt="1"/>
          </p:nvPr>
        </p:nvSpPr>
        <p:spPr>
          <a:xfrm>
            <a:off x="6357828" y="4289531"/>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26" name="Text Placeholder 15">
            <a:extLst>
              <a:ext uri="{FF2B5EF4-FFF2-40B4-BE49-F238E27FC236}">
                <a16:creationId xmlns:a16="http://schemas.microsoft.com/office/drawing/2014/main" id="{245786FF-832D-64F9-4D1C-6D198E92EF30}"/>
              </a:ext>
            </a:extLst>
          </p:cNvPr>
          <p:cNvSpPr>
            <a:spLocks noGrp="1"/>
          </p:cNvSpPr>
          <p:nvPr>
            <p:ph type="body" sz="quarter" idx="43" hasCustomPrompt="1"/>
          </p:nvPr>
        </p:nvSpPr>
        <p:spPr>
          <a:xfrm>
            <a:off x="7040880" y="4220201"/>
            <a:ext cx="4389120" cy="595861"/>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pic>
        <p:nvPicPr>
          <p:cNvPr id="20" name="Picture 19" descr="Central Piedmont Community College logo icon">
            <a:extLst>
              <a:ext uri="{FF2B5EF4-FFF2-40B4-BE49-F238E27FC236}">
                <a16:creationId xmlns:a16="http://schemas.microsoft.com/office/drawing/2014/main" id="{98D1DF6D-E134-196A-68CC-FF5238976B06}"/>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22" name="Slide Number Placeholder 16">
            <a:extLst>
              <a:ext uri="{FF2B5EF4-FFF2-40B4-BE49-F238E27FC236}">
                <a16:creationId xmlns:a16="http://schemas.microsoft.com/office/drawing/2014/main" id="{6F23FDDB-FA81-292B-D1A5-D0F482E104E9}"/>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46DE113-98B9-6544-B8CD-04CB46C47530}" type="slidenum">
              <a:rPr lang="en-US" sz="1200" b="0" i="0" smtClean="0">
                <a:solidFill>
                  <a:schemeClr val="bg1"/>
                </a:solidFill>
                <a:latin typeface="Franklin Gothic Medium" panose="020B0603020102020204" pitchFamily="34" charset="0"/>
              </a:rPr>
              <a:t>‹#›</a:t>
            </a:fld>
            <a:endParaRPr lang="en-US" sz="1200" b="0" i="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41189765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Objective - white">
    <p:bg>
      <p:bgPr>
        <a:solidFill>
          <a:schemeClr val="bg1"/>
        </a:solidFill>
        <a:effectLst/>
      </p:bgPr>
    </p:bg>
    <p:spTree>
      <p:nvGrpSpPr>
        <p:cNvPr id="1" name=""/>
        <p:cNvGrpSpPr/>
        <p:nvPr/>
      </p:nvGrpSpPr>
      <p:grpSpPr>
        <a:xfrm>
          <a:off x="0" y="0"/>
          <a:ext cx="0" cy="0"/>
          <a:chOff x="0" y="0"/>
          <a:chExt cx="0" cy="0"/>
        </a:xfrm>
      </p:grpSpPr>
      <p:sp>
        <p:nvSpPr>
          <p:cNvPr id="22" name="Title 3">
            <a:extLst>
              <a:ext uri="{FF2B5EF4-FFF2-40B4-BE49-F238E27FC236}">
                <a16:creationId xmlns:a16="http://schemas.microsoft.com/office/drawing/2014/main" id="{85F7C455-4A3B-A4CB-A68F-F483EE1D9D22}"/>
              </a:ext>
            </a:extLst>
          </p:cNvPr>
          <p:cNvSpPr>
            <a:spLocks noGrp="1"/>
          </p:cNvSpPr>
          <p:nvPr>
            <p:ph type="title" hasCustomPrompt="1"/>
          </p:nvPr>
        </p:nvSpPr>
        <p:spPr>
          <a:xfrm>
            <a:off x="731520" y="457199"/>
            <a:ext cx="3657600" cy="5486400"/>
          </a:xfrm>
        </p:spPr>
        <p:txBody>
          <a:bodyPr anchor="ctr">
            <a:normAutofit/>
          </a:bodyPr>
          <a:lstStyle>
            <a:lvl1pPr>
              <a:defRPr sz="3200">
                <a:solidFill>
                  <a:schemeClr val="tx2"/>
                </a:solidFill>
              </a:defRPr>
            </a:lvl1pPr>
          </a:lstStyle>
          <a:p>
            <a:r>
              <a:rPr lang="en-US" altLang="zh-CN"/>
              <a:t>Objective</a:t>
            </a:r>
            <a:br>
              <a:rPr lang="en-US" altLang="zh-CN"/>
            </a:br>
            <a:r>
              <a:rPr lang="en-US" altLang="zh-CN"/>
              <a:t>Example Slide</a:t>
            </a:r>
            <a:endParaRPr lang="zh-CN" altLang="en-US"/>
          </a:p>
        </p:txBody>
      </p:sp>
      <p:sp>
        <p:nvSpPr>
          <p:cNvPr id="29" name="Content Placeholder 2">
            <a:extLst>
              <a:ext uri="{FF2B5EF4-FFF2-40B4-BE49-F238E27FC236}">
                <a16:creationId xmlns:a16="http://schemas.microsoft.com/office/drawing/2014/main" id="{3A60EDB0-5BDC-47E0-2F2A-70673EB7C074}"/>
              </a:ext>
            </a:extLst>
          </p:cNvPr>
          <p:cNvSpPr>
            <a:spLocks noGrp="1"/>
          </p:cNvSpPr>
          <p:nvPr>
            <p:ph sz="quarter" idx="10" hasCustomPrompt="1"/>
          </p:nvPr>
        </p:nvSpPr>
        <p:spPr>
          <a:xfrm>
            <a:off x="4525963" y="457199"/>
            <a:ext cx="7065815" cy="5486400"/>
          </a:xfrm>
        </p:spPr>
        <p:txBody>
          <a:bodyPr anchor="ctr">
            <a:normAutofit/>
          </a:bodyPr>
          <a:lstStyle>
            <a:lvl1pPr marL="0" indent="0">
              <a:buNone/>
              <a:defRPr sz="1800">
                <a:solidFill>
                  <a:schemeClr val="tx2"/>
                </a:solidFill>
              </a:defRPr>
            </a:lvl1pPr>
          </a:lstStyle>
          <a:p>
            <a:r>
              <a:rPr lang="en-US" altLang="zh-CN"/>
              <a:t>Lorem ipsum dolor sit </a:t>
            </a:r>
            <a:r>
              <a:rPr lang="en-US" altLang="zh-CN" err="1"/>
              <a:t>amet</a:t>
            </a:r>
            <a:r>
              <a:rPr lang="en-US" altLang="zh-CN"/>
              <a:t>, </a:t>
            </a:r>
            <a:r>
              <a:rPr lang="en-US" altLang="zh-CN" err="1"/>
              <a:t>consectetur</a:t>
            </a:r>
            <a:r>
              <a:rPr lang="en-US" altLang="zh-CN"/>
              <a:t> </a:t>
            </a:r>
            <a:r>
              <a:rPr lang="en-US" altLang="zh-CN" err="1"/>
              <a:t>adipiscing</a:t>
            </a:r>
            <a:r>
              <a:rPr lang="en-US" altLang="zh-CN"/>
              <a:t> </a:t>
            </a:r>
            <a:r>
              <a:rPr lang="en-US" altLang="zh-CN" err="1"/>
              <a:t>elit</a:t>
            </a:r>
            <a:r>
              <a:rPr lang="en-US" altLang="zh-CN"/>
              <a:t>, sed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labore et dolore magna </a:t>
            </a:r>
            <a:r>
              <a:rPr lang="en-US" altLang="zh-CN" err="1"/>
              <a:t>aliqua</a:t>
            </a:r>
            <a:r>
              <a:rPr lang="en-US" altLang="zh-CN"/>
              <a:t>. Ut </a:t>
            </a:r>
            <a:r>
              <a:rPr lang="en-US" altLang="zh-CN" err="1"/>
              <a:t>enim</a:t>
            </a:r>
            <a:r>
              <a:rPr lang="en-US" altLang="zh-CN"/>
              <a:t> ad minim </a:t>
            </a:r>
            <a:r>
              <a:rPr lang="en-US" altLang="zh-CN" err="1"/>
              <a:t>veniam</a:t>
            </a:r>
            <a:r>
              <a:rPr lang="en-US" altLang="zh-CN"/>
              <a:t>, </a:t>
            </a:r>
            <a:r>
              <a:rPr lang="en-US" altLang="zh-CN" err="1"/>
              <a:t>quis</a:t>
            </a:r>
            <a:r>
              <a:rPr lang="en-US" altLang="zh-CN"/>
              <a:t> </a:t>
            </a:r>
            <a:r>
              <a:rPr lang="en-US" altLang="zh-CN" err="1"/>
              <a:t>nostrud</a:t>
            </a:r>
            <a:r>
              <a:rPr lang="en-US" altLang="zh-CN"/>
              <a:t> exercitation </a:t>
            </a:r>
            <a:r>
              <a:rPr lang="en-US" altLang="zh-CN" err="1"/>
              <a:t>ullamco</a:t>
            </a:r>
            <a:endParaRPr lang="en-US" altLang="zh-CN"/>
          </a:p>
        </p:txBody>
      </p:sp>
      <p:sp>
        <p:nvSpPr>
          <p:cNvPr id="2" name="Slide Number Placeholder 16">
            <a:extLst>
              <a:ext uri="{FF2B5EF4-FFF2-40B4-BE49-F238E27FC236}">
                <a16:creationId xmlns:a16="http://schemas.microsoft.com/office/drawing/2014/main" id="{8AC348B3-43D8-EC94-A6DC-44D1D77C007D}"/>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FC08023-4075-254E-BF87-0C0A7E4957C1}"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13B03FE4-B62B-DCA1-2309-EB7BECDFA72E}"/>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2318929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Objective - gray">
    <p:bg>
      <p:bgPr>
        <a:solidFill>
          <a:schemeClr val="tx2"/>
        </a:solidFill>
        <a:effectLst/>
      </p:bgPr>
    </p:bg>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1BAF2377-B265-945F-4F8D-F6B6681DC676}"/>
              </a:ext>
            </a:extLst>
          </p:cNvPr>
          <p:cNvSpPr>
            <a:spLocks noGrp="1"/>
          </p:cNvSpPr>
          <p:nvPr>
            <p:ph type="title" hasCustomPrompt="1"/>
          </p:nvPr>
        </p:nvSpPr>
        <p:spPr>
          <a:xfrm>
            <a:off x="731520" y="457199"/>
            <a:ext cx="3657600" cy="5486400"/>
          </a:xfrm>
        </p:spPr>
        <p:txBody>
          <a:bodyPr anchor="ctr">
            <a:normAutofit/>
          </a:bodyPr>
          <a:lstStyle>
            <a:lvl1pPr>
              <a:defRPr sz="3200">
                <a:solidFill>
                  <a:schemeClr val="bg1"/>
                </a:solidFill>
              </a:defRPr>
            </a:lvl1pPr>
          </a:lstStyle>
          <a:p>
            <a:r>
              <a:rPr lang="en-US" altLang="zh-CN"/>
              <a:t>Objective</a:t>
            </a:r>
            <a:br>
              <a:rPr lang="en-US" altLang="zh-CN"/>
            </a:br>
            <a:r>
              <a:rPr lang="en-US" altLang="zh-CN"/>
              <a:t>Example Slide</a:t>
            </a:r>
            <a:endParaRPr lang="zh-CN" altLang="en-US"/>
          </a:p>
        </p:txBody>
      </p:sp>
      <p:sp>
        <p:nvSpPr>
          <p:cNvPr id="3" name="Content Placeholder 2">
            <a:extLst>
              <a:ext uri="{FF2B5EF4-FFF2-40B4-BE49-F238E27FC236}">
                <a16:creationId xmlns:a16="http://schemas.microsoft.com/office/drawing/2014/main" id="{15B8E102-79A1-426B-EA37-B25A1E6B3EE8}"/>
              </a:ext>
            </a:extLst>
          </p:cNvPr>
          <p:cNvSpPr>
            <a:spLocks noGrp="1"/>
          </p:cNvSpPr>
          <p:nvPr>
            <p:ph sz="quarter" idx="10" hasCustomPrompt="1"/>
          </p:nvPr>
        </p:nvSpPr>
        <p:spPr>
          <a:xfrm>
            <a:off x="4525963" y="457199"/>
            <a:ext cx="7065815" cy="5486400"/>
          </a:xfrm>
        </p:spPr>
        <p:txBody>
          <a:bodyPr anchor="ctr">
            <a:normAutofit/>
          </a:bodyPr>
          <a:lstStyle>
            <a:lvl1pPr marL="0" indent="0">
              <a:buNone/>
              <a:defRPr sz="1800">
                <a:solidFill>
                  <a:schemeClr val="bg1"/>
                </a:solidFill>
              </a:defRPr>
            </a:lvl1pPr>
          </a:lstStyle>
          <a:p>
            <a:r>
              <a:rPr lang="en-US" altLang="zh-CN"/>
              <a:t>Lorem ipsum dolor sit </a:t>
            </a:r>
            <a:r>
              <a:rPr lang="en-US" altLang="zh-CN" err="1"/>
              <a:t>amet</a:t>
            </a:r>
            <a:r>
              <a:rPr lang="en-US" altLang="zh-CN"/>
              <a:t>, </a:t>
            </a:r>
            <a:r>
              <a:rPr lang="en-US" altLang="zh-CN" err="1"/>
              <a:t>consectetur</a:t>
            </a:r>
            <a:r>
              <a:rPr lang="en-US" altLang="zh-CN"/>
              <a:t> </a:t>
            </a:r>
            <a:r>
              <a:rPr lang="en-US" altLang="zh-CN" err="1"/>
              <a:t>adipiscing</a:t>
            </a:r>
            <a:r>
              <a:rPr lang="en-US" altLang="zh-CN"/>
              <a:t> </a:t>
            </a:r>
            <a:r>
              <a:rPr lang="en-US" altLang="zh-CN" err="1"/>
              <a:t>elit</a:t>
            </a:r>
            <a:r>
              <a:rPr lang="en-US" altLang="zh-CN"/>
              <a:t>, sed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labore et dolore magna </a:t>
            </a:r>
            <a:r>
              <a:rPr lang="en-US" altLang="zh-CN" err="1"/>
              <a:t>aliqua</a:t>
            </a:r>
            <a:r>
              <a:rPr lang="en-US" altLang="zh-CN"/>
              <a:t>. Ut </a:t>
            </a:r>
            <a:r>
              <a:rPr lang="en-US" altLang="zh-CN" err="1"/>
              <a:t>enim</a:t>
            </a:r>
            <a:r>
              <a:rPr lang="en-US" altLang="zh-CN"/>
              <a:t> ad minim </a:t>
            </a:r>
            <a:r>
              <a:rPr lang="en-US" altLang="zh-CN" err="1"/>
              <a:t>veniam</a:t>
            </a:r>
            <a:r>
              <a:rPr lang="en-US" altLang="zh-CN"/>
              <a:t>, </a:t>
            </a:r>
            <a:r>
              <a:rPr lang="en-US" altLang="zh-CN" err="1"/>
              <a:t>quis</a:t>
            </a:r>
            <a:r>
              <a:rPr lang="en-US" altLang="zh-CN"/>
              <a:t> </a:t>
            </a:r>
            <a:r>
              <a:rPr lang="en-US" altLang="zh-CN" err="1"/>
              <a:t>nostrud</a:t>
            </a:r>
            <a:r>
              <a:rPr lang="en-US" altLang="zh-CN"/>
              <a:t> exercitation </a:t>
            </a:r>
            <a:r>
              <a:rPr lang="en-US" altLang="zh-CN" err="1"/>
              <a:t>ullamco</a:t>
            </a:r>
            <a:endParaRPr lang="en-US" altLang="zh-CN"/>
          </a:p>
        </p:txBody>
      </p:sp>
      <p:sp>
        <p:nvSpPr>
          <p:cNvPr id="4" name="Slide Number Placeholder 16">
            <a:extLst>
              <a:ext uri="{FF2B5EF4-FFF2-40B4-BE49-F238E27FC236}">
                <a16:creationId xmlns:a16="http://schemas.microsoft.com/office/drawing/2014/main" id="{DFDA81D6-E00D-BA05-6E87-086CC3ED470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A42F796-B185-9042-9890-5DAAB855039C}"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CCCC61C4-8A50-AA8A-8BD1-D59241B6B858}"/>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9145855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Objective - gold">
    <p:bg>
      <p:bgPr>
        <a:solidFill>
          <a:schemeClr val="accent1"/>
        </a:solid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D1AC366-8B77-E62C-3BEC-58B9B261693F}"/>
              </a:ext>
            </a:extLst>
          </p:cNvPr>
          <p:cNvSpPr>
            <a:spLocks noGrp="1"/>
          </p:cNvSpPr>
          <p:nvPr>
            <p:ph type="title" hasCustomPrompt="1"/>
          </p:nvPr>
        </p:nvSpPr>
        <p:spPr>
          <a:xfrm>
            <a:off x="731520" y="457199"/>
            <a:ext cx="3657600" cy="5486400"/>
          </a:xfrm>
        </p:spPr>
        <p:txBody>
          <a:bodyPr anchor="ctr">
            <a:normAutofit/>
          </a:bodyPr>
          <a:lstStyle>
            <a:lvl1pPr>
              <a:defRPr sz="3200">
                <a:solidFill>
                  <a:schemeClr val="tx1"/>
                </a:solidFill>
              </a:defRPr>
            </a:lvl1pPr>
          </a:lstStyle>
          <a:p>
            <a:r>
              <a:rPr lang="en-US" altLang="zh-CN"/>
              <a:t>Objective</a:t>
            </a:r>
            <a:br>
              <a:rPr lang="en-US" altLang="zh-CN"/>
            </a:br>
            <a:r>
              <a:rPr lang="en-US" altLang="zh-CN"/>
              <a:t>Example Slide</a:t>
            </a:r>
            <a:endParaRPr lang="zh-CN" altLang="en-US"/>
          </a:p>
        </p:txBody>
      </p:sp>
      <p:sp>
        <p:nvSpPr>
          <p:cNvPr id="4" name="Content Placeholder 2">
            <a:extLst>
              <a:ext uri="{FF2B5EF4-FFF2-40B4-BE49-F238E27FC236}">
                <a16:creationId xmlns:a16="http://schemas.microsoft.com/office/drawing/2014/main" id="{E754FF7A-5CDD-55CC-E4D0-8FEF7E0033A8}"/>
              </a:ext>
            </a:extLst>
          </p:cNvPr>
          <p:cNvSpPr>
            <a:spLocks noGrp="1"/>
          </p:cNvSpPr>
          <p:nvPr>
            <p:ph sz="quarter" idx="10" hasCustomPrompt="1"/>
          </p:nvPr>
        </p:nvSpPr>
        <p:spPr>
          <a:xfrm>
            <a:off x="4525963" y="457199"/>
            <a:ext cx="7065815" cy="5486400"/>
          </a:xfrm>
        </p:spPr>
        <p:txBody>
          <a:bodyPr anchor="ctr">
            <a:normAutofit/>
          </a:bodyPr>
          <a:lstStyle>
            <a:lvl1pPr marL="0" indent="0">
              <a:buClr>
                <a:schemeClr val="tx1"/>
              </a:buClr>
              <a:buFont typeface="Arial" panose="020B0604020202020204" pitchFamily="34" charset="0"/>
              <a:buNone/>
              <a:defRPr sz="1800">
                <a:solidFill>
                  <a:schemeClr val="tx1"/>
                </a:solidFill>
              </a:defRPr>
            </a:lvl1pPr>
          </a:lstStyle>
          <a:p>
            <a:r>
              <a:rPr lang="en-US" altLang="zh-CN" dirty="0"/>
              <a:t>Lorem ipsum dolor sit </a:t>
            </a:r>
            <a:r>
              <a:rPr lang="en-US" altLang="zh-CN" dirty="0" err="1"/>
              <a:t>amet</a:t>
            </a:r>
            <a:r>
              <a:rPr lang="en-US" altLang="zh-CN" dirty="0"/>
              <a:t>, </a:t>
            </a:r>
            <a:r>
              <a:rPr lang="en-US" altLang="zh-CN" dirty="0" err="1"/>
              <a:t>consectetur</a:t>
            </a:r>
            <a:r>
              <a:rPr lang="en-US" altLang="zh-CN" dirty="0"/>
              <a:t> </a:t>
            </a:r>
            <a:r>
              <a:rPr lang="en-US" altLang="zh-CN" dirty="0" err="1"/>
              <a:t>adipiscing</a:t>
            </a:r>
            <a:r>
              <a:rPr lang="en-US" altLang="zh-CN" dirty="0"/>
              <a:t> </a:t>
            </a:r>
            <a:r>
              <a:rPr lang="en-US" altLang="zh-CN" dirty="0" err="1"/>
              <a:t>elit</a:t>
            </a:r>
            <a:r>
              <a:rPr lang="en-US" altLang="zh-CN" dirty="0"/>
              <a:t>, sed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labore et dolore magna </a:t>
            </a:r>
            <a:r>
              <a:rPr lang="en-US" altLang="zh-CN" dirty="0" err="1"/>
              <a:t>aliqua</a:t>
            </a:r>
            <a:r>
              <a:rPr lang="en-US" altLang="zh-CN" dirty="0"/>
              <a:t>. Ut </a:t>
            </a:r>
            <a:r>
              <a:rPr lang="en-US" altLang="zh-CN" dirty="0" err="1"/>
              <a:t>enim</a:t>
            </a:r>
            <a:r>
              <a:rPr lang="en-US" altLang="zh-CN" dirty="0"/>
              <a:t> ad minim </a:t>
            </a:r>
            <a:r>
              <a:rPr lang="en-US" altLang="zh-CN" dirty="0" err="1"/>
              <a:t>veniam</a:t>
            </a:r>
            <a:r>
              <a:rPr lang="en-US" altLang="zh-CN" dirty="0"/>
              <a:t>, </a:t>
            </a:r>
            <a:r>
              <a:rPr lang="en-US" altLang="zh-CN" dirty="0" err="1"/>
              <a:t>quis</a:t>
            </a:r>
            <a:r>
              <a:rPr lang="en-US" altLang="zh-CN" dirty="0"/>
              <a:t> </a:t>
            </a:r>
            <a:r>
              <a:rPr lang="en-US" altLang="zh-CN" dirty="0" err="1"/>
              <a:t>nostrud</a:t>
            </a:r>
            <a:r>
              <a:rPr lang="en-US" altLang="zh-CN" dirty="0"/>
              <a:t> exercitation </a:t>
            </a:r>
            <a:r>
              <a:rPr lang="en-US" altLang="zh-CN" dirty="0" err="1"/>
              <a:t>ullamco</a:t>
            </a:r>
            <a:endParaRPr lang="en-US" altLang="zh-CN" dirty="0"/>
          </a:p>
        </p:txBody>
      </p:sp>
      <p:pic>
        <p:nvPicPr>
          <p:cNvPr id="12" name="Picture 11" descr="Central Piedmont Community College logo icon">
            <a:extLst>
              <a:ext uri="{FF2B5EF4-FFF2-40B4-BE49-F238E27FC236}">
                <a16:creationId xmlns:a16="http://schemas.microsoft.com/office/drawing/2014/main" id="{20EE4BF5-D9A3-D96C-983A-DB5161A397CD}"/>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
        <p:nvSpPr>
          <p:cNvPr id="5" name="Slide Number Placeholder 16">
            <a:extLst>
              <a:ext uri="{FF2B5EF4-FFF2-40B4-BE49-F238E27FC236}">
                <a16:creationId xmlns:a16="http://schemas.microsoft.com/office/drawing/2014/main" id="{4F2DEB74-6C2B-99F2-7781-2F11C131CEFF}"/>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F42C00F-A138-EB4B-9FF4-90735A1DFFEB}"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spTree>
    <p:extLst>
      <p:ext uri="{BB962C8B-B14F-4D97-AF65-F5344CB8AC3E}">
        <p14:creationId xmlns:p14="http://schemas.microsoft.com/office/powerpoint/2010/main" val="34637774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Objective - gold bar">
    <p:bg>
      <p:bgPr>
        <a:solidFill>
          <a:schemeClr val="bg1"/>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1AD092B5-5805-E1D4-D41F-1513C57BE26B}"/>
              </a:ext>
              <a:ext uri="{C183D7F6-B498-43B3-948B-1728B52AA6E4}">
                <adec:decorative xmlns:adec="http://schemas.microsoft.com/office/drawing/2017/decorative" val="1"/>
              </a:ext>
            </a:extLst>
          </p:cNvPr>
          <p:cNvSpPr/>
          <p:nvPr userDrawn="1"/>
        </p:nvSpPr>
        <p:spPr>
          <a:xfrm>
            <a:off x="0" y="5548895"/>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2" name="Title 3">
            <a:extLst>
              <a:ext uri="{FF2B5EF4-FFF2-40B4-BE49-F238E27FC236}">
                <a16:creationId xmlns:a16="http://schemas.microsoft.com/office/drawing/2014/main" id="{85F7C455-4A3B-A4CB-A68F-F483EE1D9D22}"/>
              </a:ext>
            </a:extLst>
          </p:cNvPr>
          <p:cNvSpPr>
            <a:spLocks noGrp="1"/>
          </p:cNvSpPr>
          <p:nvPr>
            <p:ph type="title" hasCustomPrompt="1"/>
          </p:nvPr>
        </p:nvSpPr>
        <p:spPr>
          <a:xfrm>
            <a:off x="731520" y="457199"/>
            <a:ext cx="3657600" cy="5029200"/>
          </a:xfrm>
        </p:spPr>
        <p:txBody>
          <a:bodyPr anchor="ctr">
            <a:normAutofit/>
          </a:bodyPr>
          <a:lstStyle>
            <a:lvl1pPr>
              <a:defRPr sz="3200">
                <a:solidFill>
                  <a:schemeClr val="tx2"/>
                </a:solidFill>
              </a:defRPr>
            </a:lvl1pPr>
          </a:lstStyle>
          <a:p>
            <a:r>
              <a:rPr lang="en-US" altLang="zh-CN"/>
              <a:t>Objective</a:t>
            </a:r>
            <a:br>
              <a:rPr lang="en-US" altLang="zh-CN"/>
            </a:br>
            <a:r>
              <a:rPr lang="en-US" altLang="zh-CN"/>
              <a:t>Example Slide</a:t>
            </a:r>
            <a:endParaRPr lang="zh-CN" altLang="en-US"/>
          </a:p>
        </p:txBody>
      </p:sp>
      <p:sp>
        <p:nvSpPr>
          <p:cNvPr id="29" name="Content Placeholder 2">
            <a:extLst>
              <a:ext uri="{FF2B5EF4-FFF2-40B4-BE49-F238E27FC236}">
                <a16:creationId xmlns:a16="http://schemas.microsoft.com/office/drawing/2014/main" id="{3A60EDB0-5BDC-47E0-2F2A-70673EB7C074}"/>
              </a:ext>
            </a:extLst>
          </p:cNvPr>
          <p:cNvSpPr>
            <a:spLocks noGrp="1"/>
          </p:cNvSpPr>
          <p:nvPr>
            <p:ph sz="quarter" idx="10" hasCustomPrompt="1"/>
          </p:nvPr>
        </p:nvSpPr>
        <p:spPr>
          <a:xfrm>
            <a:off x="4525963" y="457199"/>
            <a:ext cx="7065815" cy="5029200"/>
          </a:xfrm>
        </p:spPr>
        <p:txBody>
          <a:bodyPr anchor="ctr">
            <a:normAutofit/>
          </a:bodyPr>
          <a:lstStyle>
            <a:lvl1pPr marL="0" indent="0">
              <a:buNone/>
              <a:defRPr sz="1800">
                <a:solidFill>
                  <a:schemeClr val="tx2"/>
                </a:solidFill>
              </a:defRPr>
            </a:lvl1pPr>
          </a:lstStyle>
          <a:p>
            <a:r>
              <a:rPr lang="en-US" altLang="zh-CN"/>
              <a:t>Lorem ipsum dolor sit </a:t>
            </a:r>
            <a:r>
              <a:rPr lang="en-US" altLang="zh-CN" err="1"/>
              <a:t>amet</a:t>
            </a:r>
            <a:r>
              <a:rPr lang="en-US" altLang="zh-CN"/>
              <a:t>, </a:t>
            </a:r>
            <a:r>
              <a:rPr lang="en-US" altLang="zh-CN" err="1"/>
              <a:t>consectetur</a:t>
            </a:r>
            <a:r>
              <a:rPr lang="en-US" altLang="zh-CN"/>
              <a:t> </a:t>
            </a:r>
            <a:r>
              <a:rPr lang="en-US" altLang="zh-CN" err="1"/>
              <a:t>adipiscing</a:t>
            </a:r>
            <a:r>
              <a:rPr lang="en-US" altLang="zh-CN"/>
              <a:t> </a:t>
            </a:r>
            <a:r>
              <a:rPr lang="en-US" altLang="zh-CN" err="1"/>
              <a:t>elit</a:t>
            </a:r>
            <a:r>
              <a:rPr lang="en-US" altLang="zh-CN"/>
              <a:t>, sed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labore et dolore magna </a:t>
            </a:r>
            <a:r>
              <a:rPr lang="en-US" altLang="zh-CN" err="1"/>
              <a:t>aliqua</a:t>
            </a:r>
            <a:r>
              <a:rPr lang="en-US" altLang="zh-CN"/>
              <a:t>. Ut </a:t>
            </a:r>
            <a:r>
              <a:rPr lang="en-US" altLang="zh-CN" err="1"/>
              <a:t>enim</a:t>
            </a:r>
            <a:r>
              <a:rPr lang="en-US" altLang="zh-CN"/>
              <a:t> ad minim </a:t>
            </a:r>
            <a:r>
              <a:rPr lang="en-US" altLang="zh-CN" err="1"/>
              <a:t>veniam</a:t>
            </a:r>
            <a:r>
              <a:rPr lang="en-US" altLang="zh-CN"/>
              <a:t>, </a:t>
            </a:r>
            <a:r>
              <a:rPr lang="en-US" altLang="zh-CN" err="1"/>
              <a:t>quis</a:t>
            </a:r>
            <a:r>
              <a:rPr lang="en-US" altLang="zh-CN"/>
              <a:t> </a:t>
            </a:r>
            <a:r>
              <a:rPr lang="en-US" altLang="zh-CN" err="1"/>
              <a:t>nostrud</a:t>
            </a:r>
            <a:r>
              <a:rPr lang="en-US" altLang="zh-CN"/>
              <a:t> exercitation </a:t>
            </a:r>
            <a:r>
              <a:rPr lang="en-US" altLang="zh-CN" err="1"/>
              <a:t>ullamco</a:t>
            </a:r>
            <a:endParaRPr lang="en-US" altLang="zh-CN"/>
          </a:p>
        </p:txBody>
      </p:sp>
      <p:pic>
        <p:nvPicPr>
          <p:cNvPr id="3" name="Picture 2" descr="Central Piedmont Community College logo icon">
            <a:extLst>
              <a:ext uri="{FF2B5EF4-FFF2-40B4-BE49-F238E27FC236}">
                <a16:creationId xmlns:a16="http://schemas.microsoft.com/office/drawing/2014/main" id="{68010B90-22EB-CB60-FE3B-1C0ED0A7A7E5}"/>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5" name="Slide Number Placeholder 16">
            <a:extLst>
              <a:ext uri="{FF2B5EF4-FFF2-40B4-BE49-F238E27FC236}">
                <a16:creationId xmlns:a16="http://schemas.microsoft.com/office/drawing/2014/main" id="{277208B7-D79B-4517-E3F4-62E26DBB46DD}"/>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D536977-F621-A44B-AF9F-70686A25FFB7}" type="slidenum">
              <a:rPr lang="en-US" sz="1200" b="0" i="0" smtClean="0">
                <a:solidFill>
                  <a:schemeClr val="tx1"/>
                </a:solidFill>
                <a:latin typeface="Franklin Gothic Medium" panose="020B0603020102020204" pitchFamily="34" charset="0"/>
              </a:rPr>
              <a:t>‹#›</a:t>
            </a:fld>
            <a:endParaRPr lang="en-US" sz="1200" b="0" i="0" dirty="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7886473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Objective - gray bar">
    <p:bg>
      <p:bgPr>
        <a:solidFill>
          <a:schemeClr val="bg1"/>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BF29A656-78C8-122D-BDCF-8768A76AE7E1}"/>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2" name="Title 3">
            <a:extLst>
              <a:ext uri="{FF2B5EF4-FFF2-40B4-BE49-F238E27FC236}">
                <a16:creationId xmlns:a16="http://schemas.microsoft.com/office/drawing/2014/main" id="{85F7C455-4A3B-A4CB-A68F-F483EE1D9D22}"/>
              </a:ext>
            </a:extLst>
          </p:cNvPr>
          <p:cNvSpPr>
            <a:spLocks noGrp="1"/>
          </p:cNvSpPr>
          <p:nvPr>
            <p:ph type="title" hasCustomPrompt="1"/>
          </p:nvPr>
        </p:nvSpPr>
        <p:spPr>
          <a:xfrm>
            <a:off x="731520" y="457199"/>
            <a:ext cx="3657600" cy="5029200"/>
          </a:xfrm>
        </p:spPr>
        <p:txBody>
          <a:bodyPr anchor="ctr">
            <a:normAutofit/>
          </a:bodyPr>
          <a:lstStyle>
            <a:lvl1pPr>
              <a:defRPr sz="3200">
                <a:solidFill>
                  <a:schemeClr val="tx2"/>
                </a:solidFill>
              </a:defRPr>
            </a:lvl1pPr>
          </a:lstStyle>
          <a:p>
            <a:r>
              <a:rPr lang="en-US" altLang="zh-CN"/>
              <a:t>Objective</a:t>
            </a:r>
            <a:br>
              <a:rPr lang="en-US" altLang="zh-CN"/>
            </a:br>
            <a:r>
              <a:rPr lang="en-US" altLang="zh-CN"/>
              <a:t>Example Slide</a:t>
            </a:r>
            <a:endParaRPr lang="zh-CN" altLang="en-US"/>
          </a:p>
        </p:txBody>
      </p:sp>
      <p:sp>
        <p:nvSpPr>
          <p:cNvPr id="29" name="Content Placeholder 2">
            <a:extLst>
              <a:ext uri="{FF2B5EF4-FFF2-40B4-BE49-F238E27FC236}">
                <a16:creationId xmlns:a16="http://schemas.microsoft.com/office/drawing/2014/main" id="{3A60EDB0-5BDC-47E0-2F2A-70673EB7C074}"/>
              </a:ext>
            </a:extLst>
          </p:cNvPr>
          <p:cNvSpPr>
            <a:spLocks noGrp="1"/>
          </p:cNvSpPr>
          <p:nvPr>
            <p:ph sz="quarter" idx="10" hasCustomPrompt="1"/>
          </p:nvPr>
        </p:nvSpPr>
        <p:spPr>
          <a:xfrm>
            <a:off x="4525963" y="457199"/>
            <a:ext cx="7065815" cy="5029200"/>
          </a:xfrm>
        </p:spPr>
        <p:txBody>
          <a:bodyPr anchor="ctr">
            <a:normAutofit/>
          </a:bodyPr>
          <a:lstStyle>
            <a:lvl1pPr marL="0" indent="0">
              <a:buNone/>
              <a:defRPr sz="1800">
                <a:solidFill>
                  <a:schemeClr val="tx2"/>
                </a:solidFill>
              </a:defRPr>
            </a:lvl1pPr>
          </a:lstStyle>
          <a:p>
            <a:r>
              <a:rPr lang="en-US" altLang="zh-CN"/>
              <a:t>Lorem ipsum dolor sit </a:t>
            </a:r>
            <a:r>
              <a:rPr lang="en-US" altLang="zh-CN" err="1"/>
              <a:t>amet</a:t>
            </a:r>
            <a:r>
              <a:rPr lang="en-US" altLang="zh-CN"/>
              <a:t>, </a:t>
            </a:r>
            <a:r>
              <a:rPr lang="en-US" altLang="zh-CN" err="1"/>
              <a:t>consectetur</a:t>
            </a:r>
            <a:r>
              <a:rPr lang="en-US" altLang="zh-CN"/>
              <a:t> </a:t>
            </a:r>
            <a:r>
              <a:rPr lang="en-US" altLang="zh-CN" err="1"/>
              <a:t>adipiscing</a:t>
            </a:r>
            <a:r>
              <a:rPr lang="en-US" altLang="zh-CN"/>
              <a:t> </a:t>
            </a:r>
            <a:r>
              <a:rPr lang="en-US" altLang="zh-CN" err="1"/>
              <a:t>elit</a:t>
            </a:r>
            <a:r>
              <a:rPr lang="en-US" altLang="zh-CN"/>
              <a:t>, sed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labore et dolore magna </a:t>
            </a:r>
            <a:r>
              <a:rPr lang="en-US" altLang="zh-CN" err="1"/>
              <a:t>aliqua</a:t>
            </a:r>
            <a:r>
              <a:rPr lang="en-US" altLang="zh-CN"/>
              <a:t>. Ut </a:t>
            </a:r>
            <a:r>
              <a:rPr lang="en-US" altLang="zh-CN" err="1"/>
              <a:t>enim</a:t>
            </a:r>
            <a:r>
              <a:rPr lang="en-US" altLang="zh-CN"/>
              <a:t> ad minim </a:t>
            </a:r>
            <a:r>
              <a:rPr lang="en-US" altLang="zh-CN" err="1"/>
              <a:t>veniam</a:t>
            </a:r>
            <a:r>
              <a:rPr lang="en-US" altLang="zh-CN"/>
              <a:t>, </a:t>
            </a:r>
            <a:r>
              <a:rPr lang="en-US" altLang="zh-CN" err="1"/>
              <a:t>quis</a:t>
            </a:r>
            <a:r>
              <a:rPr lang="en-US" altLang="zh-CN"/>
              <a:t> </a:t>
            </a:r>
            <a:r>
              <a:rPr lang="en-US" altLang="zh-CN" err="1"/>
              <a:t>nostrud</a:t>
            </a:r>
            <a:r>
              <a:rPr lang="en-US" altLang="zh-CN"/>
              <a:t> exercitation </a:t>
            </a:r>
            <a:r>
              <a:rPr lang="en-US" altLang="zh-CN" err="1"/>
              <a:t>ullamco</a:t>
            </a:r>
            <a:endParaRPr lang="en-US" altLang="zh-CN"/>
          </a:p>
        </p:txBody>
      </p:sp>
      <p:pic>
        <p:nvPicPr>
          <p:cNvPr id="7" name="Picture 6" descr="Central Piedmont Community College logo icon">
            <a:extLst>
              <a:ext uri="{FF2B5EF4-FFF2-40B4-BE49-F238E27FC236}">
                <a16:creationId xmlns:a16="http://schemas.microsoft.com/office/drawing/2014/main" id="{23F42FDD-74F5-A634-08F0-6C89ADD38D81}"/>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2" name="Slide Number Placeholder 16">
            <a:extLst>
              <a:ext uri="{FF2B5EF4-FFF2-40B4-BE49-F238E27FC236}">
                <a16:creationId xmlns:a16="http://schemas.microsoft.com/office/drawing/2014/main" id="{647475A6-77E8-11B8-5CEA-533206274C6E}"/>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B85471B-E6D1-664F-AD6A-AACB32AE68D0}" type="slidenum">
              <a:rPr lang="en-US" sz="1200" b="0" i="0" smtClean="0">
                <a:solidFill>
                  <a:schemeClr val="bg1"/>
                </a:solidFill>
                <a:latin typeface="Franklin Gothic Medium" panose="020B0603020102020204" pitchFamily="34" charset="0"/>
              </a:rPr>
              <a:t>‹#›</a:t>
            </a:fld>
            <a:endParaRPr lang="en-US" sz="1200" b="0" i="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94637135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ext layout 1">
    <p:bg>
      <p:bgPr>
        <a:solidFill>
          <a:schemeClr val="bg1"/>
        </a:solidFill>
        <a:effectLst/>
      </p:bgPr>
    </p:bg>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lIns="0" rIns="0"/>
          <a:lstStyle>
            <a:lvl1pPr>
              <a:defRPr>
                <a:solidFill>
                  <a:schemeClr val="tx2"/>
                </a:solidFill>
              </a:defRPr>
            </a:lvl1pPr>
          </a:lstStyle>
          <a:p>
            <a:r>
              <a:rPr lang="en-US" dirty="0"/>
              <a:t>Click to edit title</a:t>
            </a:r>
          </a:p>
        </p:txBody>
      </p:sp>
      <p:sp>
        <p:nvSpPr>
          <p:cNvPr id="3" name="Content Placeholder 2">
            <a:extLst>
              <a:ext uri="{FF2B5EF4-FFF2-40B4-BE49-F238E27FC236}">
                <a16:creationId xmlns:a16="http://schemas.microsoft.com/office/drawing/2014/main" id="{0B0941CC-0EEA-4148-2237-B3BFD62E0966}"/>
              </a:ext>
            </a:extLst>
          </p:cNvPr>
          <p:cNvSpPr>
            <a:spLocks noGrp="1"/>
          </p:cNvSpPr>
          <p:nvPr>
            <p:ph sz="quarter" idx="13" hasCustomPrompt="1"/>
          </p:nvPr>
        </p:nvSpPr>
        <p:spPr>
          <a:xfrm>
            <a:off x="731520" y="1188720"/>
            <a:ext cx="10698480" cy="5029200"/>
          </a:xfrm>
        </p:spPr>
        <p:txBody>
          <a:bodyPr lIns="0" tIns="0" rIns="0" bIns="0">
            <a:normAutofit/>
          </a:bodyPr>
          <a:lstStyle>
            <a:lvl1pPr>
              <a:buClr>
                <a:schemeClr val="accent1"/>
              </a:buClr>
              <a:defRPr sz="2600">
                <a:solidFill>
                  <a:schemeClr val="tx2"/>
                </a:solidFill>
              </a:defRPr>
            </a:lvl1pPr>
            <a:lvl2pPr>
              <a:buClr>
                <a:schemeClr val="accent1"/>
              </a:buClr>
              <a:defRPr sz="2400">
                <a:solidFill>
                  <a:schemeClr val="tx2"/>
                </a:solidFill>
              </a:defRPr>
            </a:lvl2pPr>
            <a:lvl3pPr>
              <a:buClr>
                <a:schemeClr val="accent1"/>
              </a:buClr>
              <a:defRPr sz="2200">
                <a:solidFill>
                  <a:schemeClr val="tx2"/>
                </a:solidFill>
              </a:defRPr>
            </a:lvl3pPr>
            <a:lvl4pPr>
              <a:buClr>
                <a:schemeClr val="accent1"/>
              </a:buClr>
              <a:defRPr sz="2000">
                <a:solidFill>
                  <a:schemeClr val="tx2"/>
                </a:solidFill>
              </a:defRPr>
            </a:lvl4pPr>
            <a:lvl5pPr>
              <a:buClr>
                <a:schemeClr val="accent1"/>
              </a:buClr>
              <a:defRPr sz="1800">
                <a:solidFill>
                  <a:schemeClr val="tx2"/>
                </a:solidFill>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16">
            <a:extLst>
              <a:ext uri="{FF2B5EF4-FFF2-40B4-BE49-F238E27FC236}">
                <a16:creationId xmlns:a16="http://schemas.microsoft.com/office/drawing/2014/main" id="{4FE8148C-4FE3-DB42-41EC-A7597D1BB62F}"/>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12115E6-3580-6245-99BF-F8371A925CC9}"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A8C9B34F-C071-F3C6-69AD-D8C62F51E491}"/>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8586952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ext layout - gold bar">
    <p:bg>
      <p:bgPr>
        <a:solidFill>
          <a:schemeClr val="bg1"/>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08D3F467-544E-2E70-8EDA-0BCBB35718C8}"/>
              </a:ext>
              <a:ext uri="{C183D7F6-B498-43B3-948B-1728B52AA6E4}">
                <adec:decorative xmlns:adec="http://schemas.microsoft.com/office/drawing/2017/decorative" val="1"/>
              </a:ext>
            </a:extLst>
          </p:cNvPr>
          <p:cNvSpPr/>
          <p:nvPr userDrawn="1"/>
        </p:nvSpPr>
        <p:spPr>
          <a:xfrm>
            <a:off x="0" y="5548895"/>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 name="Title 18">
            <a:extLst>
              <a:ext uri="{FF2B5EF4-FFF2-40B4-BE49-F238E27FC236}">
                <a16:creationId xmlns:a16="http://schemas.microsoft.com/office/drawing/2014/main" id="{60F45C13-7A24-8E9E-1346-E35C0EF95B8D}"/>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3" name="Content Placeholder 2">
            <a:extLst>
              <a:ext uri="{FF2B5EF4-FFF2-40B4-BE49-F238E27FC236}">
                <a16:creationId xmlns:a16="http://schemas.microsoft.com/office/drawing/2014/main" id="{0B0941CC-0EEA-4148-2237-B3BFD62E0966}"/>
              </a:ext>
            </a:extLst>
          </p:cNvPr>
          <p:cNvSpPr>
            <a:spLocks noGrp="1"/>
          </p:cNvSpPr>
          <p:nvPr>
            <p:ph sz="quarter" idx="13" hasCustomPrompt="1"/>
          </p:nvPr>
        </p:nvSpPr>
        <p:spPr>
          <a:xfrm>
            <a:off x="731520" y="1188720"/>
            <a:ext cx="10698480" cy="4297680"/>
          </a:xfrm>
        </p:spPr>
        <p:txBody>
          <a:bodyPr>
            <a:normAutofit/>
          </a:bodyPr>
          <a:lstStyle>
            <a:lvl1pPr>
              <a:buClr>
                <a:schemeClr val="accent1"/>
              </a:buClr>
              <a:defRPr sz="2600">
                <a:solidFill>
                  <a:schemeClr val="tx2"/>
                </a:solidFill>
              </a:defRPr>
            </a:lvl1pPr>
            <a:lvl2pPr>
              <a:buClr>
                <a:schemeClr val="accent1"/>
              </a:buClr>
              <a:defRPr sz="2400">
                <a:solidFill>
                  <a:schemeClr val="tx2"/>
                </a:solidFill>
              </a:defRPr>
            </a:lvl2pPr>
            <a:lvl3pPr>
              <a:buClr>
                <a:schemeClr val="accent1"/>
              </a:buClr>
              <a:defRPr sz="2200">
                <a:solidFill>
                  <a:schemeClr val="tx2"/>
                </a:solidFill>
              </a:defRPr>
            </a:lvl3pPr>
            <a:lvl4pPr>
              <a:buClr>
                <a:schemeClr val="accent1"/>
              </a:buClr>
              <a:defRPr>
                <a:solidFill>
                  <a:schemeClr val="tx2"/>
                </a:solidFill>
              </a:defRPr>
            </a:lvl4pPr>
            <a:lvl5pPr>
              <a:buClr>
                <a:schemeClr val="accent1"/>
              </a:buClr>
              <a:defRPr>
                <a:solidFill>
                  <a:schemeClr val="tx2"/>
                </a:solidFill>
              </a:defRPr>
            </a:lvl5pPr>
          </a:lstStyle>
          <a:p>
            <a:pPr lvl="0"/>
            <a:r>
              <a:rPr lang="en-US"/>
              <a:t>Click to edit text</a:t>
            </a:r>
          </a:p>
          <a:p>
            <a:pPr lvl="1"/>
            <a:r>
              <a:rPr lang="en-US"/>
              <a:t>Second level</a:t>
            </a:r>
          </a:p>
          <a:p>
            <a:pPr lvl="2"/>
            <a:r>
              <a:rPr lang="en-US"/>
              <a:t>Third level</a:t>
            </a:r>
          </a:p>
        </p:txBody>
      </p:sp>
      <p:pic>
        <p:nvPicPr>
          <p:cNvPr id="4" name="Picture 3" descr="Central Piedmont Community College logo icon">
            <a:extLst>
              <a:ext uri="{FF2B5EF4-FFF2-40B4-BE49-F238E27FC236}">
                <a16:creationId xmlns:a16="http://schemas.microsoft.com/office/drawing/2014/main" id="{13DE1FB2-4930-DA2A-A5E1-8AB81DAC36C1}"/>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5" name="Slide Number Placeholder 16">
            <a:extLst>
              <a:ext uri="{FF2B5EF4-FFF2-40B4-BE49-F238E27FC236}">
                <a16:creationId xmlns:a16="http://schemas.microsoft.com/office/drawing/2014/main" id="{EB1DFF97-6B55-4344-9AEA-682610DEEB26}"/>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B35B735-4CD1-6540-8695-566CA97EC031}" type="slidenum">
              <a:rPr lang="en-US" sz="1200" b="0" i="0" smtClean="0">
                <a:solidFill>
                  <a:schemeClr val="tx1"/>
                </a:solidFill>
                <a:latin typeface="Franklin Gothic Medium" panose="020B0603020102020204" pitchFamily="34" charset="0"/>
              </a:rPr>
              <a:t>‹#›</a:t>
            </a:fld>
            <a:endParaRPr lang="en-US" sz="1200" b="0" i="0" dirty="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441071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ext layout - gray bar">
    <p:bg>
      <p:bgPr>
        <a:solidFill>
          <a:schemeClr val="bg1"/>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08D3F467-544E-2E70-8EDA-0BCBB35718C8}"/>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2" name="Content Placeholder 2">
            <a:extLst>
              <a:ext uri="{FF2B5EF4-FFF2-40B4-BE49-F238E27FC236}">
                <a16:creationId xmlns:a16="http://schemas.microsoft.com/office/drawing/2014/main" id="{D1AB0B3F-B249-93B3-BF7A-08A3B326DA2F}"/>
              </a:ext>
            </a:extLst>
          </p:cNvPr>
          <p:cNvSpPr>
            <a:spLocks noGrp="1"/>
          </p:cNvSpPr>
          <p:nvPr>
            <p:ph sz="quarter" idx="13" hasCustomPrompt="1"/>
          </p:nvPr>
        </p:nvSpPr>
        <p:spPr>
          <a:xfrm>
            <a:off x="731520" y="1188720"/>
            <a:ext cx="10698480" cy="4297680"/>
          </a:xfrm>
        </p:spPr>
        <p:txBody>
          <a:bodyPr lIns="0" tIns="0" rIns="0" bIns="0">
            <a:normAutofit/>
          </a:bodyPr>
          <a:lstStyle>
            <a:lvl1pPr>
              <a:buClr>
                <a:schemeClr val="accent1"/>
              </a:buClr>
              <a:defRPr sz="2600">
                <a:solidFill>
                  <a:schemeClr val="tx2"/>
                </a:solidFill>
              </a:defRPr>
            </a:lvl1pPr>
            <a:lvl2pPr>
              <a:buClr>
                <a:schemeClr val="accent1"/>
              </a:buClr>
              <a:defRPr sz="2400">
                <a:solidFill>
                  <a:schemeClr val="tx2"/>
                </a:solidFill>
              </a:defRPr>
            </a:lvl2pPr>
            <a:lvl3pPr>
              <a:buClr>
                <a:schemeClr val="accent1"/>
              </a:buClr>
              <a:defRPr sz="2200">
                <a:solidFill>
                  <a:schemeClr val="tx2"/>
                </a:solidFill>
              </a:defRPr>
            </a:lvl3pPr>
            <a:lvl4pPr>
              <a:buClr>
                <a:schemeClr val="accent1"/>
              </a:buClr>
              <a:defRPr sz="2000">
                <a:solidFill>
                  <a:schemeClr val="tx2"/>
                </a:solidFill>
              </a:defRPr>
            </a:lvl4pPr>
            <a:lvl5pPr>
              <a:buClr>
                <a:schemeClr val="accent1"/>
              </a:buClr>
              <a:defRPr sz="1800">
                <a:solidFill>
                  <a:schemeClr val="tx2"/>
                </a:solidFill>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5" name="Picture 4" descr="Central Piedmont Community College logo icon">
            <a:extLst>
              <a:ext uri="{FF2B5EF4-FFF2-40B4-BE49-F238E27FC236}">
                <a16:creationId xmlns:a16="http://schemas.microsoft.com/office/drawing/2014/main" id="{87E06846-DA4C-7742-89F2-9CA03AE1210D}"/>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3" name="Slide Number Placeholder 16">
            <a:extLst>
              <a:ext uri="{FF2B5EF4-FFF2-40B4-BE49-F238E27FC236}">
                <a16:creationId xmlns:a16="http://schemas.microsoft.com/office/drawing/2014/main" id="{F9D41EF9-9989-2EEA-4B51-72CABD808394}"/>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93062BF-3E4B-1F41-BCC2-68AD9379DA99}" type="slidenum">
              <a:rPr lang="en-US" sz="1200" b="0" i="0" smtClean="0">
                <a:solidFill>
                  <a:schemeClr val="bg1"/>
                </a:solidFill>
                <a:latin typeface="Franklin Gothic Medium" panose="020B0603020102020204" pitchFamily="34" charset="0"/>
              </a:rPr>
              <a:t>‹#›</a:t>
            </a:fld>
            <a:endParaRPr lang="en-US" sz="1200" b="0" i="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4983824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ext layout 2">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853742D-1D7D-1712-0527-1F8321327EF6}"/>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5" name="Text Placeholder 3">
            <a:extLst>
              <a:ext uri="{FF2B5EF4-FFF2-40B4-BE49-F238E27FC236}">
                <a16:creationId xmlns:a16="http://schemas.microsoft.com/office/drawing/2014/main" id="{6EE20D75-164C-2829-B12D-9A81ABA91F64}"/>
              </a:ext>
            </a:extLst>
          </p:cNvPr>
          <p:cNvSpPr>
            <a:spLocks noGrp="1"/>
          </p:cNvSpPr>
          <p:nvPr>
            <p:ph type="body" sz="half" idx="2" hasCustomPrompt="1"/>
          </p:nvPr>
        </p:nvSpPr>
        <p:spPr>
          <a:xfrm>
            <a:off x="731520" y="1188720"/>
            <a:ext cx="3932235" cy="5029200"/>
          </a:xfrm>
          <a:prstGeom prst="rect">
            <a:avLst/>
          </a:prstGeom>
        </p:spPr>
        <p:txBody>
          <a:bodyPr>
            <a:normAutofit/>
          </a:bodyPr>
          <a:lstStyle>
            <a:lvl1pPr marL="0" indent="0">
              <a:buNone/>
              <a:defRPr sz="1800" b="0" i="0">
                <a:solidFill>
                  <a:schemeClr val="tx2"/>
                </a:solidFill>
                <a:latin typeface="Franklin Gothic Book" panose="020B05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sp>
        <p:nvSpPr>
          <p:cNvPr id="2" name="Content Placeholder 2">
            <a:extLst>
              <a:ext uri="{FF2B5EF4-FFF2-40B4-BE49-F238E27FC236}">
                <a16:creationId xmlns:a16="http://schemas.microsoft.com/office/drawing/2014/main" id="{81AD0A4C-41EA-BFAD-F466-22B266F99BA8}"/>
              </a:ext>
            </a:extLst>
          </p:cNvPr>
          <p:cNvSpPr>
            <a:spLocks noGrp="1"/>
          </p:cNvSpPr>
          <p:nvPr>
            <p:ph idx="1" hasCustomPrompt="1"/>
          </p:nvPr>
        </p:nvSpPr>
        <p:spPr>
          <a:xfrm>
            <a:off x="4885875" y="1188720"/>
            <a:ext cx="6544125" cy="5029200"/>
          </a:xfrm>
          <a:prstGeom prst="rect">
            <a:avLst/>
          </a:prstGeom>
        </p:spPr>
        <p:txBody>
          <a:bodyPr>
            <a:normAutofit/>
          </a:bodyPr>
          <a:lstStyle>
            <a:lvl1pPr marL="0" indent="0">
              <a:buFontTx/>
              <a:buNone/>
              <a:defRPr sz="1800" b="0" i="0">
                <a:solidFill>
                  <a:schemeClr val="tx2"/>
                </a:solidFill>
                <a:latin typeface="Franklin Gothic Book" panose="020B0503020102020204" pitchFamily="34" charset="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text or click icon to add media content</a:t>
            </a:r>
          </a:p>
        </p:txBody>
      </p:sp>
      <p:sp>
        <p:nvSpPr>
          <p:cNvPr id="3" name="Slide Number Placeholder 16">
            <a:extLst>
              <a:ext uri="{FF2B5EF4-FFF2-40B4-BE49-F238E27FC236}">
                <a16:creationId xmlns:a16="http://schemas.microsoft.com/office/drawing/2014/main" id="{3CE863DB-571C-C5FE-656D-BABF00CA4A0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EF251D-3198-164E-B811-1ADF9ABAE507}"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E9CCCDF8-20ED-1F03-5C9B-E09872B2F9F7}"/>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75910478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and image - gold bar">
    <p:bg>
      <p:bgPr>
        <a:solidFill>
          <a:schemeClr val="bg1"/>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08D3F467-544E-2E70-8EDA-0BCBB35718C8}"/>
              </a:ext>
              <a:ext uri="{C183D7F6-B498-43B3-948B-1728B52AA6E4}">
                <adec:decorative xmlns:adec="http://schemas.microsoft.com/office/drawing/2017/decorative" val="1"/>
              </a:ext>
            </a:extLst>
          </p:cNvPr>
          <p:cNvSpPr/>
          <p:nvPr userDrawn="1"/>
        </p:nvSpPr>
        <p:spPr>
          <a:xfrm>
            <a:off x="0" y="5548895"/>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 name="Title 18">
            <a:extLst>
              <a:ext uri="{FF2B5EF4-FFF2-40B4-BE49-F238E27FC236}">
                <a16:creationId xmlns:a16="http://schemas.microsoft.com/office/drawing/2014/main" id="{60F45C13-7A24-8E9E-1346-E35C0EF95B8D}"/>
              </a:ext>
            </a:extLst>
          </p:cNvPr>
          <p:cNvSpPr>
            <a:spLocks noGrp="1"/>
          </p:cNvSpPr>
          <p:nvPr>
            <p:ph type="title" hasCustomPrompt="1"/>
          </p:nvPr>
        </p:nvSpPr>
        <p:spPr>
          <a:xfrm>
            <a:off x="731520" y="457200"/>
            <a:ext cx="5943600" cy="640080"/>
          </a:xfrm>
        </p:spPr>
        <p:txBody>
          <a:bodyPr/>
          <a:lstStyle>
            <a:lvl1pPr>
              <a:defRPr>
                <a:solidFill>
                  <a:schemeClr val="tx2"/>
                </a:solidFill>
              </a:defRPr>
            </a:lvl1pPr>
          </a:lstStyle>
          <a:p>
            <a:r>
              <a:rPr lang="en-US"/>
              <a:t>Click to edit title</a:t>
            </a:r>
          </a:p>
        </p:txBody>
      </p:sp>
      <p:sp>
        <p:nvSpPr>
          <p:cNvPr id="3" name="Content Placeholder 2">
            <a:extLst>
              <a:ext uri="{FF2B5EF4-FFF2-40B4-BE49-F238E27FC236}">
                <a16:creationId xmlns:a16="http://schemas.microsoft.com/office/drawing/2014/main" id="{0B0941CC-0EEA-4148-2237-B3BFD62E0966}"/>
              </a:ext>
            </a:extLst>
          </p:cNvPr>
          <p:cNvSpPr>
            <a:spLocks noGrp="1"/>
          </p:cNvSpPr>
          <p:nvPr>
            <p:ph sz="quarter" idx="13" hasCustomPrompt="1"/>
          </p:nvPr>
        </p:nvSpPr>
        <p:spPr>
          <a:xfrm>
            <a:off x="731520" y="1188720"/>
            <a:ext cx="5943600" cy="4297680"/>
          </a:xfrm>
        </p:spPr>
        <p:txBody>
          <a:bodyPr>
            <a:normAutofit/>
          </a:bodyPr>
          <a:lstStyle>
            <a:lvl1pPr marL="0" indent="0">
              <a:buClr>
                <a:schemeClr val="accent1"/>
              </a:buClr>
              <a:buNone/>
              <a:defRPr sz="1800">
                <a:solidFill>
                  <a:schemeClr val="tx2"/>
                </a:solidFill>
              </a:defRPr>
            </a:lvl1pPr>
            <a:lvl2pPr>
              <a:buClr>
                <a:schemeClr val="accent1"/>
              </a:buClr>
              <a:defRPr>
                <a:solidFill>
                  <a:schemeClr val="tx2"/>
                </a:solidFill>
              </a:defRPr>
            </a:lvl2pPr>
            <a:lvl3pPr>
              <a:buClr>
                <a:schemeClr val="accent1"/>
              </a:buClr>
              <a:defRPr>
                <a:solidFill>
                  <a:schemeClr val="tx2"/>
                </a:solidFill>
              </a:defRPr>
            </a:lvl3pPr>
            <a:lvl4pPr>
              <a:buClr>
                <a:schemeClr val="accent1"/>
              </a:buClr>
              <a:defRPr>
                <a:solidFill>
                  <a:schemeClr val="tx2"/>
                </a:solidFill>
              </a:defRPr>
            </a:lvl4pPr>
            <a:lvl5pPr>
              <a:buClr>
                <a:schemeClr val="accent1"/>
              </a:buClr>
              <a:defRPr>
                <a:solidFill>
                  <a:schemeClr val="tx2"/>
                </a:solidFill>
              </a:defRPr>
            </a:lvl5pPr>
          </a:lstStyle>
          <a:p>
            <a:pPr lvl="0"/>
            <a:r>
              <a:rPr lang="en-US"/>
              <a:t>Click to edit text styles</a:t>
            </a:r>
          </a:p>
        </p:txBody>
      </p:sp>
      <p:sp>
        <p:nvSpPr>
          <p:cNvPr id="7" name="Picture Placeholder 8">
            <a:extLst>
              <a:ext uri="{FF2B5EF4-FFF2-40B4-BE49-F238E27FC236}">
                <a16:creationId xmlns:a16="http://schemas.microsoft.com/office/drawing/2014/main" id="{92D8D0D7-5D0A-D53C-95DD-E0496E05E63F}"/>
              </a:ext>
            </a:extLst>
          </p:cNvPr>
          <p:cNvSpPr>
            <a:spLocks noGrp="1"/>
          </p:cNvSpPr>
          <p:nvPr>
            <p:ph type="pic" sz="quarter" idx="15"/>
          </p:nvPr>
        </p:nvSpPr>
        <p:spPr>
          <a:xfrm>
            <a:off x="7040880" y="1"/>
            <a:ext cx="5151120" cy="6211956"/>
          </a:xfrm>
          <a:solidFill>
            <a:schemeClr val="tx2"/>
          </a:solidFill>
        </p:spPr>
        <p:txBody>
          <a:bodyPr anchor="ctr">
            <a:normAutofit/>
          </a:bodyPr>
          <a:lstStyle>
            <a:lvl1pPr marL="0" indent="0" algn="ctr">
              <a:buNone/>
              <a:defRPr sz="1800" b="0" i="0">
                <a:latin typeface="Franklin Gothic Book" panose="020B0503020102020204" pitchFamily="34" charset="0"/>
              </a:defRPr>
            </a:lvl1pPr>
          </a:lstStyle>
          <a:p>
            <a:endParaRPr lang="en-US"/>
          </a:p>
        </p:txBody>
      </p:sp>
      <p:pic>
        <p:nvPicPr>
          <p:cNvPr id="4" name="Picture 3" descr="Central Piedmont Community College logo icon">
            <a:extLst>
              <a:ext uri="{FF2B5EF4-FFF2-40B4-BE49-F238E27FC236}">
                <a16:creationId xmlns:a16="http://schemas.microsoft.com/office/drawing/2014/main" id="{13DE1FB2-4930-DA2A-A5E1-8AB81DAC36C1}"/>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5" name="Slide Number Placeholder 16">
            <a:extLst>
              <a:ext uri="{FF2B5EF4-FFF2-40B4-BE49-F238E27FC236}">
                <a16:creationId xmlns:a16="http://schemas.microsoft.com/office/drawing/2014/main" id="{CCE3263C-8DC4-7B45-18D2-C3927136EC52}"/>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C9715B7-C25A-404F-BBF0-EA6D5C7F1196}"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bg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79846614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and image - gray bar">
    <p:bg>
      <p:bgPr>
        <a:solidFill>
          <a:schemeClr val="bg1"/>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BE9AB697-6225-95C3-C635-78529AF0223C}"/>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 name="Title 18">
            <a:extLst>
              <a:ext uri="{FF2B5EF4-FFF2-40B4-BE49-F238E27FC236}">
                <a16:creationId xmlns:a16="http://schemas.microsoft.com/office/drawing/2014/main" id="{60F45C13-7A24-8E9E-1346-E35C0EF95B8D}"/>
              </a:ext>
            </a:extLst>
          </p:cNvPr>
          <p:cNvSpPr>
            <a:spLocks noGrp="1"/>
          </p:cNvSpPr>
          <p:nvPr>
            <p:ph type="title" hasCustomPrompt="1"/>
          </p:nvPr>
        </p:nvSpPr>
        <p:spPr>
          <a:xfrm>
            <a:off x="731520" y="457200"/>
            <a:ext cx="5943600" cy="640080"/>
          </a:xfrm>
        </p:spPr>
        <p:txBody>
          <a:bodyPr/>
          <a:lstStyle>
            <a:lvl1pPr>
              <a:defRPr>
                <a:solidFill>
                  <a:schemeClr val="tx2"/>
                </a:solidFill>
              </a:defRPr>
            </a:lvl1pPr>
          </a:lstStyle>
          <a:p>
            <a:r>
              <a:rPr lang="en-US"/>
              <a:t>Click to edit title</a:t>
            </a:r>
          </a:p>
        </p:txBody>
      </p:sp>
      <p:sp>
        <p:nvSpPr>
          <p:cNvPr id="3" name="Content Placeholder 2">
            <a:extLst>
              <a:ext uri="{FF2B5EF4-FFF2-40B4-BE49-F238E27FC236}">
                <a16:creationId xmlns:a16="http://schemas.microsoft.com/office/drawing/2014/main" id="{0B0941CC-0EEA-4148-2237-B3BFD62E0966}"/>
              </a:ext>
            </a:extLst>
          </p:cNvPr>
          <p:cNvSpPr>
            <a:spLocks noGrp="1"/>
          </p:cNvSpPr>
          <p:nvPr>
            <p:ph sz="quarter" idx="13" hasCustomPrompt="1"/>
          </p:nvPr>
        </p:nvSpPr>
        <p:spPr>
          <a:xfrm>
            <a:off x="731520" y="1188720"/>
            <a:ext cx="5943600" cy="4297680"/>
          </a:xfrm>
        </p:spPr>
        <p:txBody>
          <a:bodyPr>
            <a:normAutofit/>
          </a:bodyPr>
          <a:lstStyle>
            <a:lvl1pPr marL="0" indent="0">
              <a:buClr>
                <a:schemeClr val="accent1"/>
              </a:buClr>
              <a:buNone/>
              <a:defRPr sz="1800">
                <a:solidFill>
                  <a:schemeClr val="tx2"/>
                </a:solidFill>
              </a:defRPr>
            </a:lvl1pPr>
            <a:lvl2pPr>
              <a:buClr>
                <a:schemeClr val="accent1"/>
              </a:buClr>
              <a:defRPr>
                <a:solidFill>
                  <a:schemeClr val="tx2"/>
                </a:solidFill>
              </a:defRPr>
            </a:lvl2pPr>
            <a:lvl3pPr>
              <a:buClr>
                <a:schemeClr val="accent1"/>
              </a:buClr>
              <a:defRPr>
                <a:solidFill>
                  <a:schemeClr val="tx2"/>
                </a:solidFill>
              </a:defRPr>
            </a:lvl3pPr>
            <a:lvl4pPr>
              <a:buClr>
                <a:schemeClr val="accent1"/>
              </a:buClr>
              <a:defRPr>
                <a:solidFill>
                  <a:schemeClr val="tx2"/>
                </a:solidFill>
              </a:defRPr>
            </a:lvl4pPr>
            <a:lvl5pPr>
              <a:buClr>
                <a:schemeClr val="accent1"/>
              </a:buClr>
              <a:defRPr>
                <a:solidFill>
                  <a:schemeClr val="tx2"/>
                </a:solidFill>
              </a:defRPr>
            </a:lvl5pPr>
          </a:lstStyle>
          <a:p>
            <a:pPr lvl="0"/>
            <a:r>
              <a:rPr lang="en-US"/>
              <a:t>Click to edit text styles</a:t>
            </a:r>
          </a:p>
        </p:txBody>
      </p:sp>
      <p:sp>
        <p:nvSpPr>
          <p:cNvPr id="7" name="Picture Placeholder 8">
            <a:extLst>
              <a:ext uri="{FF2B5EF4-FFF2-40B4-BE49-F238E27FC236}">
                <a16:creationId xmlns:a16="http://schemas.microsoft.com/office/drawing/2014/main" id="{92D8D0D7-5D0A-D53C-95DD-E0496E05E63F}"/>
              </a:ext>
            </a:extLst>
          </p:cNvPr>
          <p:cNvSpPr>
            <a:spLocks noGrp="1"/>
          </p:cNvSpPr>
          <p:nvPr>
            <p:ph type="pic" sz="quarter" idx="15"/>
          </p:nvPr>
        </p:nvSpPr>
        <p:spPr>
          <a:xfrm>
            <a:off x="7040880" y="0"/>
            <a:ext cx="5151120" cy="6211957"/>
          </a:xfrm>
          <a:solidFill>
            <a:schemeClr val="bg2"/>
          </a:solidFill>
        </p:spPr>
        <p:txBody>
          <a:bodyPr anchor="ctr">
            <a:normAutofit/>
          </a:bodyPr>
          <a:lstStyle>
            <a:lvl1pPr marL="0" indent="0" algn="ctr">
              <a:buNone/>
              <a:defRPr sz="1800" b="0" i="0">
                <a:latin typeface="Franklin Gothic Book" panose="020B0503020102020204" pitchFamily="34" charset="0"/>
              </a:defRPr>
            </a:lvl1pPr>
          </a:lstStyle>
          <a:p>
            <a:endParaRPr lang="en-US"/>
          </a:p>
        </p:txBody>
      </p:sp>
      <p:pic>
        <p:nvPicPr>
          <p:cNvPr id="10" name="Picture 9" descr="Central Piedmont Community College logo icon">
            <a:extLst>
              <a:ext uri="{FF2B5EF4-FFF2-40B4-BE49-F238E27FC236}">
                <a16:creationId xmlns:a16="http://schemas.microsoft.com/office/drawing/2014/main" id="{3A9D59FC-8F6B-3165-F5F8-E914DB620690}"/>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4" name="Slide Number Placeholder 16">
            <a:extLst>
              <a:ext uri="{FF2B5EF4-FFF2-40B4-BE49-F238E27FC236}">
                <a16:creationId xmlns:a16="http://schemas.microsoft.com/office/drawing/2014/main" id="{E759D97A-C395-D60D-0FB1-55CCB6B4D07F}"/>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F2F2DB6-C159-A246-A0B1-47CEE8B8AB39}"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endParaRPr lang="en-US" sz="1200" b="0" i="0" kern="1200" dirty="0">
              <a:solidFill>
                <a:srgbClr val="E0D7AE"/>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31983710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 white">
    <p:bg>
      <p:bgPr>
        <a:solidFill>
          <a:schemeClr val="bg1"/>
        </a:solidFill>
        <a:effectLst/>
      </p:bgPr>
    </p:bg>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2" name="Slide Number Placeholder 16">
            <a:extLst>
              <a:ext uri="{FF2B5EF4-FFF2-40B4-BE49-F238E27FC236}">
                <a16:creationId xmlns:a16="http://schemas.microsoft.com/office/drawing/2014/main" id="{DBADF7D0-5B73-6489-AB9C-C4C53747266B}"/>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384B8C1-0398-804C-88E9-E2EBB7ABB6D0}"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B076CFBE-5E0B-6DCA-1CBC-9A44D34221B9}"/>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9087729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 gold bar">
    <p:bg>
      <p:bgPr>
        <a:solidFill>
          <a:schemeClr val="bg1"/>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3A1C1A19-B4F6-5A86-0DEB-597F42098273}"/>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pic>
        <p:nvPicPr>
          <p:cNvPr id="3" name="Picture 2" descr="Central Piedmont Community College logo icon">
            <a:extLst>
              <a:ext uri="{FF2B5EF4-FFF2-40B4-BE49-F238E27FC236}">
                <a16:creationId xmlns:a16="http://schemas.microsoft.com/office/drawing/2014/main" id="{98101047-8A08-C86C-2E16-2578D6E176E9}"/>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5" name="Slide Number Placeholder 16">
            <a:extLst>
              <a:ext uri="{FF2B5EF4-FFF2-40B4-BE49-F238E27FC236}">
                <a16:creationId xmlns:a16="http://schemas.microsoft.com/office/drawing/2014/main" id="{F2D1C240-FB22-3A71-FE96-22B93DAB196B}"/>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203DBA2-0638-DC43-A04E-E87789D744BC}"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bg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23624410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 - gray bar">
    <p:bg>
      <p:bgPr>
        <a:solidFill>
          <a:schemeClr val="bg1"/>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DCE8799-203B-0C0F-275C-B8106F8D789B}"/>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pic>
        <p:nvPicPr>
          <p:cNvPr id="7" name="Picture 6" descr="Central Piedmont Community College logo icon">
            <a:extLst>
              <a:ext uri="{FF2B5EF4-FFF2-40B4-BE49-F238E27FC236}">
                <a16:creationId xmlns:a16="http://schemas.microsoft.com/office/drawing/2014/main" id="{0FD76385-171C-6BC2-9D86-22A626B63367}"/>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3" name="Slide Number Placeholder 16">
            <a:extLst>
              <a:ext uri="{FF2B5EF4-FFF2-40B4-BE49-F238E27FC236}">
                <a16:creationId xmlns:a16="http://schemas.microsoft.com/office/drawing/2014/main" id="{302ECA29-2D2C-B696-0439-7C850A6FC5D7}"/>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F58BE2E-9FF4-8640-A1E4-5D0F6E23F174}" type="slidenum">
              <a:rPr lang="en-US" sz="1200" b="0" i="0" smtClean="0">
                <a:solidFill>
                  <a:schemeClr val="bg1"/>
                </a:solidFill>
                <a:latin typeface="Franklin Gothic Medium" panose="020B0603020102020204" pitchFamily="34" charset="0"/>
              </a:rPr>
              <a:t>‹#›</a:t>
            </a:fld>
            <a:endParaRPr lang="en-US" sz="1200" b="0" i="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664705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 gray">
    <p:bg>
      <p:bgPr>
        <a:solidFill>
          <a:schemeClr val="tx2"/>
        </a:solidFill>
        <a:effectLst/>
      </p:bgPr>
    </p:bg>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bg1"/>
                </a:solidFill>
              </a:defRPr>
            </a:lvl1pPr>
          </a:lstStyle>
          <a:p>
            <a:r>
              <a:rPr lang="en-US"/>
              <a:t>Click to edit title</a:t>
            </a:r>
          </a:p>
        </p:txBody>
      </p:sp>
      <p:sp>
        <p:nvSpPr>
          <p:cNvPr id="4" name="Slide Number Placeholder 16">
            <a:extLst>
              <a:ext uri="{FF2B5EF4-FFF2-40B4-BE49-F238E27FC236}">
                <a16:creationId xmlns:a16="http://schemas.microsoft.com/office/drawing/2014/main" id="{0BD9C978-E5F2-7032-1762-F4F9882369BF}"/>
              </a:ext>
            </a:extLst>
          </p:cNvPr>
          <p:cNvSpPr txBox="1">
            <a:spLocks/>
          </p:cNvSpPr>
          <p:nvPr userDrawn="1"/>
        </p:nvSpPr>
        <p:spPr>
          <a:xfrm>
            <a:off x="813816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87F2D3-1CA8-F64F-B7D8-BE241141D831}"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6063C6AB-B919-132A-6874-BA4A350FEE24}"/>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08364818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 gold">
    <p:bg>
      <p:bgPr>
        <a:solidFill>
          <a:schemeClr val="accent1"/>
        </a:solidFill>
        <a:effectLst/>
      </p:bgPr>
    </p:bg>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1"/>
                </a:solidFill>
              </a:defRPr>
            </a:lvl1pPr>
          </a:lstStyle>
          <a:p>
            <a:r>
              <a:rPr lang="en-US"/>
              <a:t>Click to edit title</a:t>
            </a:r>
          </a:p>
        </p:txBody>
      </p:sp>
      <p:pic>
        <p:nvPicPr>
          <p:cNvPr id="3" name="Picture 2" descr="Central Piedmont Community College logo icon">
            <a:extLst>
              <a:ext uri="{FF2B5EF4-FFF2-40B4-BE49-F238E27FC236}">
                <a16:creationId xmlns:a16="http://schemas.microsoft.com/office/drawing/2014/main" id="{5FF25915-B227-25A3-3481-0672268E84FF}"/>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
        <p:nvSpPr>
          <p:cNvPr id="5" name="Slide Number Placeholder 16">
            <a:extLst>
              <a:ext uri="{FF2B5EF4-FFF2-40B4-BE49-F238E27FC236}">
                <a16:creationId xmlns:a16="http://schemas.microsoft.com/office/drawing/2014/main" id="{8AD37DAC-DE94-5649-39D3-BE7FEEDAED0D}"/>
              </a:ext>
            </a:extLst>
          </p:cNvPr>
          <p:cNvSpPr txBox="1">
            <a:spLocks/>
          </p:cNvSpPr>
          <p:nvPr userDrawn="1"/>
        </p:nvSpPr>
        <p:spPr>
          <a:xfrm>
            <a:off x="813816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B87AFE7-13C6-3C4A-9B1A-F46E15D42B34}"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spTree>
    <p:extLst>
      <p:ext uri="{BB962C8B-B14F-4D97-AF65-F5344CB8AC3E}">
        <p14:creationId xmlns:p14="http://schemas.microsoft.com/office/powerpoint/2010/main" val="269709748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ext layout 3">
    <p:bg>
      <p:bgPr>
        <a:solidFill>
          <a:schemeClr val="bg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6DC8E862-56E3-09C4-54B3-ED9BEF0FAFC6}"/>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5" name="Content Placeholder 3">
            <a:extLst>
              <a:ext uri="{FF2B5EF4-FFF2-40B4-BE49-F238E27FC236}">
                <a16:creationId xmlns:a16="http://schemas.microsoft.com/office/drawing/2014/main" id="{10318965-82A6-60D5-CB9E-10383E6F34F6}"/>
              </a:ext>
            </a:extLst>
          </p:cNvPr>
          <p:cNvSpPr>
            <a:spLocks noGrp="1"/>
          </p:cNvSpPr>
          <p:nvPr>
            <p:ph sz="half" idx="30" hasCustomPrompt="1"/>
          </p:nvPr>
        </p:nvSpPr>
        <p:spPr>
          <a:xfrm>
            <a:off x="731520" y="2073206"/>
            <a:ext cx="884237" cy="884238"/>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2" name="Content Placeholder 2">
            <a:extLst>
              <a:ext uri="{FF2B5EF4-FFF2-40B4-BE49-F238E27FC236}">
                <a16:creationId xmlns:a16="http://schemas.microsoft.com/office/drawing/2014/main" id="{FC869A70-027C-2916-C9A1-E704D801AEAD}"/>
              </a:ext>
            </a:extLst>
          </p:cNvPr>
          <p:cNvSpPr>
            <a:spLocks noGrp="1"/>
          </p:cNvSpPr>
          <p:nvPr>
            <p:ph sz="half" idx="1" hasCustomPrompt="1"/>
          </p:nvPr>
        </p:nvSpPr>
        <p:spPr>
          <a:xfrm>
            <a:off x="1645920" y="2073206"/>
            <a:ext cx="4290388" cy="1246142"/>
          </a:xfrm>
          <a:prstGeom prst="rect">
            <a:avLst/>
          </a:prstGeom>
        </p:spPr>
        <p:txBody>
          <a:bodyPr>
            <a:normAutofit/>
          </a:bodyPr>
          <a:lstStyle>
            <a:lvl1pPr marL="137160" indent="-137160">
              <a:buClr>
                <a:schemeClr val="accent1"/>
              </a:buClr>
              <a:defRPr sz="1800" b="0" i="0">
                <a:solidFill>
                  <a:schemeClr val="tx2"/>
                </a:solidFill>
                <a:latin typeface="Franklin Gothic Book" panose="020B05030201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US"/>
              <a:t>Click to edit text</a:t>
            </a:r>
          </a:p>
        </p:txBody>
      </p:sp>
      <p:sp>
        <p:nvSpPr>
          <p:cNvPr id="8" name="Content Placeholder 3">
            <a:extLst>
              <a:ext uri="{FF2B5EF4-FFF2-40B4-BE49-F238E27FC236}">
                <a16:creationId xmlns:a16="http://schemas.microsoft.com/office/drawing/2014/main" id="{10F82DE2-301B-0C0C-E0A0-05D59007BD63}"/>
              </a:ext>
            </a:extLst>
          </p:cNvPr>
          <p:cNvSpPr>
            <a:spLocks noGrp="1"/>
          </p:cNvSpPr>
          <p:nvPr>
            <p:ph sz="half" idx="44" hasCustomPrompt="1"/>
          </p:nvPr>
        </p:nvSpPr>
        <p:spPr>
          <a:xfrm>
            <a:off x="6225482" y="2073206"/>
            <a:ext cx="884237" cy="884238"/>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3" name="Content Placeholder 2">
            <a:extLst>
              <a:ext uri="{FF2B5EF4-FFF2-40B4-BE49-F238E27FC236}">
                <a16:creationId xmlns:a16="http://schemas.microsoft.com/office/drawing/2014/main" id="{C17CDE85-C4A3-836B-96DA-E848F1D4AFDE}"/>
              </a:ext>
            </a:extLst>
          </p:cNvPr>
          <p:cNvSpPr>
            <a:spLocks noGrp="1"/>
          </p:cNvSpPr>
          <p:nvPr>
            <p:ph sz="half" idx="11" hasCustomPrompt="1"/>
          </p:nvPr>
        </p:nvSpPr>
        <p:spPr>
          <a:xfrm>
            <a:off x="7139612" y="2073206"/>
            <a:ext cx="4290388" cy="124614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200"/>
            </a:lvl2pPr>
            <a:lvl3pPr>
              <a:defRPr sz="1200"/>
            </a:lvl3pPr>
            <a:lvl4pPr>
              <a:defRPr sz="1200"/>
            </a:lvl4pPr>
            <a:lvl5pPr>
              <a:defRPr sz="12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7" name="Content Placeholder 3">
            <a:extLst>
              <a:ext uri="{FF2B5EF4-FFF2-40B4-BE49-F238E27FC236}">
                <a16:creationId xmlns:a16="http://schemas.microsoft.com/office/drawing/2014/main" id="{0AB89278-731C-9B1F-0F5D-2A2869CDC1EF}"/>
              </a:ext>
            </a:extLst>
          </p:cNvPr>
          <p:cNvSpPr>
            <a:spLocks noGrp="1"/>
          </p:cNvSpPr>
          <p:nvPr>
            <p:ph sz="half" idx="43" hasCustomPrompt="1"/>
          </p:nvPr>
        </p:nvSpPr>
        <p:spPr>
          <a:xfrm>
            <a:off x="731520" y="3792003"/>
            <a:ext cx="884237" cy="884238"/>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4" name="Content Placeholder 2">
            <a:extLst>
              <a:ext uri="{FF2B5EF4-FFF2-40B4-BE49-F238E27FC236}">
                <a16:creationId xmlns:a16="http://schemas.microsoft.com/office/drawing/2014/main" id="{1049FC87-3CA6-D535-7986-91F05BFC82D9}"/>
              </a:ext>
            </a:extLst>
          </p:cNvPr>
          <p:cNvSpPr>
            <a:spLocks noGrp="1"/>
          </p:cNvSpPr>
          <p:nvPr>
            <p:ph sz="half" idx="40" hasCustomPrompt="1"/>
          </p:nvPr>
        </p:nvSpPr>
        <p:spPr>
          <a:xfrm>
            <a:off x="1645920" y="3792866"/>
            <a:ext cx="4290388" cy="124614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200"/>
            </a:lvl2pPr>
            <a:lvl3pPr>
              <a:defRPr sz="1200"/>
            </a:lvl3pPr>
            <a:lvl4pPr>
              <a:defRPr sz="1200"/>
            </a:lvl4pPr>
            <a:lvl5pPr>
              <a:defRPr sz="12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9" name="Content Placeholder 3">
            <a:extLst>
              <a:ext uri="{FF2B5EF4-FFF2-40B4-BE49-F238E27FC236}">
                <a16:creationId xmlns:a16="http://schemas.microsoft.com/office/drawing/2014/main" id="{6DCA0E1E-E9D1-F4F0-6F1E-16BA617311BB}"/>
              </a:ext>
            </a:extLst>
          </p:cNvPr>
          <p:cNvSpPr>
            <a:spLocks noGrp="1"/>
          </p:cNvSpPr>
          <p:nvPr>
            <p:ph sz="half" idx="45" hasCustomPrompt="1"/>
          </p:nvPr>
        </p:nvSpPr>
        <p:spPr>
          <a:xfrm>
            <a:off x="6225482" y="3792003"/>
            <a:ext cx="884237" cy="884238"/>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5" name="Content Placeholder 2">
            <a:extLst>
              <a:ext uri="{FF2B5EF4-FFF2-40B4-BE49-F238E27FC236}">
                <a16:creationId xmlns:a16="http://schemas.microsoft.com/office/drawing/2014/main" id="{71EB4CDD-0ABD-13EC-24DD-291ACBC8C2C7}"/>
              </a:ext>
            </a:extLst>
          </p:cNvPr>
          <p:cNvSpPr>
            <a:spLocks noGrp="1"/>
          </p:cNvSpPr>
          <p:nvPr>
            <p:ph sz="half" idx="42" hasCustomPrompt="1"/>
          </p:nvPr>
        </p:nvSpPr>
        <p:spPr>
          <a:xfrm>
            <a:off x="7139612" y="3792866"/>
            <a:ext cx="4290388" cy="124614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200"/>
            </a:lvl2pPr>
            <a:lvl3pPr>
              <a:defRPr sz="1200"/>
            </a:lvl3pPr>
            <a:lvl4pPr>
              <a:defRPr sz="1200"/>
            </a:lvl4pPr>
            <a:lvl5pPr>
              <a:defRPr sz="12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2" name="Slide Number Placeholder 16">
            <a:extLst>
              <a:ext uri="{FF2B5EF4-FFF2-40B4-BE49-F238E27FC236}">
                <a16:creationId xmlns:a16="http://schemas.microsoft.com/office/drawing/2014/main" id="{169A664E-B702-510E-FF9E-C8CEF03681F8}"/>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30F90A9-453F-9E4B-BC92-B494B615DB7C}"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3900F3BF-7C7D-BAF6-3335-323D57B40F6A}"/>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6177815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Text layout 6">
    <p:bg>
      <p:bgPr>
        <a:solidFill>
          <a:schemeClr val="bg1"/>
        </a:solidFill>
        <a:effectLst/>
      </p:bgPr>
    </p:bg>
    <p:spTree>
      <p:nvGrpSpPr>
        <p:cNvPr id="1" name=""/>
        <p:cNvGrpSpPr/>
        <p:nvPr/>
      </p:nvGrpSpPr>
      <p:grpSpPr>
        <a:xfrm>
          <a:off x="0" y="0"/>
          <a:ext cx="0" cy="0"/>
          <a:chOff x="0" y="0"/>
          <a:chExt cx="0" cy="0"/>
        </a:xfrm>
      </p:grpSpPr>
      <p:sp>
        <p:nvSpPr>
          <p:cNvPr id="24" name="Title 9">
            <a:extLst>
              <a:ext uri="{FF2B5EF4-FFF2-40B4-BE49-F238E27FC236}">
                <a16:creationId xmlns:a16="http://schemas.microsoft.com/office/drawing/2014/main" id="{AA5FE9F6-B21A-67B9-A740-E74548D27B91}"/>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8" name="Content Placeholder 3">
            <a:extLst>
              <a:ext uri="{FF2B5EF4-FFF2-40B4-BE49-F238E27FC236}">
                <a16:creationId xmlns:a16="http://schemas.microsoft.com/office/drawing/2014/main" id="{AB13BF67-38EA-28D4-D2D0-98A7C133F3D3}"/>
              </a:ext>
            </a:extLst>
          </p:cNvPr>
          <p:cNvSpPr>
            <a:spLocks noGrp="1"/>
          </p:cNvSpPr>
          <p:nvPr>
            <p:ph sz="half" idx="30" hasCustomPrompt="1"/>
          </p:nvPr>
        </p:nvSpPr>
        <p:spPr>
          <a:xfrm>
            <a:off x="731520" y="1923604"/>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4" name="Text Placeholder 5">
            <a:extLst>
              <a:ext uri="{FF2B5EF4-FFF2-40B4-BE49-F238E27FC236}">
                <a16:creationId xmlns:a16="http://schemas.microsoft.com/office/drawing/2014/main" id="{58A1616D-B2F0-CFDD-4045-4A81D7C39A10}"/>
              </a:ext>
            </a:extLst>
          </p:cNvPr>
          <p:cNvSpPr>
            <a:spLocks noGrp="1"/>
          </p:cNvSpPr>
          <p:nvPr>
            <p:ph type="body" sz="quarter" idx="53" hasCustomPrompt="1"/>
          </p:nvPr>
        </p:nvSpPr>
        <p:spPr>
          <a:xfrm>
            <a:off x="1379684" y="1922001"/>
            <a:ext cx="10080793"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 name="Content Placeholder 3">
            <a:extLst>
              <a:ext uri="{FF2B5EF4-FFF2-40B4-BE49-F238E27FC236}">
                <a16:creationId xmlns:a16="http://schemas.microsoft.com/office/drawing/2014/main" id="{7957D47A-B7DA-D01A-699F-9EC3E72F2D5A}"/>
              </a:ext>
            </a:extLst>
          </p:cNvPr>
          <p:cNvSpPr>
            <a:spLocks noGrp="1"/>
          </p:cNvSpPr>
          <p:nvPr>
            <p:ph sz="half" idx="51" hasCustomPrompt="1"/>
          </p:nvPr>
        </p:nvSpPr>
        <p:spPr>
          <a:xfrm>
            <a:off x="1379685" y="2261136"/>
            <a:ext cx="10080795"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10" name="Content Placeholder 3">
            <a:extLst>
              <a:ext uri="{FF2B5EF4-FFF2-40B4-BE49-F238E27FC236}">
                <a16:creationId xmlns:a16="http://schemas.microsoft.com/office/drawing/2014/main" id="{C78F1D90-0356-DB8D-4B23-3B40B526BBF5}"/>
              </a:ext>
            </a:extLst>
          </p:cNvPr>
          <p:cNvSpPr>
            <a:spLocks noGrp="1"/>
          </p:cNvSpPr>
          <p:nvPr>
            <p:ph sz="half" idx="57" hasCustomPrompt="1"/>
          </p:nvPr>
        </p:nvSpPr>
        <p:spPr>
          <a:xfrm>
            <a:off x="731520" y="4006786"/>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20" name="Text Placeholder 5">
            <a:extLst>
              <a:ext uri="{FF2B5EF4-FFF2-40B4-BE49-F238E27FC236}">
                <a16:creationId xmlns:a16="http://schemas.microsoft.com/office/drawing/2014/main" id="{64A64925-D6CF-41A8-56BF-41A2AAEE14AE}"/>
              </a:ext>
            </a:extLst>
          </p:cNvPr>
          <p:cNvSpPr>
            <a:spLocks noGrp="1"/>
          </p:cNvSpPr>
          <p:nvPr>
            <p:ph type="body" sz="quarter" idx="36" hasCustomPrompt="1"/>
          </p:nvPr>
        </p:nvSpPr>
        <p:spPr>
          <a:xfrm>
            <a:off x="1377452" y="4018516"/>
            <a:ext cx="4216116"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5" name="Content Placeholder 3">
            <a:extLst>
              <a:ext uri="{FF2B5EF4-FFF2-40B4-BE49-F238E27FC236}">
                <a16:creationId xmlns:a16="http://schemas.microsoft.com/office/drawing/2014/main" id="{BBAC2D67-019D-3D96-FDE6-CC78328CF91A}"/>
              </a:ext>
            </a:extLst>
          </p:cNvPr>
          <p:cNvSpPr>
            <a:spLocks noGrp="1"/>
          </p:cNvSpPr>
          <p:nvPr>
            <p:ph sz="half" idx="34" hasCustomPrompt="1"/>
          </p:nvPr>
        </p:nvSpPr>
        <p:spPr>
          <a:xfrm>
            <a:off x="1377452" y="4353942"/>
            <a:ext cx="4216117"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marL="628650" indent="-285750">
              <a:buClr>
                <a:schemeClr val="accent1"/>
              </a:buClr>
              <a:buFont typeface="Arial" panose="020B0604020202020204" pitchFamily="34" charset="0"/>
              <a:buChar char="•"/>
              <a:defRPr sz="1800" b="0" i="0">
                <a:solidFill>
                  <a:schemeClr val="tx2"/>
                </a:solidFill>
                <a:latin typeface="Franklin Gothic Book" panose="020B0503020102020204" pitchFamily="34" charset="0"/>
                <a:cs typeface="Arial" panose="020B0604020202020204" pitchFamily="34" charset="0"/>
              </a:defRPr>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a:p>
            <a:pPr lvl="1"/>
            <a:endParaRPr lang="en-US"/>
          </a:p>
        </p:txBody>
      </p:sp>
      <p:sp>
        <p:nvSpPr>
          <p:cNvPr id="12" name="Content Placeholder 3">
            <a:extLst>
              <a:ext uri="{FF2B5EF4-FFF2-40B4-BE49-F238E27FC236}">
                <a16:creationId xmlns:a16="http://schemas.microsoft.com/office/drawing/2014/main" id="{480274E7-90E6-C708-DB75-6F02ACE21B0E}"/>
              </a:ext>
            </a:extLst>
          </p:cNvPr>
          <p:cNvSpPr>
            <a:spLocks noGrp="1"/>
          </p:cNvSpPr>
          <p:nvPr>
            <p:ph sz="half" idx="58" hasCustomPrompt="1"/>
          </p:nvPr>
        </p:nvSpPr>
        <p:spPr>
          <a:xfrm>
            <a:off x="6601671" y="4006786"/>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23" name="Text Placeholder 5">
            <a:extLst>
              <a:ext uri="{FF2B5EF4-FFF2-40B4-BE49-F238E27FC236}">
                <a16:creationId xmlns:a16="http://schemas.microsoft.com/office/drawing/2014/main" id="{0CE483CB-3917-1FC2-755F-24F786C29D89}"/>
              </a:ext>
            </a:extLst>
          </p:cNvPr>
          <p:cNvSpPr>
            <a:spLocks noGrp="1"/>
          </p:cNvSpPr>
          <p:nvPr>
            <p:ph type="body" sz="quarter" idx="56" hasCustomPrompt="1"/>
          </p:nvPr>
        </p:nvSpPr>
        <p:spPr>
          <a:xfrm>
            <a:off x="7244360" y="4018516"/>
            <a:ext cx="4216116"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1" name="Content Placeholder 3">
            <a:extLst>
              <a:ext uri="{FF2B5EF4-FFF2-40B4-BE49-F238E27FC236}">
                <a16:creationId xmlns:a16="http://schemas.microsoft.com/office/drawing/2014/main" id="{12524766-B21B-394A-74C6-E76BA793162B}"/>
              </a:ext>
            </a:extLst>
          </p:cNvPr>
          <p:cNvSpPr>
            <a:spLocks noGrp="1"/>
          </p:cNvSpPr>
          <p:nvPr>
            <p:ph sz="half" idx="54" hasCustomPrompt="1"/>
          </p:nvPr>
        </p:nvSpPr>
        <p:spPr>
          <a:xfrm>
            <a:off x="7244360" y="4353942"/>
            <a:ext cx="4216117"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marL="628650" indent="-285750">
              <a:buClr>
                <a:schemeClr val="accent1"/>
              </a:buClr>
              <a:buFont typeface="Arial" panose="020B0604020202020204" pitchFamily="34" charset="0"/>
              <a:buChar char="•"/>
              <a:defRPr sz="1800" b="0" i="0">
                <a:solidFill>
                  <a:schemeClr val="tx2"/>
                </a:solidFill>
                <a:latin typeface="Franklin Gothic Book" panose="020B0503020102020204" pitchFamily="34" charset="0"/>
                <a:cs typeface="Arial" panose="020B0604020202020204" pitchFamily="34" charset="0"/>
              </a:defRPr>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a:p>
            <a:pPr lvl="1"/>
            <a:endParaRPr lang="en-US"/>
          </a:p>
        </p:txBody>
      </p:sp>
      <p:sp>
        <p:nvSpPr>
          <p:cNvPr id="3" name="Slide Number Placeholder 16">
            <a:extLst>
              <a:ext uri="{FF2B5EF4-FFF2-40B4-BE49-F238E27FC236}">
                <a16:creationId xmlns:a16="http://schemas.microsoft.com/office/drawing/2014/main" id="{78C3EFB8-1EDD-BE2C-2D12-F2B813F62A05}"/>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3E3739-6817-824C-B701-FF5026CDD2C3}"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6" name="Picture 5" descr="Central Piedmont Community College logo icon">
            <a:extLst>
              <a:ext uri="{FF2B5EF4-FFF2-40B4-BE49-F238E27FC236}">
                <a16:creationId xmlns:a16="http://schemas.microsoft.com/office/drawing/2014/main" id="{4FEB7D7C-2477-1900-6FF7-46917ED01B1E}"/>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25055009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Team 4 - white">
    <p:bg>
      <p:bgPr>
        <a:solidFill>
          <a:schemeClr val="bg1"/>
        </a:solidFill>
        <a:effectLst/>
      </p:bgPr>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1D542531-E471-09B7-7EC8-4AD27379D30F}"/>
              </a:ext>
              <a:ext uri="{C183D7F6-B498-43B3-948B-1728B52AA6E4}">
                <adec:decorative xmlns:adec="http://schemas.microsoft.com/office/drawing/2017/decorative" val="1"/>
              </a:ext>
            </a:extLst>
          </p:cNvPr>
          <p:cNvCxnSpPr>
            <a:cxnSpLocks/>
          </p:cNvCxnSpPr>
          <p:nvPr userDrawn="1"/>
        </p:nvCxnSpPr>
        <p:spPr>
          <a:xfrm>
            <a:off x="8874108" y="1371600"/>
            <a:ext cx="0" cy="475488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15">
            <a:extLst>
              <a:ext uri="{FF2B5EF4-FFF2-40B4-BE49-F238E27FC236}">
                <a16:creationId xmlns:a16="http://schemas.microsoft.com/office/drawing/2014/main" id="{D1C75FBE-4B44-2273-1D9F-769A3CEF7768}"/>
              </a:ext>
              <a:ext uri="{C183D7F6-B498-43B3-948B-1728B52AA6E4}">
                <adec:decorative xmlns:adec="http://schemas.microsoft.com/office/drawing/2017/decorative" val="1"/>
              </a:ext>
            </a:extLst>
          </p:cNvPr>
          <p:cNvCxnSpPr>
            <a:cxnSpLocks/>
          </p:cNvCxnSpPr>
          <p:nvPr userDrawn="1"/>
        </p:nvCxnSpPr>
        <p:spPr>
          <a:xfrm>
            <a:off x="6041804" y="1371600"/>
            <a:ext cx="0" cy="475488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5">
            <a:extLst>
              <a:ext uri="{FF2B5EF4-FFF2-40B4-BE49-F238E27FC236}">
                <a16:creationId xmlns:a16="http://schemas.microsoft.com/office/drawing/2014/main" id="{2A2FE1A7-B775-C9B1-7486-A9FC4A4F4DC6}"/>
              </a:ext>
              <a:ext uri="{C183D7F6-B498-43B3-948B-1728B52AA6E4}">
                <adec:decorative xmlns:adec="http://schemas.microsoft.com/office/drawing/2017/decorative" val="1"/>
              </a:ext>
            </a:extLst>
          </p:cNvPr>
          <p:cNvCxnSpPr>
            <a:cxnSpLocks/>
          </p:cNvCxnSpPr>
          <p:nvPr userDrawn="1"/>
        </p:nvCxnSpPr>
        <p:spPr>
          <a:xfrm>
            <a:off x="3246126" y="1371600"/>
            <a:ext cx="0" cy="475488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itle 1">
            <a:extLst>
              <a:ext uri="{FF2B5EF4-FFF2-40B4-BE49-F238E27FC236}">
                <a16:creationId xmlns:a16="http://schemas.microsoft.com/office/drawing/2014/main" id="{D6CE2843-C227-4814-E7C1-B993C1969FDC}"/>
              </a:ext>
            </a:extLst>
          </p:cNvPr>
          <p:cNvSpPr>
            <a:spLocks noGrp="1"/>
          </p:cNvSpPr>
          <p:nvPr>
            <p:ph type="title" hasCustomPrompt="1"/>
          </p:nvPr>
        </p:nvSpPr>
        <p:spPr>
          <a:xfrm>
            <a:off x="731520" y="457200"/>
            <a:ext cx="10698480" cy="640080"/>
          </a:xfrm>
        </p:spPr>
        <p:txBody>
          <a:bodyPr anchor="ctr" anchorCtr="0">
            <a:normAutofit/>
          </a:bodyPr>
          <a:lstStyle>
            <a:lvl1pPr algn="ctr">
              <a:defRPr sz="2800">
                <a:solidFill>
                  <a:schemeClr val="tx2"/>
                </a:solidFill>
              </a:defRPr>
            </a:lvl1pPr>
          </a:lstStyle>
          <a:p>
            <a:r>
              <a:rPr lang="en-US"/>
              <a:t>Click to edit title</a:t>
            </a:r>
          </a:p>
        </p:txBody>
      </p:sp>
      <p:sp>
        <p:nvSpPr>
          <p:cNvPr id="8" name="Picture Placeholder 7">
            <a:extLst>
              <a:ext uri="{FF2B5EF4-FFF2-40B4-BE49-F238E27FC236}">
                <a16:creationId xmlns:a16="http://schemas.microsoft.com/office/drawing/2014/main" id="{1F08A55C-4CC9-5BE7-09A7-0D0186151463}"/>
              </a:ext>
            </a:extLst>
          </p:cNvPr>
          <p:cNvSpPr>
            <a:spLocks noGrp="1"/>
          </p:cNvSpPr>
          <p:nvPr>
            <p:ph type="pic" sz="quarter" idx="28"/>
          </p:nvPr>
        </p:nvSpPr>
        <p:spPr>
          <a:xfrm>
            <a:off x="983588" y="1371600"/>
            <a:ext cx="1736725" cy="1737360"/>
          </a:xfrm>
          <a:prstGeom prst="round2SameRect">
            <a:avLst>
              <a:gd name="adj1" fmla="val 4517"/>
              <a:gd name="adj2" fmla="val 0"/>
            </a:avLst>
          </a:prstGeom>
        </p:spPr>
        <p:txBody>
          <a:bodyPr anchor="ctr">
            <a:normAutofit/>
          </a:bodyPr>
          <a:lstStyle>
            <a:lvl1pPr marL="0" indent="0" algn="ctr">
              <a:buFontTx/>
              <a:buNone/>
              <a:defRPr sz="1800"/>
            </a:lvl1pPr>
          </a:lstStyle>
          <a:p>
            <a:endParaRPr lang="en-US"/>
          </a:p>
        </p:txBody>
      </p:sp>
      <p:sp>
        <p:nvSpPr>
          <p:cNvPr id="21" name="Text Placeholder 10">
            <a:extLst>
              <a:ext uri="{FF2B5EF4-FFF2-40B4-BE49-F238E27FC236}">
                <a16:creationId xmlns:a16="http://schemas.microsoft.com/office/drawing/2014/main" id="{C0D3C34A-E0A2-C97B-0E92-936C503D9AC4}"/>
              </a:ext>
            </a:extLst>
          </p:cNvPr>
          <p:cNvSpPr>
            <a:spLocks noGrp="1"/>
          </p:cNvSpPr>
          <p:nvPr>
            <p:ph type="body" sz="quarter" idx="13" hasCustomPrompt="1"/>
          </p:nvPr>
        </p:nvSpPr>
        <p:spPr>
          <a:xfrm>
            <a:off x="728112" y="3120221"/>
            <a:ext cx="2247677" cy="645155"/>
          </a:xfrm>
        </p:spPr>
        <p:txBody>
          <a:bodyPr anchor="b">
            <a:noAutofit/>
          </a:bodyPr>
          <a:lstStyle>
            <a:lvl1pPr marL="0" indent="0" algn="ctr">
              <a:lnSpc>
                <a:spcPct val="100000"/>
              </a:lnSpc>
              <a:buNone/>
              <a:defRPr sz="20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2" name="Text Placeholder 10">
            <a:extLst>
              <a:ext uri="{FF2B5EF4-FFF2-40B4-BE49-F238E27FC236}">
                <a16:creationId xmlns:a16="http://schemas.microsoft.com/office/drawing/2014/main" id="{48B01600-90DA-8295-1063-D7C0804C0561}"/>
              </a:ext>
            </a:extLst>
          </p:cNvPr>
          <p:cNvSpPr>
            <a:spLocks noGrp="1"/>
          </p:cNvSpPr>
          <p:nvPr>
            <p:ph type="body" sz="quarter" idx="14" hasCustomPrompt="1"/>
          </p:nvPr>
        </p:nvSpPr>
        <p:spPr>
          <a:xfrm>
            <a:off x="727238" y="3859608"/>
            <a:ext cx="2249424" cy="2286000"/>
          </a:xfrm>
        </p:spPr>
        <p:txBody>
          <a:bodyPr anchor="t">
            <a:norm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10" name="Picture Placeholder 7">
            <a:extLst>
              <a:ext uri="{FF2B5EF4-FFF2-40B4-BE49-F238E27FC236}">
                <a16:creationId xmlns:a16="http://schemas.microsoft.com/office/drawing/2014/main" id="{95D9A104-18D9-3360-D575-84408E04343A}"/>
              </a:ext>
            </a:extLst>
          </p:cNvPr>
          <p:cNvSpPr>
            <a:spLocks noGrp="1"/>
          </p:cNvSpPr>
          <p:nvPr>
            <p:ph type="pic" sz="quarter" idx="29"/>
          </p:nvPr>
        </p:nvSpPr>
        <p:spPr>
          <a:xfrm>
            <a:off x="3774260" y="1382861"/>
            <a:ext cx="1736725" cy="1737360"/>
          </a:xfrm>
          <a:prstGeom prst="round2SameRect">
            <a:avLst>
              <a:gd name="adj1" fmla="val 4517"/>
              <a:gd name="adj2" fmla="val 0"/>
            </a:avLst>
          </a:prstGeom>
        </p:spPr>
        <p:txBody>
          <a:bodyPr anchor="ctr">
            <a:normAutofit/>
          </a:bodyPr>
          <a:lstStyle>
            <a:lvl1pPr marL="0" indent="0" algn="ctr">
              <a:buFontTx/>
              <a:buNone/>
              <a:defRPr sz="1800"/>
            </a:lvl1pPr>
          </a:lstStyle>
          <a:p>
            <a:endParaRPr lang="en-US"/>
          </a:p>
        </p:txBody>
      </p:sp>
      <p:sp>
        <p:nvSpPr>
          <p:cNvPr id="25" name="Text Placeholder 10">
            <a:extLst>
              <a:ext uri="{FF2B5EF4-FFF2-40B4-BE49-F238E27FC236}">
                <a16:creationId xmlns:a16="http://schemas.microsoft.com/office/drawing/2014/main" id="{4D5118A7-B25E-1D23-63FF-11AB00DA64DF}"/>
              </a:ext>
            </a:extLst>
          </p:cNvPr>
          <p:cNvSpPr>
            <a:spLocks noGrp="1"/>
          </p:cNvSpPr>
          <p:nvPr>
            <p:ph type="body" sz="quarter" idx="15" hasCustomPrompt="1"/>
          </p:nvPr>
        </p:nvSpPr>
        <p:spPr>
          <a:xfrm>
            <a:off x="3518784" y="3120221"/>
            <a:ext cx="2247677" cy="645155"/>
          </a:xfrm>
        </p:spPr>
        <p:txBody>
          <a:bodyPr anchor="b">
            <a:noAutofit/>
          </a:bodyPr>
          <a:lstStyle>
            <a:lvl1pPr marL="0" indent="0" algn="ctr">
              <a:lnSpc>
                <a:spcPct val="100000"/>
              </a:lnSpc>
              <a:buNone/>
              <a:defRPr sz="20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6" name="Text Placeholder 10">
            <a:extLst>
              <a:ext uri="{FF2B5EF4-FFF2-40B4-BE49-F238E27FC236}">
                <a16:creationId xmlns:a16="http://schemas.microsoft.com/office/drawing/2014/main" id="{8A0A2AD2-59B5-3D0B-1BB0-A57C40793F1D}"/>
              </a:ext>
            </a:extLst>
          </p:cNvPr>
          <p:cNvSpPr>
            <a:spLocks noGrp="1"/>
          </p:cNvSpPr>
          <p:nvPr>
            <p:ph type="body" sz="quarter" idx="16" hasCustomPrompt="1"/>
          </p:nvPr>
        </p:nvSpPr>
        <p:spPr>
          <a:xfrm>
            <a:off x="3517910" y="3859608"/>
            <a:ext cx="2249424" cy="2286000"/>
          </a:xfrm>
        </p:spPr>
        <p:txBody>
          <a:bodyPr anchor="t">
            <a:norm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11" name="Picture Placeholder 7">
            <a:extLst>
              <a:ext uri="{FF2B5EF4-FFF2-40B4-BE49-F238E27FC236}">
                <a16:creationId xmlns:a16="http://schemas.microsoft.com/office/drawing/2014/main" id="{380D9FB5-B349-68A8-620B-75CFEDB0FCD1}"/>
              </a:ext>
            </a:extLst>
          </p:cNvPr>
          <p:cNvSpPr>
            <a:spLocks noGrp="1"/>
          </p:cNvSpPr>
          <p:nvPr>
            <p:ph type="pic" sz="quarter" idx="30"/>
          </p:nvPr>
        </p:nvSpPr>
        <p:spPr>
          <a:xfrm>
            <a:off x="6586629" y="1382861"/>
            <a:ext cx="1736725" cy="1737360"/>
          </a:xfrm>
          <a:prstGeom prst="round2SameRect">
            <a:avLst>
              <a:gd name="adj1" fmla="val 4517"/>
              <a:gd name="adj2" fmla="val 0"/>
            </a:avLst>
          </a:prstGeom>
        </p:spPr>
        <p:txBody>
          <a:bodyPr anchor="ctr">
            <a:normAutofit/>
          </a:bodyPr>
          <a:lstStyle>
            <a:lvl1pPr marL="0" indent="0" algn="ctr">
              <a:buFontTx/>
              <a:buNone/>
              <a:defRPr sz="1800"/>
            </a:lvl1pPr>
          </a:lstStyle>
          <a:p>
            <a:endParaRPr lang="en-US"/>
          </a:p>
        </p:txBody>
      </p:sp>
      <p:sp>
        <p:nvSpPr>
          <p:cNvPr id="28" name="Text Placeholder 10">
            <a:extLst>
              <a:ext uri="{FF2B5EF4-FFF2-40B4-BE49-F238E27FC236}">
                <a16:creationId xmlns:a16="http://schemas.microsoft.com/office/drawing/2014/main" id="{0BB1AF7C-C865-1B7F-B118-6FFC0D8E5BF8}"/>
              </a:ext>
            </a:extLst>
          </p:cNvPr>
          <p:cNvSpPr>
            <a:spLocks noGrp="1"/>
          </p:cNvSpPr>
          <p:nvPr>
            <p:ph type="body" sz="quarter" idx="17" hasCustomPrompt="1"/>
          </p:nvPr>
        </p:nvSpPr>
        <p:spPr>
          <a:xfrm>
            <a:off x="6331153" y="3120221"/>
            <a:ext cx="2247677" cy="645155"/>
          </a:xfrm>
        </p:spPr>
        <p:txBody>
          <a:bodyPr anchor="b">
            <a:noAutofit/>
          </a:bodyPr>
          <a:lstStyle>
            <a:lvl1pPr marL="0" indent="0" algn="ctr">
              <a:lnSpc>
                <a:spcPct val="100000"/>
              </a:lnSpc>
              <a:buNone/>
              <a:defRPr sz="20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9" name="Text Placeholder 10">
            <a:extLst>
              <a:ext uri="{FF2B5EF4-FFF2-40B4-BE49-F238E27FC236}">
                <a16:creationId xmlns:a16="http://schemas.microsoft.com/office/drawing/2014/main" id="{EE5868B7-B08E-5AC2-30CF-7AB7E083815E}"/>
              </a:ext>
            </a:extLst>
          </p:cNvPr>
          <p:cNvSpPr>
            <a:spLocks noGrp="1"/>
          </p:cNvSpPr>
          <p:nvPr>
            <p:ph type="body" sz="quarter" idx="18" hasCustomPrompt="1"/>
          </p:nvPr>
        </p:nvSpPr>
        <p:spPr>
          <a:xfrm>
            <a:off x="6330279" y="3859608"/>
            <a:ext cx="2249424" cy="2286000"/>
          </a:xfrm>
        </p:spPr>
        <p:txBody>
          <a:bodyPr anchor="t">
            <a:norm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12" name="Picture Placeholder 7">
            <a:extLst>
              <a:ext uri="{FF2B5EF4-FFF2-40B4-BE49-F238E27FC236}">
                <a16:creationId xmlns:a16="http://schemas.microsoft.com/office/drawing/2014/main" id="{2AFE9064-AE0A-7FC3-1ECC-4D2B6A99CDAA}"/>
              </a:ext>
            </a:extLst>
          </p:cNvPr>
          <p:cNvSpPr>
            <a:spLocks noGrp="1"/>
          </p:cNvSpPr>
          <p:nvPr>
            <p:ph type="pic" sz="quarter" idx="31"/>
          </p:nvPr>
        </p:nvSpPr>
        <p:spPr>
          <a:xfrm>
            <a:off x="9438673" y="1394122"/>
            <a:ext cx="1736725" cy="1737360"/>
          </a:xfrm>
          <a:prstGeom prst="round2SameRect">
            <a:avLst>
              <a:gd name="adj1" fmla="val 4517"/>
              <a:gd name="adj2" fmla="val 0"/>
            </a:avLst>
          </a:prstGeom>
        </p:spPr>
        <p:txBody>
          <a:bodyPr anchor="ctr">
            <a:normAutofit/>
          </a:bodyPr>
          <a:lstStyle>
            <a:lvl1pPr marL="0" indent="0" algn="ctr">
              <a:buFontTx/>
              <a:buNone/>
              <a:defRPr sz="1800"/>
            </a:lvl1pPr>
          </a:lstStyle>
          <a:p>
            <a:endParaRPr lang="en-US"/>
          </a:p>
        </p:txBody>
      </p:sp>
      <p:sp>
        <p:nvSpPr>
          <p:cNvPr id="31" name="Text Placeholder 10">
            <a:extLst>
              <a:ext uri="{FF2B5EF4-FFF2-40B4-BE49-F238E27FC236}">
                <a16:creationId xmlns:a16="http://schemas.microsoft.com/office/drawing/2014/main" id="{57D66628-F0C7-0F16-CD8A-0697027BC6B9}"/>
              </a:ext>
            </a:extLst>
          </p:cNvPr>
          <p:cNvSpPr>
            <a:spLocks noGrp="1"/>
          </p:cNvSpPr>
          <p:nvPr>
            <p:ph type="body" sz="quarter" idx="19" hasCustomPrompt="1"/>
          </p:nvPr>
        </p:nvSpPr>
        <p:spPr>
          <a:xfrm>
            <a:off x="9183197" y="3120221"/>
            <a:ext cx="2247677" cy="645155"/>
          </a:xfrm>
        </p:spPr>
        <p:txBody>
          <a:bodyPr anchor="b">
            <a:noAutofit/>
          </a:bodyPr>
          <a:lstStyle>
            <a:lvl1pPr marL="0" indent="0" algn="ctr">
              <a:lnSpc>
                <a:spcPct val="100000"/>
              </a:lnSpc>
              <a:buNone/>
              <a:defRPr sz="20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32" name="Text Placeholder 10">
            <a:extLst>
              <a:ext uri="{FF2B5EF4-FFF2-40B4-BE49-F238E27FC236}">
                <a16:creationId xmlns:a16="http://schemas.microsoft.com/office/drawing/2014/main" id="{704B3EC4-8616-2CBB-5EC4-4E9F03F68240}"/>
              </a:ext>
            </a:extLst>
          </p:cNvPr>
          <p:cNvSpPr>
            <a:spLocks noGrp="1"/>
          </p:cNvSpPr>
          <p:nvPr>
            <p:ph type="body" sz="quarter" idx="20" hasCustomPrompt="1"/>
          </p:nvPr>
        </p:nvSpPr>
        <p:spPr>
          <a:xfrm>
            <a:off x="9182323" y="3859608"/>
            <a:ext cx="2249424" cy="2286000"/>
          </a:xfrm>
        </p:spPr>
        <p:txBody>
          <a:bodyPr anchor="t">
            <a:norm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2" name="Slide Number Placeholder 16">
            <a:extLst>
              <a:ext uri="{FF2B5EF4-FFF2-40B4-BE49-F238E27FC236}">
                <a16:creationId xmlns:a16="http://schemas.microsoft.com/office/drawing/2014/main" id="{E68FD2D2-A8DD-B155-FBE9-078D9000F6B6}"/>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E88C9E7-B0CE-D048-A114-42E0AE889394}"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6" name="Picture 5" descr="Central Piedmont Community College logo icon">
            <a:extLst>
              <a:ext uri="{FF2B5EF4-FFF2-40B4-BE49-F238E27FC236}">
                <a16:creationId xmlns:a16="http://schemas.microsoft.com/office/drawing/2014/main" id="{BAF21EF6-4197-627D-DD67-43392CE1B054}"/>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55799713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am 4 - gray">
    <p:bg>
      <p:bgPr>
        <a:solidFill>
          <a:schemeClr val="tx2"/>
        </a:solidFill>
        <a:effectLst/>
      </p:bgPr>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1D542531-E471-09B7-7EC8-4AD27379D30F}"/>
              </a:ext>
              <a:ext uri="{C183D7F6-B498-43B3-948B-1728B52AA6E4}">
                <adec:decorative xmlns:adec="http://schemas.microsoft.com/office/drawing/2017/decorative" val="1"/>
              </a:ext>
            </a:extLst>
          </p:cNvPr>
          <p:cNvCxnSpPr>
            <a:cxnSpLocks/>
          </p:cNvCxnSpPr>
          <p:nvPr userDrawn="1"/>
        </p:nvCxnSpPr>
        <p:spPr>
          <a:xfrm>
            <a:off x="8874108" y="1371600"/>
            <a:ext cx="0" cy="475488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15">
            <a:extLst>
              <a:ext uri="{FF2B5EF4-FFF2-40B4-BE49-F238E27FC236}">
                <a16:creationId xmlns:a16="http://schemas.microsoft.com/office/drawing/2014/main" id="{D1C75FBE-4B44-2273-1D9F-769A3CEF7768}"/>
              </a:ext>
              <a:ext uri="{C183D7F6-B498-43B3-948B-1728B52AA6E4}">
                <adec:decorative xmlns:adec="http://schemas.microsoft.com/office/drawing/2017/decorative" val="1"/>
              </a:ext>
            </a:extLst>
          </p:cNvPr>
          <p:cNvCxnSpPr>
            <a:cxnSpLocks/>
          </p:cNvCxnSpPr>
          <p:nvPr userDrawn="1"/>
        </p:nvCxnSpPr>
        <p:spPr>
          <a:xfrm>
            <a:off x="6041804" y="1371600"/>
            <a:ext cx="0" cy="475488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5">
            <a:extLst>
              <a:ext uri="{FF2B5EF4-FFF2-40B4-BE49-F238E27FC236}">
                <a16:creationId xmlns:a16="http://schemas.microsoft.com/office/drawing/2014/main" id="{2A2FE1A7-B775-C9B1-7486-A9FC4A4F4DC6}"/>
              </a:ext>
              <a:ext uri="{C183D7F6-B498-43B3-948B-1728B52AA6E4}">
                <adec:decorative xmlns:adec="http://schemas.microsoft.com/office/drawing/2017/decorative" val="1"/>
              </a:ext>
            </a:extLst>
          </p:cNvPr>
          <p:cNvCxnSpPr>
            <a:cxnSpLocks/>
          </p:cNvCxnSpPr>
          <p:nvPr userDrawn="1"/>
        </p:nvCxnSpPr>
        <p:spPr>
          <a:xfrm>
            <a:off x="3246126" y="1371600"/>
            <a:ext cx="0" cy="475488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itle 1">
            <a:extLst>
              <a:ext uri="{FF2B5EF4-FFF2-40B4-BE49-F238E27FC236}">
                <a16:creationId xmlns:a16="http://schemas.microsoft.com/office/drawing/2014/main" id="{D6CE2843-C227-4814-E7C1-B993C1969FDC}"/>
              </a:ext>
            </a:extLst>
          </p:cNvPr>
          <p:cNvSpPr>
            <a:spLocks noGrp="1"/>
          </p:cNvSpPr>
          <p:nvPr>
            <p:ph type="title" hasCustomPrompt="1"/>
          </p:nvPr>
        </p:nvSpPr>
        <p:spPr>
          <a:xfrm>
            <a:off x="731520" y="457200"/>
            <a:ext cx="10698480" cy="640080"/>
          </a:xfrm>
        </p:spPr>
        <p:txBody>
          <a:bodyPr anchor="ctr" anchorCtr="0">
            <a:normAutofit/>
          </a:bodyPr>
          <a:lstStyle>
            <a:lvl1pPr algn="ctr">
              <a:defRPr sz="2800">
                <a:solidFill>
                  <a:schemeClr val="bg1"/>
                </a:solidFill>
              </a:defRPr>
            </a:lvl1pPr>
          </a:lstStyle>
          <a:p>
            <a:r>
              <a:rPr lang="en-US"/>
              <a:t>Click to edit title</a:t>
            </a:r>
          </a:p>
        </p:txBody>
      </p:sp>
      <p:sp>
        <p:nvSpPr>
          <p:cNvPr id="2" name="Picture Placeholder 7">
            <a:extLst>
              <a:ext uri="{FF2B5EF4-FFF2-40B4-BE49-F238E27FC236}">
                <a16:creationId xmlns:a16="http://schemas.microsoft.com/office/drawing/2014/main" id="{9275A227-E208-EA01-1BF4-E8BD467695BA}"/>
              </a:ext>
            </a:extLst>
          </p:cNvPr>
          <p:cNvSpPr>
            <a:spLocks noGrp="1"/>
          </p:cNvSpPr>
          <p:nvPr>
            <p:ph type="pic" sz="quarter" idx="28"/>
          </p:nvPr>
        </p:nvSpPr>
        <p:spPr>
          <a:xfrm>
            <a:off x="983588" y="1371600"/>
            <a:ext cx="1736725" cy="1737360"/>
          </a:xfrm>
          <a:prstGeom prst="round2SameRect">
            <a:avLst>
              <a:gd name="adj1" fmla="val 4517"/>
              <a:gd name="adj2" fmla="val 0"/>
            </a:avLst>
          </a:prstGeom>
        </p:spPr>
        <p:txBody>
          <a:bodyPr anchor="ctr">
            <a:normAutofit/>
          </a:bodyPr>
          <a:lstStyle>
            <a:lvl1pPr marL="0" indent="0" algn="ctr">
              <a:buFontTx/>
              <a:buNone/>
              <a:defRPr sz="1800">
                <a:solidFill>
                  <a:schemeClr val="bg1"/>
                </a:solidFill>
              </a:defRPr>
            </a:lvl1pPr>
          </a:lstStyle>
          <a:p>
            <a:endParaRPr lang="en-US"/>
          </a:p>
        </p:txBody>
      </p:sp>
      <p:sp>
        <p:nvSpPr>
          <p:cNvPr id="21" name="Text Placeholder 10">
            <a:extLst>
              <a:ext uri="{FF2B5EF4-FFF2-40B4-BE49-F238E27FC236}">
                <a16:creationId xmlns:a16="http://schemas.microsoft.com/office/drawing/2014/main" id="{C0D3C34A-E0A2-C97B-0E92-936C503D9AC4}"/>
              </a:ext>
            </a:extLst>
          </p:cNvPr>
          <p:cNvSpPr>
            <a:spLocks noGrp="1"/>
          </p:cNvSpPr>
          <p:nvPr>
            <p:ph type="body" sz="quarter" idx="13" hasCustomPrompt="1"/>
          </p:nvPr>
        </p:nvSpPr>
        <p:spPr>
          <a:xfrm>
            <a:off x="727238" y="3131508"/>
            <a:ext cx="2247677" cy="645155"/>
          </a:xfrm>
        </p:spPr>
        <p:txBody>
          <a:bodyPr anchor="b">
            <a:noAutofit/>
          </a:bodyPr>
          <a:lstStyle>
            <a:lvl1pPr marL="0" indent="0" algn="ctr">
              <a:lnSpc>
                <a:spcPct val="100000"/>
              </a:lnSpc>
              <a:buNone/>
              <a:defRPr sz="20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2" name="Text Placeholder 10">
            <a:extLst>
              <a:ext uri="{FF2B5EF4-FFF2-40B4-BE49-F238E27FC236}">
                <a16:creationId xmlns:a16="http://schemas.microsoft.com/office/drawing/2014/main" id="{48B01600-90DA-8295-1063-D7C0804C0561}"/>
              </a:ext>
            </a:extLst>
          </p:cNvPr>
          <p:cNvSpPr>
            <a:spLocks noGrp="1"/>
          </p:cNvSpPr>
          <p:nvPr>
            <p:ph type="body" sz="quarter" idx="14" hasCustomPrompt="1"/>
          </p:nvPr>
        </p:nvSpPr>
        <p:spPr>
          <a:xfrm>
            <a:off x="727238" y="3870895"/>
            <a:ext cx="2247676" cy="2286000"/>
          </a:xfrm>
        </p:spPr>
        <p:txBody>
          <a:bodyPr anchor="t">
            <a:norm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6" name="Picture Placeholder 7">
            <a:extLst>
              <a:ext uri="{FF2B5EF4-FFF2-40B4-BE49-F238E27FC236}">
                <a16:creationId xmlns:a16="http://schemas.microsoft.com/office/drawing/2014/main" id="{B83D3D51-A0F5-00C2-BF20-25F48983368D}"/>
              </a:ext>
            </a:extLst>
          </p:cNvPr>
          <p:cNvSpPr>
            <a:spLocks noGrp="1"/>
          </p:cNvSpPr>
          <p:nvPr>
            <p:ph type="pic" sz="quarter" idx="29"/>
          </p:nvPr>
        </p:nvSpPr>
        <p:spPr>
          <a:xfrm>
            <a:off x="3774260" y="1382861"/>
            <a:ext cx="1736725" cy="1737360"/>
          </a:xfrm>
          <a:prstGeom prst="round2SameRect">
            <a:avLst>
              <a:gd name="adj1" fmla="val 4517"/>
              <a:gd name="adj2" fmla="val 0"/>
            </a:avLst>
          </a:prstGeom>
        </p:spPr>
        <p:txBody>
          <a:bodyPr anchor="ctr">
            <a:normAutofit/>
          </a:bodyPr>
          <a:lstStyle>
            <a:lvl1pPr marL="0" indent="0" algn="ctr">
              <a:buFontTx/>
              <a:buNone/>
              <a:defRPr sz="1800">
                <a:solidFill>
                  <a:schemeClr val="bg1"/>
                </a:solidFill>
              </a:defRPr>
            </a:lvl1pPr>
          </a:lstStyle>
          <a:p>
            <a:endParaRPr lang="en-US"/>
          </a:p>
        </p:txBody>
      </p:sp>
      <p:sp>
        <p:nvSpPr>
          <p:cNvPr id="25" name="Text Placeholder 10">
            <a:extLst>
              <a:ext uri="{FF2B5EF4-FFF2-40B4-BE49-F238E27FC236}">
                <a16:creationId xmlns:a16="http://schemas.microsoft.com/office/drawing/2014/main" id="{4D5118A7-B25E-1D23-63FF-11AB00DA64DF}"/>
              </a:ext>
            </a:extLst>
          </p:cNvPr>
          <p:cNvSpPr>
            <a:spLocks noGrp="1"/>
          </p:cNvSpPr>
          <p:nvPr>
            <p:ph type="body" sz="quarter" idx="15" hasCustomPrompt="1"/>
          </p:nvPr>
        </p:nvSpPr>
        <p:spPr>
          <a:xfrm>
            <a:off x="3517910" y="3131508"/>
            <a:ext cx="2247677" cy="645155"/>
          </a:xfrm>
        </p:spPr>
        <p:txBody>
          <a:bodyPr anchor="b">
            <a:noAutofit/>
          </a:bodyPr>
          <a:lstStyle>
            <a:lvl1pPr marL="0" indent="0" algn="ctr">
              <a:lnSpc>
                <a:spcPct val="100000"/>
              </a:lnSpc>
              <a:buNone/>
              <a:defRPr sz="20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6" name="Text Placeholder 10">
            <a:extLst>
              <a:ext uri="{FF2B5EF4-FFF2-40B4-BE49-F238E27FC236}">
                <a16:creationId xmlns:a16="http://schemas.microsoft.com/office/drawing/2014/main" id="{8A0A2AD2-59B5-3D0B-1BB0-A57C40793F1D}"/>
              </a:ext>
            </a:extLst>
          </p:cNvPr>
          <p:cNvSpPr>
            <a:spLocks noGrp="1"/>
          </p:cNvSpPr>
          <p:nvPr>
            <p:ph type="body" sz="quarter" idx="16" hasCustomPrompt="1"/>
          </p:nvPr>
        </p:nvSpPr>
        <p:spPr>
          <a:xfrm>
            <a:off x="3517910" y="3870895"/>
            <a:ext cx="2247676" cy="2286000"/>
          </a:xfrm>
        </p:spPr>
        <p:txBody>
          <a:bodyPr anchor="t">
            <a:norm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9" name="Picture Placeholder 7">
            <a:extLst>
              <a:ext uri="{FF2B5EF4-FFF2-40B4-BE49-F238E27FC236}">
                <a16:creationId xmlns:a16="http://schemas.microsoft.com/office/drawing/2014/main" id="{F1F42278-4F01-68AA-B962-142EDB381AF0}"/>
              </a:ext>
            </a:extLst>
          </p:cNvPr>
          <p:cNvSpPr>
            <a:spLocks noGrp="1"/>
          </p:cNvSpPr>
          <p:nvPr>
            <p:ph type="pic" sz="quarter" idx="30"/>
          </p:nvPr>
        </p:nvSpPr>
        <p:spPr>
          <a:xfrm>
            <a:off x="6586629" y="1382861"/>
            <a:ext cx="1736725" cy="1737360"/>
          </a:xfrm>
          <a:prstGeom prst="round2SameRect">
            <a:avLst>
              <a:gd name="adj1" fmla="val 4517"/>
              <a:gd name="adj2" fmla="val 0"/>
            </a:avLst>
          </a:prstGeom>
        </p:spPr>
        <p:txBody>
          <a:bodyPr anchor="ctr">
            <a:normAutofit/>
          </a:bodyPr>
          <a:lstStyle>
            <a:lvl1pPr marL="0" indent="0" algn="ctr">
              <a:buFontTx/>
              <a:buNone/>
              <a:defRPr sz="1800">
                <a:solidFill>
                  <a:schemeClr val="bg1"/>
                </a:solidFill>
              </a:defRPr>
            </a:lvl1pPr>
          </a:lstStyle>
          <a:p>
            <a:endParaRPr lang="en-US"/>
          </a:p>
        </p:txBody>
      </p:sp>
      <p:sp>
        <p:nvSpPr>
          <p:cNvPr id="28" name="Text Placeholder 10">
            <a:extLst>
              <a:ext uri="{FF2B5EF4-FFF2-40B4-BE49-F238E27FC236}">
                <a16:creationId xmlns:a16="http://schemas.microsoft.com/office/drawing/2014/main" id="{0BB1AF7C-C865-1B7F-B118-6FFC0D8E5BF8}"/>
              </a:ext>
            </a:extLst>
          </p:cNvPr>
          <p:cNvSpPr>
            <a:spLocks noGrp="1"/>
          </p:cNvSpPr>
          <p:nvPr>
            <p:ph type="body" sz="quarter" idx="17" hasCustomPrompt="1"/>
          </p:nvPr>
        </p:nvSpPr>
        <p:spPr>
          <a:xfrm>
            <a:off x="6330279" y="3131508"/>
            <a:ext cx="2247677" cy="645155"/>
          </a:xfrm>
        </p:spPr>
        <p:txBody>
          <a:bodyPr anchor="b">
            <a:noAutofit/>
          </a:bodyPr>
          <a:lstStyle>
            <a:lvl1pPr marL="0" indent="0" algn="ctr">
              <a:lnSpc>
                <a:spcPct val="100000"/>
              </a:lnSpc>
              <a:buNone/>
              <a:defRPr sz="20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9" name="Text Placeholder 10">
            <a:extLst>
              <a:ext uri="{FF2B5EF4-FFF2-40B4-BE49-F238E27FC236}">
                <a16:creationId xmlns:a16="http://schemas.microsoft.com/office/drawing/2014/main" id="{EE5868B7-B08E-5AC2-30CF-7AB7E083815E}"/>
              </a:ext>
            </a:extLst>
          </p:cNvPr>
          <p:cNvSpPr>
            <a:spLocks noGrp="1"/>
          </p:cNvSpPr>
          <p:nvPr>
            <p:ph type="body" sz="quarter" idx="18" hasCustomPrompt="1"/>
          </p:nvPr>
        </p:nvSpPr>
        <p:spPr>
          <a:xfrm>
            <a:off x="6330279" y="3870895"/>
            <a:ext cx="2247676" cy="2286000"/>
          </a:xfrm>
        </p:spPr>
        <p:txBody>
          <a:bodyPr anchor="t">
            <a:norm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10" name="Picture Placeholder 7">
            <a:extLst>
              <a:ext uri="{FF2B5EF4-FFF2-40B4-BE49-F238E27FC236}">
                <a16:creationId xmlns:a16="http://schemas.microsoft.com/office/drawing/2014/main" id="{9142F987-D39E-D68C-7CC6-38F1B48F100A}"/>
              </a:ext>
            </a:extLst>
          </p:cNvPr>
          <p:cNvSpPr>
            <a:spLocks noGrp="1"/>
          </p:cNvSpPr>
          <p:nvPr>
            <p:ph type="pic" sz="quarter" idx="31"/>
          </p:nvPr>
        </p:nvSpPr>
        <p:spPr>
          <a:xfrm>
            <a:off x="9438673" y="1394122"/>
            <a:ext cx="1736725" cy="1737360"/>
          </a:xfrm>
          <a:prstGeom prst="round2SameRect">
            <a:avLst>
              <a:gd name="adj1" fmla="val 4517"/>
              <a:gd name="adj2" fmla="val 0"/>
            </a:avLst>
          </a:prstGeom>
        </p:spPr>
        <p:txBody>
          <a:bodyPr anchor="ctr">
            <a:normAutofit/>
          </a:bodyPr>
          <a:lstStyle>
            <a:lvl1pPr marL="0" indent="0" algn="ctr">
              <a:buFontTx/>
              <a:buNone/>
              <a:defRPr sz="1800">
                <a:solidFill>
                  <a:schemeClr val="bg1"/>
                </a:solidFill>
              </a:defRPr>
            </a:lvl1pPr>
          </a:lstStyle>
          <a:p>
            <a:endParaRPr lang="en-US"/>
          </a:p>
        </p:txBody>
      </p:sp>
      <p:sp>
        <p:nvSpPr>
          <p:cNvPr id="31" name="Text Placeholder 10">
            <a:extLst>
              <a:ext uri="{FF2B5EF4-FFF2-40B4-BE49-F238E27FC236}">
                <a16:creationId xmlns:a16="http://schemas.microsoft.com/office/drawing/2014/main" id="{57D66628-F0C7-0F16-CD8A-0697027BC6B9}"/>
              </a:ext>
            </a:extLst>
          </p:cNvPr>
          <p:cNvSpPr>
            <a:spLocks noGrp="1"/>
          </p:cNvSpPr>
          <p:nvPr>
            <p:ph type="body" sz="quarter" idx="19" hasCustomPrompt="1"/>
          </p:nvPr>
        </p:nvSpPr>
        <p:spPr>
          <a:xfrm>
            <a:off x="9182323" y="3131508"/>
            <a:ext cx="2247677" cy="645155"/>
          </a:xfrm>
        </p:spPr>
        <p:txBody>
          <a:bodyPr anchor="b">
            <a:noAutofit/>
          </a:bodyPr>
          <a:lstStyle>
            <a:lvl1pPr marL="0" indent="0" algn="ctr">
              <a:lnSpc>
                <a:spcPct val="100000"/>
              </a:lnSpc>
              <a:buNone/>
              <a:defRPr sz="20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32" name="Text Placeholder 10">
            <a:extLst>
              <a:ext uri="{FF2B5EF4-FFF2-40B4-BE49-F238E27FC236}">
                <a16:creationId xmlns:a16="http://schemas.microsoft.com/office/drawing/2014/main" id="{704B3EC4-8616-2CBB-5EC4-4E9F03F68240}"/>
              </a:ext>
            </a:extLst>
          </p:cNvPr>
          <p:cNvSpPr>
            <a:spLocks noGrp="1"/>
          </p:cNvSpPr>
          <p:nvPr>
            <p:ph type="body" sz="quarter" idx="20" hasCustomPrompt="1"/>
          </p:nvPr>
        </p:nvSpPr>
        <p:spPr>
          <a:xfrm>
            <a:off x="9182323" y="3870895"/>
            <a:ext cx="2247676" cy="2286000"/>
          </a:xfrm>
        </p:spPr>
        <p:txBody>
          <a:bodyPr anchor="t">
            <a:norm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7" name="Slide Number Placeholder 16">
            <a:extLst>
              <a:ext uri="{FF2B5EF4-FFF2-40B4-BE49-F238E27FC236}">
                <a16:creationId xmlns:a16="http://schemas.microsoft.com/office/drawing/2014/main" id="{7CDC4E0E-00D7-ED0C-C6C2-AC4AD88E6B36}"/>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EAF3ABF-09BB-0D48-99F1-B1C27C01D9B4}"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8" name="Picture 7" descr="Central Piedmont Community College logo icon">
            <a:extLst>
              <a:ext uri="{FF2B5EF4-FFF2-40B4-BE49-F238E27FC236}">
                <a16:creationId xmlns:a16="http://schemas.microsoft.com/office/drawing/2014/main" id="{B27A9394-0015-2141-3F2D-660962FB40DC}"/>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94286465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Team 8 - white">
    <p:bg>
      <p:bgPr>
        <a:solidFill>
          <a:schemeClr val="bg1"/>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6CE2843-C227-4814-E7C1-B993C1969FDC}"/>
              </a:ext>
            </a:extLst>
          </p:cNvPr>
          <p:cNvSpPr>
            <a:spLocks noGrp="1"/>
          </p:cNvSpPr>
          <p:nvPr>
            <p:ph type="title" hasCustomPrompt="1"/>
          </p:nvPr>
        </p:nvSpPr>
        <p:spPr>
          <a:xfrm>
            <a:off x="731520" y="457200"/>
            <a:ext cx="10698480" cy="640080"/>
          </a:xfrm>
        </p:spPr>
        <p:txBody>
          <a:bodyPr anchor="ctr" anchorCtr="0">
            <a:normAutofit/>
          </a:bodyPr>
          <a:lstStyle>
            <a:lvl1pPr algn="ctr">
              <a:defRPr sz="2800">
                <a:solidFill>
                  <a:schemeClr val="tx2"/>
                </a:solidFill>
              </a:defRPr>
            </a:lvl1pPr>
          </a:lstStyle>
          <a:p>
            <a:r>
              <a:rPr lang="en-US"/>
              <a:t>Click to edit title</a:t>
            </a:r>
          </a:p>
        </p:txBody>
      </p:sp>
      <p:sp>
        <p:nvSpPr>
          <p:cNvPr id="38" name="Picture Placeholder 41">
            <a:extLst>
              <a:ext uri="{FF2B5EF4-FFF2-40B4-BE49-F238E27FC236}">
                <a16:creationId xmlns:a16="http://schemas.microsoft.com/office/drawing/2014/main" id="{1B9870A1-640F-8FEB-897B-CB7E9DF0A186}"/>
              </a:ext>
            </a:extLst>
          </p:cNvPr>
          <p:cNvSpPr>
            <a:spLocks noGrp="1"/>
          </p:cNvSpPr>
          <p:nvPr>
            <p:ph type="pic" sz="quarter" idx="21"/>
          </p:nvPr>
        </p:nvSpPr>
        <p:spPr>
          <a:xfrm>
            <a:off x="1122685" y="1464925"/>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6" name="Text Placeholder 10">
            <a:extLst>
              <a:ext uri="{FF2B5EF4-FFF2-40B4-BE49-F238E27FC236}">
                <a16:creationId xmlns:a16="http://schemas.microsoft.com/office/drawing/2014/main" id="{3D80DBB4-0591-3859-E590-C6C13FF98CFE}"/>
              </a:ext>
            </a:extLst>
          </p:cNvPr>
          <p:cNvSpPr>
            <a:spLocks noGrp="1"/>
          </p:cNvSpPr>
          <p:nvPr>
            <p:ph type="body" sz="quarter" idx="13" hasCustomPrompt="1"/>
          </p:nvPr>
        </p:nvSpPr>
        <p:spPr>
          <a:xfrm>
            <a:off x="786250" y="2779306"/>
            <a:ext cx="2247677" cy="303902"/>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7" name="Text Placeholder 10">
            <a:extLst>
              <a:ext uri="{FF2B5EF4-FFF2-40B4-BE49-F238E27FC236}">
                <a16:creationId xmlns:a16="http://schemas.microsoft.com/office/drawing/2014/main" id="{67FCB537-3D8F-7EA2-754C-79A3235528C1}"/>
              </a:ext>
            </a:extLst>
          </p:cNvPr>
          <p:cNvSpPr>
            <a:spLocks noGrp="1"/>
          </p:cNvSpPr>
          <p:nvPr>
            <p:ph type="body" sz="quarter" idx="14" hasCustomPrompt="1"/>
          </p:nvPr>
        </p:nvSpPr>
        <p:spPr>
          <a:xfrm>
            <a:off x="786250" y="3165619"/>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40" name="Picture Placeholder 41">
            <a:extLst>
              <a:ext uri="{FF2B5EF4-FFF2-40B4-BE49-F238E27FC236}">
                <a16:creationId xmlns:a16="http://schemas.microsoft.com/office/drawing/2014/main" id="{738706E8-AC98-57DC-0E58-D263FB3A96DF}"/>
              </a:ext>
            </a:extLst>
          </p:cNvPr>
          <p:cNvSpPr>
            <a:spLocks noGrp="1"/>
          </p:cNvSpPr>
          <p:nvPr>
            <p:ph type="pic" sz="quarter" idx="38"/>
          </p:nvPr>
        </p:nvSpPr>
        <p:spPr>
          <a:xfrm>
            <a:off x="3880062" y="1464925"/>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8" name="Text Placeholder 10">
            <a:extLst>
              <a:ext uri="{FF2B5EF4-FFF2-40B4-BE49-F238E27FC236}">
                <a16:creationId xmlns:a16="http://schemas.microsoft.com/office/drawing/2014/main" id="{82F12E24-9884-99FC-3AE8-9956D6614366}"/>
              </a:ext>
            </a:extLst>
          </p:cNvPr>
          <p:cNvSpPr>
            <a:spLocks noGrp="1"/>
          </p:cNvSpPr>
          <p:nvPr>
            <p:ph type="body" sz="quarter" idx="15" hasCustomPrompt="1"/>
          </p:nvPr>
        </p:nvSpPr>
        <p:spPr>
          <a:xfrm>
            <a:off x="3546046" y="2779306"/>
            <a:ext cx="2247677" cy="324316"/>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9" name="Text Placeholder 10">
            <a:extLst>
              <a:ext uri="{FF2B5EF4-FFF2-40B4-BE49-F238E27FC236}">
                <a16:creationId xmlns:a16="http://schemas.microsoft.com/office/drawing/2014/main" id="{32128A31-CCB6-708D-239C-38CAA60B41E5}"/>
              </a:ext>
            </a:extLst>
          </p:cNvPr>
          <p:cNvSpPr>
            <a:spLocks noGrp="1"/>
          </p:cNvSpPr>
          <p:nvPr>
            <p:ph type="body" sz="quarter" idx="16" hasCustomPrompt="1"/>
          </p:nvPr>
        </p:nvSpPr>
        <p:spPr>
          <a:xfrm>
            <a:off x="3546046" y="3165619"/>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42" name="Picture Placeholder 41">
            <a:extLst>
              <a:ext uri="{FF2B5EF4-FFF2-40B4-BE49-F238E27FC236}">
                <a16:creationId xmlns:a16="http://schemas.microsoft.com/office/drawing/2014/main" id="{286862B3-DB4E-B8E5-2807-6A258B53D7C6}"/>
              </a:ext>
            </a:extLst>
          </p:cNvPr>
          <p:cNvSpPr>
            <a:spLocks noGrp="1"/>
          </p:cNvSpPr>
          <p:nvPr>
            <p:ph type="pic" sz="quarter" idx="40"/>
          </p:nvPr>
        </p:nvSpPr>
        <p:spPr>
          <a:xfrm>
            <a:off x="6630350" y="1464925"/>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10" name="Text Placeholder 10">
            <a:extLst>
              <a:ext uri="{FF2B5EF4-FFF2-40B4-BE49-F238E27FC236}">
                <a16:creationId xmlns:a16="http://schemas.microsoft.com/office/drawing/2014/main" id="{86516FD1-D68D-3C3E-805B-0F025C3D17A8}"/>
              </a:ext>
            </a:extLst>
          </p:cNvPr>
          <p:cNvSpPr>
            <a:spLocks noGrp="1"/>
          </p:cNvSpPr>
          <p:nvPr>
            <p:ph type="body" sz="quarter" idx="17" hasCustomPrompt="1"/>
          </p:nvPr>
        </p:nvSpPr>
        <p:spPr>
          <a:xfrm>
            <a:off x="6302143" y="2779305"/>
            <a:ext cx="2247677" cy="324317"/>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11" name="Text Placeholder 10">
            <a:extLst>
              <a:ext uri="{FF2B5EF4-FFF2-40B4-BE49-F238E27FC236}">
                <a16:creationId xmlns:a16="http://schemas.microsoft.com/office/drawing/2014/main" id="{D7637D7B-C383-DADD-C8F3-74FAB84E09A5}"/>
              </a:ext>
            </a:extLst>
          </p:cNvPr>
          <p:cNvSpPr>
            <a:spLocks noGrp="1"/>
          </p:cNvSpPr>
          <p:nvPr>
            <p:ph type="body" sz="quarter" idx="18" hasCustomPrompt="1"/>
          </p:nvPr>
        </p:nvSpPr>
        <p:spPr>
          <a:xfrm>
            <a:off x="6302143" y="3165619"/>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44" name="Picture Placeholder 41">
            <a:extLst>
              <a:ext uri="{FF2B5EF4-FFF2-40B4-BE49-F238E27FC236}">
                <a16:creationId xmlns:a16="http://schemas.microsoft.com/office/drawing/2014/main" id="{A7CF8B9D-EC3E-432A-4B1F-B11EF897CCE3}"/>
              </a:ext>
            </a:extLst>
          </p:cNvPr>
          <p:cNvSpPr>
            <a:spLocks noGrp="1"/>
          </p:cNvSpPr>
          <p:nvPr>
            <p:ph type="pic" sz="quarter" idx="42"/>
          </p:nvPr>
        </p:nvSpPr>
        <p:spPr>
          <a:xfrm>
            <a:off x="9408992" y="1464925"/>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12" name="Text Placeholder 10">
            <a:extLst>
              <a:ext uri="{FF2B5EF4-FFF2-40B4-BE49-F238E27FC236}">
                <a16:creationId xmlns:a16="http://schemas.microsoft.com/office/drawing/2014/main" id="{4DBB3C47-65B4-4282-5248-8D21BA3EE389}"/>
              </a:ext>
            </a:extLst>
          </p:cNvPr>
          <p:cNvSpPr>
            <a:spLocks noGrp="1"/>
          </p:cNvSpPr>
          <p:nvPr>
            <p:ph type="body" sz="quarter" idx="19" hasCustomPrompt="1"/>
          </p:nvPr>
        </p:nvSpPr>
        <p:spPr>
          <a:xfrm>
            <a:off x="9071564" y="2779305"/>
            <a:ext cx="2247677" cy="324317"/>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13" name="Text Placeholder 10">
            <a:extLst>
              <a:ext uri="{FF2B5EF4-FFF2-40B4-BE49-F238E27FC236}">
                <a16:creationId xmlns:a16="http://schemas.microsoft.com/office/drawing/2014/main" id="{04AA065C-4E1F-70A2-9049-D901EF08A98E}"/>
              </a:ext>
            </a:extLst>
          </p:cNvPr>
          <p:cNvSpPr>
            <a:spLocks noGrp="1"/>
          </p:cNvSpPr>
          <p:nvPr>
            <p:ph type="body" sz="quarter" idx="20" hasCustomPrompt="1"/>
          </p:nvPr>
        </p:nvSpPr>
        <p:spPr>
          <a:xfrm>
            <a:off x="9071564" y="3165619"/>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39" name="Picture Placeholder 41">
            <a:extLst>
              <a:ext uri="{FF2B5EF4-FFF2-40B4-BE49-F238E27FC236}">
                <a16:creationId xmlns:a16="http://schemas.microsoft.com/office/drawing/2014/main" id="{A9C1D866-5728-BDE2-6166-10F7650D4220}"/>
              </a:ext>
            </a:extLst>
          </p:cNvPr>
          <p:cNvSpPr>
            <a:spLocks noGrp="1"/>
          </p:cNvSpPr>
          <p:nvPr>
            <p:ph type="pic" sz="quarter" idx="37"/>
          </p:nvPr>
        </p:nvSpPr>
        <p:spPr>
          <a:xfrm>
            <a:off x="1122685" y="3887573"/>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14" name="Text Placeholder 10">
            <a:extLst>
              <a:ext uri="{FF2B5EF4-FFF2-40B4-BE49-F238E27FC236}">
                <a16:creationId xmlns:a16="http://schemas.microsoft.com/office/drawing/2014/main" id="{B16A6C0F-EA62-8EDF-1F5D-97503259BE3A}"/>
              </a:ext>
            </a:extLst>
          </p:cNvPr>
          <p:cNvSpPr>
            <a:spLocks noGrp="1"/>
          </p:cNvSpPr>
          <p:nvPr>
            <p:ph type="body" sz="quarter" idx="29" hasCustomPrompt="1"/>
          </p:nvPr>
        </p:nvSpPr>
        <p:spPr>
          <a:xfrm>
            <a:off x="786250" y="5193539"/>
            <a:ext cx="2247677" cy="303903"/>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15" name="Text Placeholder 10">
            <a:extLst>
              <a:ext uri="{FF2B5EF4-FFF2-40B4-BE49-F238E27FC236}">
                <a16:creationId xmlns:a16="http://schemas.microsoft.com/office/drawing/2014/main" id="{ADC6F1FA-93A9-872C-1544-9B6B12B81FE2}"/>
              </a:ext>
            </a:extLst>
          </p:cNvPr>
          <p:cNvSpPr>
            <a:spLocks noGrp="1"/>
          </p:cNvSpPr>
          <p:nvPr>
            <p:ph type="body" sz="quarter" idx="30" hasCustomPrompt="1"/>
          </p:nvPr>
        </p:nvSpPr>
        <p:spPr>
          <a:xfrm>
            <a:off x="786250" y="5579853"/>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41" name="Picture Placeholder 41">
            <a:extLst>
              <a:ext uri="{FF2B5EF4-FFF2-40B4-BE49-F238E27FC236}">
                <a16:creationId xmlns:a16="http://schemas.microsoft.com/office/drawing/2014/main" id="{060CFCBA-F51E-F688-AE81-644A4BE4A7C9}"/>
              </a:ext>
            </a:extLst>
          </p:cNvPr>
          <p:cNvSpPr>
            <a:spLocks noGrp="1"/>
          </p:cNvSpPr>
          <p:nvPr>
            <p:ph type="pic" sz="quarter" idx="39"/>
          </p:nvPr>
        </p:nvSpPr>
        <p:spPr>
          <a:xfrm>
            <a:off x="3880062" y="3887573"/>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16" name="Text Placeholder 10">
            <a:extLst>
              <a:ext uri="{FF2B5EF4-FFF2-40B4-BE49-F238E27FC236}">
                <a16:creationId xmlns:a16="http://schemas.microsoft.com/office/drawing/2014/main" id="{9A1BBDD7-DDF0-F2C1-A20A-8C1878B65770}"/>
              </a:ext>
            </a:extLst>
          </p:cNvPr>
          <p:cNvSpPr>
            <a:spLocks noGrp="1"/>
          </p:cNvSpPr>
          <p:nvPr>
            <p:ph type="body" sz="quarter" idx="31" hasCustomPrompt="1"/>
          </p:nvPr>
        </p:nvSpPr>
        <p:spPr>
          <a:xfrm>
            <a:off x="3546046" y="5193539"/>
            <a:ext cx="2247677" cy="303903"/>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18" name="Text Placeholder 10">
            <a:extLst>
              <a:ext uri="{FF2B5EF4-FFF2-40B4-BE49-F238E27FC236}">
                <a16:creationId xmlns:a16="http://schemas.microsoft.com/office/drawing/2014/main" id="{690C3A0A-47FB-7943-94E7-20C3E30B25DE}"/>
              </a:ext>
            </a:extLst>
          </p:cNvPr>
          <p:cNvSpPr>
            <a:spLocks noGrp="1"/>
          </p:cNvSpPr>
          <p:nvPr>
            <p:ph type="body" sz="quarter" idx="32" hasCustomPrompt="1"/>
          </p:nvPr>
        </p:nvSpPr>
        <p:spPr>
          <a:xfrm>
            <a:off x="3546046" y="5579853"/>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43" name="Picture Placeholder 41">
            <a:extLst>
              <a:ext uri="{FF2B5EF4-FFF2-40B4-BE49-F238E27FC236}">
                <a16:creationId xmlns:a16="http://schemas.microsoft.com/office/drawing/2014/main" id="{C9CD430A-47B9-6FA9-6B0A-3BC1799FE5C9}"/>
              </a:ext>
            </a:extLst>
          </p:cNvPr>
          <p:cNvSpPr>
            <a:spLocks noGrp="1"/>
          </p:cNvSpPr>
          <p:nvPr>
            <p:ph type="pic" sz="quarter" idx="41"/>
          </p:nvPr>
        </p:nvSpPr>
        <p:spPr>
          <a:xfrm>
            <a:off x="6630350" y="3887573"/>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19" name="Text Placeholder 10">
            <a:extLst>
              <a:ext uri="{FF2B5EF4-FFF2-40B4-BE49-F238E27FC236}">
                <a16:creationId xmlns:a16="http://schemas.microsoft.com/office/drawing/2014/main" id="{2F08DCF6-5902-232E-AE3F-8AEE16457AEC}"/>
              </a:ext>
            </a:extLst>
          </p:cNvPr>
          <p:cNvSpPr>
            <a:spLocks noGrp="1"/>
          </p:cNvSpPr>
          <p:nvPr>
            <p:ph type="body" sz="quarter" idx="33" hasCustomPrompt="1"/>
          </p:nvPr>
        </p:nvSpPr>
        <p:spPr>
          <a:xfrm>
            <a:off x="6302143" y="5193539"/>
            <a:ext cx="2247677" cy="303903"/>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24" name="Text Placeholder 10">
            <a:extLst>
              <a:ext uri="{FF2B5EF4-FFF2-40B4-BE49-F238E27FC236}">
                <a16:creationId xmlns:a16="http://schemas.microsoft.com/office/drawing/2014/main" id="{270A7965-0D73-95BA-DC1B-6543CDDBFDAF}"/>
              </a:ext>
            </a:extLst>
          </p:cNvPr>
          <p:cNvSpPr>
            <a:spLocks noGrp="1"/>
          </p:cNvSpPr>
          <p:nvPr>
            <p:ph type="body" sz="quarter" idx="34" hasCustomPrompt="1"/>
          </p:nvPr>
        </p:nvSpPr>
        <p:spPr>
          <a:xfrm>
            <a:off x="6302143" y="5579853"/>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45" name="Picture Placeholder 41">
            <a:extLst>
              <a:ext uri="{FF2B5EF4-FFF2-40B4-BE49-F238E27FC236}">
                <a16:creationId xmlns:a16="http://schemas.microsoft.com/office/drawing/2014/main" id="{1C06FD49-DC67-3043-8606-8A23EBDD70C8}"/>
              </a:ext>
            </a:extLst>
          </p:cNvPr>
          <p:cNvSpPr>
            <a:spLocks noGrp="1"/>
          </p:cNvSpPr>
          <p:nvPr>
            <p:ph type="pic" sz="quarter" idx="43"/>
          </p:nvPr>
        </p:nvSpPr>
        <p:spPr>
          <a:xfrm>
            <a:off x="9408992" y="3887573"/>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35" name="Text Placeholder 10">
            <a:extLst>
              <a:ext uri="{FF2B5EF4-FFF2-40B4-BE49-F238E27FC236}">
                <a16:creationId xmlns:a16="http://schemas.microsoft.com/office/drawing/2014/main" id="{9CDFF0E4-C5D0-5D05-C791-9E4E1052628D}"/>
              </a:ext>
            </a:extLst>
          </p:cNvPr>
          <p:cNvSpPr>
            <a:spLocks noGrp="1"/>
          </p:cNvSpPr>
          <p:nvPr>
            <p:ph type="body" sz="quarter" idx="35" hasCustomPrompt="1"/>
          </p:nvPr>
        </p:nvSpPr>
        <p:spPr>
          <a:xfrm>
            <a:off x="9071564" y="5193539"/>
            <a:ext cx="2247677" cy="303903"/>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36" name="Text Placeholder 10">
            <a:extLst>
              <a:ext uri="{FF2B5EF4-FFF2-40B4-BE49-F238E27FC236}">
                <a16:creationId xmlns:a16="http://schemas.microsoft.com/office/drawing/2014/main" id="{F0CA6E08-225D-5349-6493-C0C01D64F39A}"/>
              </a:ext>
            </a:extLst>
          </p:cNvPr>
          <p:cNvSpPr>
            <a:spLocks noGrp="1"/>
          </p:cNvSpPr>
          <p:nvPr>
            <p:ph type="body" sz="quarter" idx="36" hasCustomPrompt="1"/>
          </p:nvPr>
        </p:nvSpPr>
        <p:spPr>
          <a:xfrm>
            <a:off x="9071564" y="5579853"/>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2" name="Slide Number Placeholder 16">
            <a:extLst>
              <a:ext uri="{FF2B5EF4-FFF2-40B4-BE49-F238E27FC236}">
                <a16:creationId xmlns:a16="http://schemas.microsoft.com/office/drawing/2014/main" id="{E1B633D8-7358-C206-06E3-1973234D8166}"/>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EAA0136-0EE0-6C44-AEE9-1D49BD6CD564}"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573743F2-3387-8E7F-A201-3EC2EDA577C7}"/>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225318870"/>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Team 8 - gray">
    <p:bg>
      <p:bgPr>
        <a:solidFill>
          <a:schemeClr val="tx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6CE2843-C227-4814-E7C1-B993C1969FDC}"/>
              </a:ext>
            </a:extLst>
          </p:cNvPr>
          <p:cNvSpPr>
            <a:spLocks noGrp="1"/>
          </p:cNvSpPr>
          <p:nvPr>
            <p:ph type="title" hasCustomPrompt="1"/>
          </p:nvPr>
        </p:nvSpPr>
        <p:spPr>
          <a:xfrm>
            <a:off x="731520" y="457200"/>
            <a:ext cx="10698480" cy="640080"/>
          </a:xfrm>
        </p:spPr>
        <p:txBody>
          <a:bodyPr anchor="ctr">
            <a:normAutofit/>
          </a:bodyPr>
          <a:lstStyle>
            <a:lvl1pPr algn="ctr">
              <a:defRPr sz="2800">
                <a:solidFill>
                  <a:schemeClr val="bg1"/>
                </a:solidFill>
              </a:defRPr>
            </a:lvl1pPr>
          </a:lstStyle>
          <a:p>
            <a:r>
              <a:rPr lang="en-US"/>
              <a:t>Click to edit title</a:t>
            </a:r>
          </a:p>
        </p:txBody>
      </p:sp>
      <p:sp>
        <p:nvSpPr>
          <p:cNvPr id="53" name="Picture Placeholder 41">
            <a:extLst>
              <a:ext uri="{FF2B5EF4-FFF2-40B4-BE49-F238E27FC236}">
                <a16:creationId xmlns:a16="http://schemas.microsoft.com/office/drawing/2014/main" id="{DD0753FD-9C09-9317-EA8E-8B68D10EEBDE}"/>
              </a:ext>
            </a:extLst>
          </p:cNvPr>
          <p:cNvSpPr>
            <a:spLocks noGrp="1"/>
          </p:cNvSpPr>
          <p:nvPr>
            <p:ph type="pic" sz="quarter" idx="21"/>
          </p:nvPr>
        </p:nvSpPr>
        <p:spPr>
          <a:xfrm>
            <a:off x="1122685" y="1507302"/>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21" name="Text Placeholder 10">
            <a:extLst>
              <a:ext uri="{FF2B5EF4-FFF2-40B4-BE49-F238E27FC236}">
                <a16:creationId xmlns:a16="http://schemas.microsoft.com/office/drawing/2014/main" id="{53317ADE-8E7A-9A55-67EF-E230967DBAD0}"/>
              </a:ext>
            </a:extLst>
          </p:cNvPr>
          <p:cNvSpPr>
            <a:spLocks noGrp="1"/>
          </p:cNvSpPr>
          <p:nvPr>
            <p:ph type="body" sz="quarter" idx="13" hasCustomPrompt="1"/>
          </p:nvPr>
        </p:nvSpPr>
        <p:spPr>
          <a:xfrm>
            <a:off x="786250" y="2821683"/>
            <a:ext cx="2247677" cy="303902"/>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22" name="Text Placeholder 10">
            <a:extLst>
              <a:ext uri="{FF2B5EF4-FFF2-40B4-BE49-F238E27FC236}">
                <a16:creationId xmlns:a16="http://schemas.microsoft.com/office/drawing/2014/main" id="{2A34B426-E809-4ED0-A198-416CB4F8F19A}"/>
              </a:ext>
            </a:extLst>
          </p:cNvPr>
          <p:cNvSpPr>
            <a:spLocks noGrp="1"/>
          </p:cNvSpPr>
          <p:nvPr>
            <p:ph type="body" sz="quarter" idx="14" hasCustomPrompt="1"/>
          </p:nvPr>
        </p:nvSpPr>
        <p:spPr>
          <a:xfrm>
            <a:off x="786250" y="3207996"/>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55" name="Picture Placeholder 41">
            <a:extLst>
              <a:ext uri="{FF2B5EF4-FFF2-40B4-BE49-F238E27FC236}">
                <a16:creationId xmlns:a16="http://schemas.microsoft.com/office/drawing/2014/main" id="{F2D47287-A360-5247-3A4C-D2EBC85C0801}"/>
              </a:ext>
            </a:extLst>
          </p:cNvPr>
          <p:cNvSpPr>
            <a:spLocks noGrp="1"/>
          </p:cNvSpPr>
          <p:nvPr>
            <p:ph type="pic" sz="quarter" idx="38"/>
          </p:nvPr>
        </p:nvSpPr>
        <p:spPr>
          <a:xfrm>
            <a:off x="3880062" y="1507302"/>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25" name="Text Placeholder 10">
            <a:extLst>
              <a:ext uri="{FF2B5EF4-FFF2-40B4-BE49-F238E27FC236}">
                <a16:creationId xmlns:a16="http://schemas.microsoft.com/office/drawing/2014/main" id="{B8C18248-16EA-AE15-EEED-226DEC78AED4}"/>
              </a:ext>
            </a:extLst>
          </p:cNvPr>
          <p:cNvSpPr>
            <a:spLocks noGrp="1"/>
          </p:cNvSpPr>
          <p:nvPr>
            <p:ph type="body" sz="quarter" idx="15" hasCustomPrompt="1"/>
          </p:nvPr>
        </p:nvSpPr>
        <p:spPr>
          <a:xfrm>
            <a:off x="3546046" y="2821683"/>
            <a:ext cx="2247677" cy="324316"/>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26" name="Text Placeholder 10">
            <a:extLst>
              <a:ext uri="{FF2B5EF4-FFF2-40B4-BE49-F238E27FC236}">
                <a16:creationId xmlns:a16="http://schemas.microsoft.com/office/drawing/2014/main" id="{97DB3B95-197F-E904-71FF-534A5F2E16FC}"/>
              </a:ext>
            </a:extLst>
          </p:cNvPr>
          <p:cNvSpPr>
            <a:spLocks noGrp="1"/>
          </p:cNvSpPr>
          <p:nvPr>
            <p:ph type="body" sz="quarter" idx="16" hasCustomPrompt="1"/>
          </p:nvPr>
        </p:nvSpPr>
        <p:spPr>
          <a:xfrm>
            <a:off x="3546046" y="3207996"/>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57" name="Picture Placeholder 41">
            <a:extLst>
              <a:ext uri="{FF2B5EF4-FFF2-40B4-BE49-F238E27FC236}">
                <a16:creationId xmlns:a16="http://schemas.microsoft.com/office/drawing/2014/main" id="{79A65319-C1FA-1057-F704-BE0BD100B67E}"/>
              </a:ext>
            </a:extLst>
          </p:cNvPr>
          <p:cNvSpPr>
            <a:spLocks noGrp="1"/>
          </p:cNvSpPr>
          <p:nvPr>
            <p:ph type="pic" sz="quarter" idx="40"/>
          </p:nvPr>
        </p:nvSpPr>
        <p:spPr>
          <a:xfrm>
            <a:off x="6630350" y="1507302"/>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28" name="Text Placeholder 10">
            <a:extLst>
              <a:ext uri="{FF2B5EF4-FFF2-40B4-BE49-F238E27FC236}">
                <a16:creationId xmlns:a16="http://schemas.microsoft.com/office/drawing/2014/main" id="{207AC997-A744-542F-9239-D95FEF4CFDF5}"/>
              </a:ext>
            </a:extLst>
          </p:cNvPr>
          <p:cNvSpPr>
            <a:spLocks noGrp="1"/>
          </p:cNvSpPr>
          <p:nvPr>
            <p:ph type="body" sz="quarter" idx="17" hasCustomPrompt="1"/>
          </p:nvPr>
        </p:nvSpPr>
        <p:spPr>
          <a:xfrm>
            <a:off x="6302143" y="2821682"/>
            <a:ext cx="2247677" cy="324317"/>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29" name="Text Placeholder 10">
            <a:extLst>
              <a:ext uri="{FF2B5EF4-FFF2-40B4-BE49-F238E27FC236}">
                <a16:creationId xmlns:a16="http://schemas.microsoft.com/office/drawing/2014/main" id="{AD455023-F166-D2A4-2739-8D4752BD91F9}"/>
              </a:ext>
            </a:extLst>
          </p:cNvPr>
          <p:cNvSpPr>
            <a:spLocks noGrp="1"/>
          </p:cNvSpPr>
          <p:nvPr>
            <p:ph type="body" sz="quarter" idx="18" hasCustomPrompt="1"/>
          </p:nvPr>
        </p:nvSpPr>
        <p:spPr>
          <a:xfrm>
            <a:off x="6302143" y="3207996"/>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59" name="Picture Placeholder 41">
            <a:extLst>
              <a:ext uri="{FF2B5EF4-FFF2-40B4-BE49-F238E27FC236}">
                <a16:creationId xmlns:a16="http://schemas.microsoft.com/office/drawing/2014/main" id="{91FA03A9-1704-37FA-E0B1-D0C8A44B28FF}"/>
              </a:ext>
            </a:extLst>
          </p:cNvPr>
          <p:cNvSpPr>
            <a:spLocks noGrp="1"/>
          </p:cNvSpPr>
          <p:nvPr>
            <p:ph type="pic" sz="quarter" idx="42"/>
          </p:nvPr>
        </p:nvSpPr>
        <p:spPr>
          <a:xfrm>
            <a:off x="9408992" y="1507302"/>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31" name="Text Placeholder 10">
            <a:extLst>
              <a:ext uri="{FF2B5EF4-FFF2-40B4-BE49-F238E27FC236}">
                <a16:creationId xmlns:a16="http://schemas.microsoft.com/office/drawing/2014/main" id="{F0EFFD53-7F68-DEC7-1920-94996236FCEC}"/>
              </a:ext>
            </a:extLst>
          </p:cNvPr>
          <p:cNvSpPr>
            <a:spLocks noGrp="1"/>
          </p:cNvSpPr>
          <p:nvPr>
            <p:ph type="body" sz="quarter" idx="19" hasCustomPrompt="1"/>
          </p:nvPr>
        </p:nvSpPr>
        <p:spPr>
          <a:xfrm>
            <a:off x="9071564" y="2821682"/>
            <a:ext cx="2247677" cy="324317"/>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32" name="Text Placeholder 10">
            <a:extLst>
              <a:ext uri="{FF2B5EF4-FFF2-40B4-BE49-F238E27FC236}">
                <a16:creationId xmlns:a16="http://schemas.microsoft.com/office/drawing/2014/main" id="{EA376381-8546-ADC4-D808-0CD165329359}"/>
              </a:ext>
            </a:extLst>
          </p:cNvPr>
          <p:cNvSpPr>
            <a:spLocks noGrp="1"/>
          </p:cNvSpPr>
          <p:nvPr>
            <p:ph type="body" sz="quarter" idx="20" hasCustomPrompt="1"/>
          </p:nvPr>
        </p:nvSpPr>
        <p:spPr>
          <a:xfrm>
            <a:off x="9071564" y="3207996"/>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54" name="Picture Placeholder 41">
            <a:extLst>
              <a:ext uri="{FF2B5EF4-FFF2-40B4-BE49-F238E27FC236}">
                <a16:creationId xmlns:a16="http://schemas.microsoft.com/office/drawing/2014/main" id="{2DE9B4F5-8AFE-0752-D916-7B972BC16BF2}"/>
              </a:ext>
            </a:extLst>
          </p:cNvPr>
          <p:cNvSpPr>
            <a:spLocks noGrp="1"/>
          </p:cNvSpPr>
          <p:nvPr>
            <p:ph type="pic" sz="quarter" idx="37"/>
          </p:nvPr>
        </p:nvSpPr>
        <p:spPr>
          <a:xfrm>
            <a:off x="1122685" y="3918661"/>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33" name="Text Placeholder 10">
            <a:extLst>
              <a:ext uri="{FF2B5EF4-FFF2-40B4-BE49-F238E27FC236}">
                <a16:creationId xmlns:a16="http://schemas.microsoft.com/office/drawing/2014/main" id="{EE9011A8-4BE2-E2F7-35A8-8E60AA234EF6}"/>
              </a:ext>
            </a:extLst>
          </p:cNvPr>
          <p:cNvSpPr>
            <a:spLocks noGrp="1"/>
          </p:cNvSpPr>
          <p:nvPr>
            <p:ph type="body" sz="quarter" idx="29" hasCustomPrompt="1"/>
          </p:nvPr>
        </p:nvSpPr>
        <p:spPr>
          <a:xfrm>
            <a:off x="786250" y="5224627"/>
            <a:ext cx="2247677" cy="303903"/>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34" name="Text Placeholder 10">
            <a:extLst>
              <a:ext uri="{FF2B5EF4-FFF2-40B4-BE49-F238E27FC236}">
                <a16:creationId xmlns:a16="http://schemas.microsoft.com/office/drawing/2014/main" id="{68343F8B-DB8E-D92C-B617-C0011158D313}"/>
              </a:ext>
            </a:extLst>
          </p:cNvPr>
          <p:cNvSpPr>
            <a:spLocks noGrp="1"/>
          </p:cNvSpPr>
          <p:nvPr>
            <p:ph type="body" sz="quarter" idx="30" hasCustomPrompt="1"/>
          </p:nvPr>
        </p:nvSpPr>
        <p:spPr>
          <a:xfrm>
            <a:off x="786250" y="5610941"/>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56" name="Picture Placeholder 41">
            <a:extLst>
              <a:ext uri="{FF2B5EF4-FFF2-40B4-BE49-F238E27FC236}">
                <a16:creationId xmlns:a16="http://schemas.microsoft.com/office/drawing/2014/main" id="{D0EFCB7D-1884-7ADB-DFBC-231C4A5C6AA1}"/>
              </a:ext>
            </a:extLst>
          </p:cNvPr>
          <p:cNvSpPr>
            <a:spLocks noGrp="1"/>
          </p:cNvSpPr>
          <p:nvPr>
            <p:ph type="pic" sz="quarter" idx="39"/>
          </p:nvPr>
        </p:nvSpPr>
        <p:spPr>
          <a:xfrm>
            <a:off x="3880062" y="3918661"/>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37" name="Text Placeholder 10">
            <a:extLst>
              <a:ext uri="{FF2B5EF4-FFF2-40B4-BE49-F238E27FC236}">
                <a16:creationId xmlns:a16="http://schemas.microsoft.com/office/drawing/2014/main" id="{6DD3846D-1A52-95BF-02DF-FF9FE5CAA028}"/>
              </a:ext>
            </a:extLst>
          </p:cNvPr>
          <p:cNvSpPr>
            <a:spLocks noGrp="1"/>
          </p:cNvSpPr>
          <p:nvPr>
            <p:ph type="body" sz="quarter" idx="31" hasCustomPrompt="1"/>
          </p:nvPr>
        </p:nvSpPr>
        <p:spPr>
          <a:xfrm>
            <a:off x="3546046" y="5224627"/>
            <a:ext cx="2247677" cy="303903"/>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38" name="Text Placeholder 10">
            <a:extLst>
              <a:ext uri="{FF2B5EF4-FFF2-40B4-BE49-F238E27FC236}">
                <a16:creationId xmlns:a16="http://schemas.microsoft.com/office/drawing/2014/main" id="{F35CEF85-84C8-FFB9-3F11-9A5639AE535F}"/>
              </a:ext>
            </a:extLst>
          </p:cNvPr>
          <p:cNvSpPr>
            <a:spLocks noGrp="1"/>
          </p:cNvSpPr>
          <p:nvPr>
            <p:ph type="body" sz="quarter" idx="32" hasCustomPrompt="1"/>
          </p:nvPr>
        </p:nvSpPr>
        <p:spPr>
          <a:xfrm>
            <a:off x="3546046" y="5610941"/>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58" name="Picture Placeholder 41">
            <a:extLst>
              <a:ext uri="{FF2B5EF4-FFF2-40B4-BE49-F238E27FC236}">
                <a16:creationId xmlns:a16="http://schemas.microsoft.com/office/drawing/2014/main" id="{D37D354A-5131-5166-AE21-79251871FDA3}"/>
              </a:ext>
            </a:extLst>
          </p:cNvPr>
          <p:cNvSpPr>
            <a:spLocks noGrp="1"/>
          </p:cNvSpPr>
          <p:nvPr>
            <p:ph type="pic" sz="quarter" idx="41"/>
          </p:nvPr>
        </p:nvSpPr>
        <p:spPr>
          <a:xfrm>
            <a:off x="6630350" y="3918661"/>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39" name="Text Placeholder 10">
            <a:extLst>
              <a:ext uri="{FF2B5EF4-FFF2-40B4-BE49-F238E27FC236}">
                <a16:creationId xmlns:a16="http://schemas.microsoft.com/office/drawing/2014/main" id="{738A4258-E048-B6E6-0C68-4DE21B73CC5B}"/>
              </a:ext>
            </a:extLst>
          </p:cNvPr>
          <p:cNvSpPr>
            <a:spLocks noGrp="1"/>
          </p:cNvSpPr>
          <p:nvPr>
            <p:ph type="body" sz="quarter" idx="33" hasCustomPrompt="1"/>
          </p:nvPr>
        </p:nvSpPr>
        <p:spPr>
          <a:xfrm>
            <a:off x="6302143" y="5224627"/>
            <a:ext cx="2247677" cy="303903"/>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40" name="Text Placeholder 10">
            <a:extLst>
              <a:ext uri="{FF2B5EF4-FFF2-40B4-BE49-F238E27FC236}">
                <a16:creationId xmlns:a16="http://schemas.microsoft.com/office/drawing/2014/main" id="{C980A1D8-EBC5-B850-8426-B654F7681D65}"/>
              </a:ext>
            </a:extLst>
          </p:cNvPr>
          <p:cNvSpPr>
            <a:spLocks noGrp="1"/>
          </p:cNvSpPr>
          <p:nvPr>
            <p:ph type="body" sz="quarter" idx="34" hasCustomPrompt="1"/>
          </p:nvPr>
        </p:nvSpPr>
        <p:spPr>
          <a:xfrm>
            <a:off x="6302143" y="5610941"/>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60" name="Picture Placeholder 41">
            <a:extLst>
              <a:ext uri="{FF2B5EF4-FFF2-40B4-BE49-F238E27FC236}">
                <a16:creationId xmlns:a16="http://schemas.microsoft.com/office/drawing/2014/main" id="{8051CAAE-7027-2D90-0D8F-EB402B1A5BBA}"/>
              </a:ext>
            </a:extLst>
          </p:cNvPr>
          <p:cNvSpPr>
            <a:spLocks noGrp="1"/>
          </p:cNvSpPr>
          <p:nvPr>
            <p:ph type="pic" sz="quarter" idx="43"/>
          </p:nvPr>
        </p:nvSpPr>
        <p:spPr>
          <a:xfrm>
            <a:off x="9408992" y="3918661"/>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61" name="Text Placeholder 10">
            <a:extLst>
              <a:ext uri="{FF2B5EF4-FFF2-40B4-BE49-F238E27FC236}">
                <a16:creationId xmlns:a16="http://schemas.microsoft.com/office/drawing/2014/main" id="{FA993FCF-BAF4-B832-B335-5FDAEB1FBE85}"/>
              </a:ext>
            </a:extLst>
          </p:cNvPr>
          <p:cNvSpPr>
            <a:spLocks noGrp="1"/>
          </p:cNvSpPr>
          <p:nvPr>
            <p:ph type="body" sz="quarter" idx="44" hasCustomPrompt="1"/>
          </p:nvPr>
        </p:nvSpPr>
        <p:spPr>
          <a:xfrm>
            <a:off x="9073696" y="5224627"/>
            <a:ext cx="2247677" cy="303903"/>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41" name="Text Placeholder 10">
            <a:extLst>
              <a:ext uri="{FF2B5EF4-FFF2-40B4-BE49-F238E27FC236}">
                <a16:creationId xmlns:a16="http://schemas.microsoft.com/office/drawing/2014/main" id="{CEF2909F-A972-5D27-9592-60FE7D51A2D3}"/>
              </a:ext>
            </a:extLst>
          </p:cNvPr>
          <p:cNvSpPr>
            <a:spLocks noGrp="1"/>
          </p:cNvSpPr>
          <p:nvPr>
            <p:ph type="body" sz="quarter" idx="36" hasCustomPrompt="1"/>
          </p:nvPr>
        </p:nvSpPr>
        <p:spPr>
          <a:xfrm>
            <a:off x="9071564" y="5610941"/>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2" name="Slide Number Placeholder 16">
            <a:extLst>
              <a:ext uri="{FF2B5EF4-FFF2-40B4-BE49-F238E27FC236}">
                <a16:creationId xmlns:a16="http://schemas.microsoft.com/office/drawing/2014/main" id="{6D5FEADF-5CAB-0F5C-8777-6340F3AD3D58}"/>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6D01297-6C53-234B-9B24-260CF3DCAEDD}"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81D8B82A-9E62-A69B-31E1-73B298FE0C5E}"/>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75827980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resenter 4 - gold bar">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2645F74F-7571-5679-F9FD-928D799F3C74}"/>
              </a:ext>
              <a:ext uri="{C183D7F6-B498-43B3-948B-1728B52AA6E4}">
                <adec:decorative xmlns:adec="http://schemas.microsoft.com/office/drawing/2017/decorative" val="1"/>
              </a:ext>
            </a:extLst>
          </p:cNvPr>
          <p:cNvSpPr/>
          <p:nvPr userDrawn="1"/>
        </p:nvSpPr>
        <p:spPr>
          <a:xfrm>
            <a:off x="-8828" y="5555380"/>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4" name="Picture Placeholder 41">
            <a:extLst>
              <a:ext uri="{FF2B5EF4-FFF2-40B4-BE49-F238E27FC236}">
                <a16:creationId xmlns:a16="http://schemas.microsoft.com/office/drawing/2014/main" id="{0CE2110E-138D-6117-53A1-972B90A3D83E}"/>
              </a:ext>
            </a:extLst>
          </p:cNvPr>
          <p:cNvSpPr>
            <a:spLocks noGrp="1"/>
          </p:cNvSpPr>
          <p:nvPr>
            <p:ph type="pic" sz="quarter" idx="25"/>
          </p:nvPr>
        </p:nvSpPr>
        <p:spPr>
          <a:xfrm>
            <a:off x="731520" y="1428062"/>
            <a:ext cx="1574806" cy="1871374"/>
          </a:xfrm>
          <a:prstGeom prst="roundRect">
            <a:avLst>
              <a:gd name="adj" fmla="val 3614"/>
            </a:avLst>
          </a:prstGeom>
        </p:spPr>
        <p:txBody>
          <a:bodyPr wrap="square" anchor="ctr">
            <a:noAutofit/>
          </a:bodyPr>
          <a:lstStyle>
            <a:lvl1pPr marL="0" indent="0" algn="ctr">
              <a:buFontTx/>
              <a:buNone/>
              <a:defRPr sz="1600" b="0" i="0">
                <a:solidFill>
                  <a:srgbClr val="636466"/>
                </a:solidFill>
                <a:latin typeface="Franklin Gothic Book" panose="020B0503020102020204" pitchFamily="34" charset="0"/>
              </a:defRPr>
            </a:lvl1pPr>
          </a:lstStyle>
          <a:p>
            <a:endParaRPr lang="zh-CN" altLang="en-US"/>
          </a:p>
        </p:txBody>
      </p:sp>
      <p:sp>
        <p:nvSpPr>
          <p:cNvPr id="35" name="Text Placeholder 34">
            <a:extLst>
              <a:ext uri="{FF2B5EF4-FFF2-40B4-BE49-F238E27FC236}">
                <a16:creationId xmlns:a16="http://schemas.microsoft.com/office/drawing/2014/main" id="{18163CBB-7F90-7838-97CF-ABEB275D3441}"/>
              </a:ext>
            </a:extLst>
          </p:cNvPr>
          <p:cNvSpPr>
            <a:spLocks noGrp="1"/>
          </p:cNvSpPr>
          <p:nvPr>
            <p:ph type="body" sz="quarter" idx="14" hasCustomPrompt="1"/>
          </p:nvPr>
        </p:nvSpPr>
        <p:spPr>
          <a:xfrm>
            <a:off x="2396741" y="1946886"/>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36" name="Text Placeholder 34">
            <a:extLst>
              <a:ext uri="{FF2B5EF4-FFF2-40B4-BE49-F238E27FC236}">
                <a16:creationId xmlns:a16="http://schemas.microsoft.com/office/drawing/2014/main" id="{21DEB068-B037-5309-9BDC-0308AF2D7C5D}"/>
              </a:ext>
            </a:extLst>
          </p:cNvPr>
          <p:cNvSpPr>
            <a:spLocks noGrp="1"/>
          </p:cNvSpPr>
          <p:nvPr>
            <p:ph type="body" sz="quarter" idx="15" hasCustomPrompt="1"/>
          </p:nvPr>
        </p:nvSpPr>
        <p:spPr>
          <a:xfrm>
            <a:off x="2396741" y="2308836"/>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sp>
        <p:nvSpPr>
          <p:cNvPr id="11" name="Picture Placeholder 41">
            <a:extLst>
              <a:ext uri="{FF2B5EF4-FFF2-40B4-BE49-F238E27FC236}">
                <a16:creationId xmlns:a16="http://schemas.microsoft.com/office/drawing/2014/main" id="{024F3288-35EC-35B8-01CE-C7722F459D40}"/>
              </a:ext>
            </a:extLst>
          </p:cNvPr>
          <p:cNvSpPr>
            <a:spLocks noGrp="1"/>
          </p:cNvSpPr>
          <p:nvPr>
            <p:ph type="pic" sz="quarter" idx="30"/>
          </p:nvPr>
        </p:nvSpPr>
        <p:spPr>
          <a:xfrm>
            <a:off x="6370014" y="1428062"/>
            <a:ext cx="1574806" cy="1871374"/>
          </a:xfrm>
          <a:prstGeom prst="roundRect">
            <a:avLst>
              <a:gd name="adj" fmla="val 3614"/>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41" name="Text Placeholder 34">
            <a:extLst>
              <a:ext uri="{FF2B5EF4-FFF2-40B4-BE49-F238E27FC236}">
                <a16:creationId xmlns:a16="http://schemas.microsoft.com/office/drawing/2014/main" id="{DAE5387E-E991-D229-6007-B16B5792AC06}"/>
              </a:ext>
            </a:extLst>
          </p:cNvPr>
          <p:cNvSpPr>
            <a:spLocks noGrp="1"/>
          </p:cNvSpPr>
          <p:nvPr>
            <p:ph type="body" sz="quarter" idx="20" hasCustomPrompt="1"/>
          </p:nvPr>
        </p:nvSpPr>
        <p:spPr>
          <a:xfrm>
            <a:off x="8040222" y="1946886"/>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42" name="Text Placeholder 34">
            <a:extLst>
              <a:ext uri="{FF2B5EF4-FFF2-40B4-BE49-F238E27FC236}">
                <a16:creationId xmlns:a16="http://schemas.microsoft.com/office/drawing/2014/main" id="{955E2E8E-B4DC-7E76-8609-B8FB70E4B53E}"/>
              </a:ext>
            </a:extLst>
          </p:cNvPr>
          <p:cNvSpPr>
            <a:spLocks noGrp="1"/>
          </p:cNvSpPr>
          <p:nvPr>
            <p:ph type="body" sz="quarter" idx="21" hasCustomPrompt="1"/>
          </p:nvPr>
        </p:nvSpPr>
        <p:spPr>
          <a:xfrm>
            <a:off x="8040222" y="2308836"/>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sp>
        <p:nvSpPr>
          <p:cNvPr id="6" name="Picture Placeholder 41">
            <a:extLst>
              <a:ext uri="{FF2B5EF4-FFF2-40B4-BE49-F238E27FC236}">
                <a16:creationId xmlns:a16="http://schemas.microsoft.com/office/drawing/2014/main" id="{329FFDB3-CFE6-9799-623C-2E3A0F4F576F}"/>
              </a:ext>
            </a:extLst>
          </p:cNvPr>
          <p:cNvSpPr>
            <a:spLocks noGrp="1"/>
          </p:cNvSpPr>
          <p:nvPr>
            <p:ph type="pic" sz="quarter" idx="29"/>
          </p:nvPr>
        </p:nvSpPr>
        <p:spPr>
          <a:xfrm>
            <a:off x="731520" y="3429608"/>
            <a:ext cx="1574806" cy="1871374"/>
          </a:xfrm>
          <a:prstGeom prst="roundRect">
            <a:avLst>
              <a:gd name="adj" fmla="val 3614"/>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38" name="Text Placeholder 34">
            <a:extLst>
              <a:ext uri="{FF2B5EF4-FFF2-40B4-BE49-F238E27FC236}">
                <a16:creationId xmlns:a16="http://schemas.microsoft.com/office/drawing/2014/main" id="{962A4293-8440-1366-FAE5-67A0052CD8F3}"/>
              </a:ext>
            </a:extLst>
          </p:cNvPr>
          <p:cNvSpPr>
            <a:spLocks noGrp="1"/>
          </p:cNvSpPr>
          <p:nvPr>
            <p:ph type="body" sz="quarter" idx="17" hasCustomPrompt="1"/>
          </p:nvPr>
        </p:nvSpPr>
        <p:spPr>
          <a:xfrm>
            <a:off x="2396741" y="3954192"/>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39" name="Text Placeholder 34">
            <a:extLst>
              <a:ext uri="{FF2B5EF4-FFF2-40B4-BE49-F238E27FC236}">
                <a16:creationId xmlns:a16="http://schemas.microsoft.com/office/drawing/2014/main" id="{0F982E16-BA70-DF17-B7C6-01AF01C7A465}"/>
              </a:ext>
            </a:extLst>
          </p:cNvPr>
          <p:cNvSpPr>
            <a:spLocks noGrp="1"/>
          </p:cNvSpPr>
          <p:nvPr>
            <p:ph type="body" sz="quarter" idx="18" hasCustomPrompt="1"/>
          </p:nvPr>
        </p:nvSpPr>
        <p:spPr>
          <a:xfrm>
            <a:off x="2396741" y="4316142"/>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sp>
        <p:nvSpPr>
          <p:cNvPr id="12" name="Picture Placeholder 41">
            <a:extLst>
              <a:ext uri="{FF2B5EF4-FFF2-40B4-BE49-F238E27FC236}">
                <a16:creationId xmlns:a16="http://schemas.microsoft.com/office/drawing/2014/main" id="{82F5E343-7307-4DDE-D776-7F6D164E98BE}"/>
              </a:ext>
            </a:extLst>
          </p:cNvPr>
          <p:cNvSpPr>
            <a:spLocks noGrp="1"/>
          </p:cNvSpPr>
          <p:nvPr>
            <p:ph type="pic" sz="quarter" idx="31"/>
          </p:nvPr>
        </p:nvSpPr>
        <p:spPr>
          <a:xfrm>
            <a:off x="6370014" y="3429608"/>
            <a:ext cx="1574806" cy="1871374"/>
          </a:xfrm>
          <a:prstGeom prst="roundRect">
            <a:avLst>
              <a:gd name="adj" fmla="val 3614"/>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44" name="Text Placeholder 34">
            <a:extLst>
              <a:ext uri="{FF2B5EF4-FFF2-40B4-BE49-F238E27FC236}">
                <a16:creationId xmlns:a16="http://schemas.microsoft.com/office/drawing/2014/main" id="{EC049B94-9251-6FD7-931D-CFD25CB25B3C}"/>
              </a:ext>
            </a:extLst>
          </p:cNvPr>
          <p:cNvSpPr>
            <a:spLocks noGrp="1"/>
          </p:cNvSpPr>
          <p:nvPr>
            <p:ph type="body" sz="quarter" idx="23" hasCustomPrompt="1"/>
          </p:nvPr>
        </p:nvSpPr>
        <p:spPr>
          <a:xfrm>
            <a:off x="8040222" y="3954192"/>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45" name="Text Placeholder 34">
            <a:extLst>
              <a:ext uri="{FF2B5EF4-FFF2-40B4-BE49-F238E27FC236}">
                <a16:creationId xmlns:a16="http://schemas.microsoft.com/office/drawing/2014/main" id="{11021999-DA35-4709-F5DC-C453397BB946}"/>
              </a:ext>
            </a:extLst>
          </p:cNvPr>
          <p:cNvSpPr>
            <a:spLocks noGrp="1"/>
          </p:cNvSpPr>
          <p:nvPr>
            <p:ph type="body" sz="quarter" idx="24" hasCustomPrompt="1"/>
          </p:nvPr>
        </p:nvSpPr>
        <p:spPr>
          <a:xfrm>
            <a:off x="8040222" y="4316142"/>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pic>
        <p:nvPicPr>
          <p:cNvPr id="7" name="Picture 6" descr="Central Piedmont Community College logo icon">
            <a:extLst>
              <a:ext uri="{FF2B5EF4-FFF2-40B4-BE49-F238E27FC236}">
                <a16:creationId xmlns:a16="http://schemas.microsoft.com/office/drawing/2014/main" id="{152C49E4-E022-EDD4-07EB-7B3DBE68AC2E}"/>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3" name="Slide Number Placeholder 16">
            <a:extLst>
              <a:ext uri="{FF2B5EF4-FFF2-40B4-BE49-F238E27FC236}">
                <a16:creationId xmlns:a16="http://schemas.microsoft.com/office/drawing/2014/main" id="{F891B4C5-17CC-0DE6-86C1-CF19C1608D01}"/>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4FB4ADE-2713-0847-BAD0-E9FAD669E8CE}"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bg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59809247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resenter 4 - gray bar">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08D3F467-544E-2E70-8EDA-0BCBB35718C8}"/>
              </a:ext>
              <a:ext uri="{C183D7F6-B498-43B3-948B-1728B52AA6E4}">
                <adec:decorative xmlns:adec="http://schemas.microsoft.com/office/drawing/2017/decorative" val="1"/>
              </a:ext>
            </a:extLst>
          </p:cNvPr>
          <p:cNvSpPr/>
          <p:nvPr userDrawn="1"/>
        </p:nvSpPr>
        <p:spPr>
          <a:xfrm>
            <a:off x="0" y="5555380"/>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4" name="Picture Placeholder 41">
            <a:extLst>
              <a:ext uri="{FF2B5EF4-FFF2-40B4-BE49-F238E27FC236}">
                <a16:creationId xmlns:a16="http://schemas.microsoft.com/office/drawing/2014/main" id="{0CE2110E-138D-6117-53A1-972B90A3D83E}"/>
              </a:ext>
            </a:extLst>
          </p:cNvPr>
          <p:cNvSpPr>
            <a:spLocks noGrp="1"/>
          </p:cNvSpPr>
          <p:nvPr>
            <p:ph type="pic" sz="quarter" idx="25"/>
          </p:nvPr>
        </p:nvSpPr>
        <p:spPr>
          <a:xfrm>
            <a:off x="731520" y="1428062"/>
            <a:ext cx="1574806" cy="1871374"/>
          </a:xfrm>
          <a:prstGeom prst="roundRect">
            <a:avLst>
              <a:gd name="adj" fmla="val 3614"/>
            </a:avLst>
          </a:prstGeom>
        </p:spPr>
        <p:txBody>
          <a:bodyPr wrap="square" anchor="ctr">
            <a:noAutofit/>
          </a:bodyPr>
          <a:lstStyle>
            <a:lvl1pPr marL="0" indent="0" algn="ctr">
              <a:buFontTx/>
              <a:buNone/>
              <a:defRPr sz="1600" b="0" i="0">
                <a:solidFill>
                  <a:srgbClr val="636466"/>
                </a:solidFill>
                <a:latin typeface="Franklin Gothic Book" panose="020B0503020102020204" pitchFamily="34" charset="0"/>
              </a:defRPr>
            </a:lvl1pPr>
          </a:lstStyle>
          <a:p>
            <a:endParaRPr lang="zh-CN" altLang="en-US"/>
          </a:p>
        </p:txBody>
      </p:sp>
      <p:sp>
        <p:nvSpPr>
          <p:cNvPr id="35" name="Text Placeholder 34">
            <a:extLst>
              <a:ext uri="{FF2B5EF4-FFF2-40B4-BE49-F238E27FC236}">
                <a16:creationId xmlns:a16="http://schemas.microsoft.com/office/drawing/2014/main" id="{18163CBB-7F90-7838-97CF-ABEB275D3441}"/>
              </a:ext>
            </a:extLst>
          </p:cNvPr>
          <p:cNvSpPr>
            <a:spLocks noGrp="1"/>
          </p:cNvSpPr>
          <p:nvPr>
            <p:ph type="body" sz="quarter" idx="14" hasCustomPrompt="1"/>
          </p:nvPr>
        </p:nvSpPr>
        <p:spPr>
          <a:xfrm>
            <a:off x="2396741" y="1946886"/>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36" name="Text Placeholder 34">
            <a:extLst>
              <a:ext uri="{FF2B5EF4-FFF2-40B4-BE49-F238E27FC236}">
                <a16:creationId xmlns:a16="http://schemas.microsoft.com/office/drawing/2014/main" id="{21DEB068-B037-5309-9BDC-0308AF2D7C5D}"/>
              </a:ext>
            </a:extLst>
          </p:cNvPr>
          <p:cNvSpPr>
            <a:spLocks noGrp="1"/>
          </p:cNvSpPr>
          <p:nvPr>
            <p:ph type="body" sz="quarter" idx="15" hasCustomPrompt="1"/>
          </p:nvPr>
        </p:nvSpPr>
        <p:spPr>
          <a:xfrm>
            <a:off x="2396741" y="2308836"/>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sp>
        <p:nvSpPr>
          <p:cNvPr id="11" name="Picture Placeholder 41">
            <a:extLst>
              <a:ext uri="{FF2B5EF4-FFF2-40B4-BE49-F238E27FC236}">
                <a16:creationId xmlns:a16="http://schemas.microsoft.com/office/drawing/2014/main" id="{024F3288-35EC-35B8-01CE-C7722F459D40}"/>
              </a:ext>
            </a:extLst>
          </p:cNvPr>
          <p:cNvSpPr>
            <a:spLocks noGrp="1"/>
          </p:cNvSpPr>
          <p:nvPr>
            <p:ph type="pic" sz="quarter" idx="30"/>
          </p:nvPr>
        </p:nvSpPr>
        <p:spPr>
          <a:xfrm>
            <a:off x="6370014" y="1428062"/>
            <a:ext cx="1574806" cy="1871374"/>
          </a:xfrm>
          <a:prstGeom prst="roundRect">
            <a:avLst>
              <a:gd name="adj" fmla="val 3614"/>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41" name="Text Placeholder 34">
            <a:extLst>
              <a:ext uri="{FF2B5EF4-FFF2-40B4-BE49-F238E27FC236}">
                <a16:creationId xmlns:a16="http://schemas.microsoft.com/office/drawing/2014/main" id="{DAE5387E-E991-D229-6007-B16B5792AC06}"/>
              </a:ext>
            </a:extLst>
          </p:cNvPr>
          <p:cNvSpPr>
            <a:spLocks noGrp="1"/>
          </p:cNvSpPr>
          <p:nvPr>
            <p:ph type="body" sz="quarter" idx="20" hasCustomPrompt="1"/>
          </p:nvPr>
        </p:nvSpPr>
        <p:spPr>
          <a:xfrm>
            <a:off x="8040222" y="1946886"/>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42" name="Text Placeholder 34">
            <a:extLst>
              <a:ext uri="{FF2B5EF4-FFF2-40B4-BE49-F238E27FC236}">
                <a16:creationId xmlns:a16="http://schemas.microsoft.com/office/drawing/2014/main" id="{955E2E8E-B4DC-7E76-8609-B8FB70E4B53E}"/>
              </a:ext>
            </a:extLst>
          </p:cNvPr>
          <p:cNvSpPr>
            <a:spLocks noGrp="1"/>
          </p:cNvSpPr>
          <p:nvPr>
            <p:ph type="body" sz="quarter" idx="21" hasCustomPrompt="1"/>
          </p:nvPr>
        </p:nvSpPr>
        <p:spPr>
          <a:xfrm>
            <a:off x="8040222" y="2308836"/>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sp>
        <p:nvSpPr>
          <p:cNvPr id="6" name="Picture Placeholder 41">
            <a:extLst>
              <a:ext uri="{FF2B5EF4-FFF2-40B4-BE49-F238E27FC236}">
                <a16:creationId xmlns:a16="http://schemas.microsoft.com/office/drawing/2014/main" id="{329FFDB3-CFE6-9799-623C-2E3A0F4F576F}"/>
              </a:ext>
            </a:extLst>
          </p:cNvPr>
          <p:cNvSpPr>
            <a:spLocks noGrp="1"/>
          </p:cNvSpPr>
          <p:nvPr>
            <p:ph type="pic" sz="quarter" idx="29"/>
          </p:nvPr>
        </p:nvSpPr>
        <p:spPr>
          <a:xfrm>
            <a:off x="731520" y="3429608"/>
            <a:ext cx="1574806" cy="1871374"/>
          </a:xfrm>
          <a:prstGeom prst="roundRect">
            <a:avLst>
              <a:gd name="adj" fmla="val 3614"/>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38" name="Text Placeholder 34">
            <a:extLst>
              <a:ext uri="{FF2B5EF4-FFF2-40B4-BE49-F238E27FC236}">
                <a16:creationId xmlns:a16="http://schemas.microsoft.com/office/drawing/2014/main" id="{962A4293-8440-1366-FAE5-67A0052CD8F3}"/>
              </a:ext>
            </a:extLst>
          </p:cNvPr>
          <p:cNvSpPr>
            <a:spLocks noGrp="1"/>
          </p:cNvSpPr>
          <p:nvPr>
            <p:ph type="body" sz="quarter" idx="17" hasCustomPrompt="1"/>
          </p:nvPr>
        </p:nvSpPr>
        <p:spPr>
          <a:xfrm>
            <a:off x="2396741" y="3954192"/>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39" name="Text Placeholder 34">
            <a:extLst>
              <a:ext uri="{FF2B5EF4-FFF2-40B4-BE49-F238E27FC236}">
                <a16:creationId xmlns:a16="http://schemas.microsoft.com/office/drawing/2014/main" id="{0F982E16-BA70-DF17-B7C6-01AF01C7A465}"/>
              </a:ext>
            </a:extLst>
          </p:cNvPr>
          <p:cNvSpPr>
            <a:spLocks noGrp="1"/>
          </p:cNvSpPr>
          <p:nvPr>
            <p:ph type="body" sz="quarter" idx="18" hasCustomPrompt="1"/>
          </p:nvPr>
        </p:nvSpPr>
        <p:spPr>
          <a:xfrm>
            <a:off x="2396741" y="4316142"/>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sp>
        <p:nvSpPr>
          <p:cNvPr id="12" name="Picture Placeholder 41">
            <a:extLst>
              <a:ext uri="{FF2B5EF4-FFF2-40B4-BE49-F238E27FC236}">
                <a16:creationId xmlns:a16="http://schemas.microsoft.com/office/drawing/2014/main" id="{82F5E343-7307-4DDE-D776-7F6D164E98BE}"/>
              </a:ext>
            </a:extLst>
          </p:cNvPr>
          <p:cNvSpPr>
            <a:spLocks noGrp="1"/>
          </p:cNvSpPr>
          <p:nvPr>
            <p:ph type="pic" sz="quarter" idx="31"/>
          </p:nvPr>
        </p:nvSpPr>
        <p:spPr>
          <a:xfrm>
            <a:off x="6370014" y="3429608"/>
            <a:ext cx="1574806" cy="1871374"/>
          </a:xfrm>
          <a:prstGeom prst="roundRect">
            <a:avLst>
              <a:gd name="adj" fmla="val 3614"/>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44" name="Text Placeholder 34">
            <a:extLst>
              <a:ext uri="{FF2B5EF4-FFF2-40B4-BE49-F238E27FC236}">
                <a16:creationId xmlns:a16="http://schemas.microsoft.com/office/drawing/2014/main" id="{EC049B94-9251-6FD7-931D-CFD25CB25B3C}"/>
              </a:ext>
            </a:extLst>
          </p:cNvPr>
          <p:cNvSpPr>
            <a:spLocks noGrp="1"/>
          </p:cNvSpPr>
          <p:nvPr>
            <p:ph type="body" sz="quarter" idx="23" hasCustomPrompt="1"/>
          </p:nvPr>
        </p:nvSpPr>
        <p:spPr>
          <a:xfrm>
            <a:off x="8040222" y="3954192"/>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45" name="Text Placeholder 34">
            <a:extLst>
              <a:ext uri="{FF2B5EF4-FFF2-40B4-BE49-F238E27FC236}">
                <a16:creationId xmlns:a16="http://schemas.microsoft.com/office/drawing/2014/main" id="{11021999-DA35-4709-F5DC-C453397BB946}"/>
              </a:ext>
            </a:extLst>
          </p:cNvPr>
          <p:cNvSpPr>
            <a:spLocks noGrp="1"/>
          </p:cNvSpPr>
          <p:nvPr>
            <p:ph type="body" sz="quarter" idx="24" hasCustomPrompt="1"/>
          </p:nvPr>
        </p:nvSpPr>
        <p:spPr>
          <a:xfrm>
            <a:off x="8040222" y="4316142"/>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pic>
        <p:nvPicPr>
          <p:cNvPr id="5" name="Picture 4" descr="Central Piedmont Community College logo icon">
            <a:extLst>
              <a:ext uri="{FF2B5EF4-FFF2-40B4-BE49-F238E27FC236}">
                <a16:creationId xmlns:a16="http://schemas.microsoft.com/office/drawing/2014/main" id="{33484631-BF3C-1382-44F2-21B8F248203F}"/>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2" name="Slide Number Placeholder 16">
            <a:extLst>
              <a:ext uri="{FF2B5EF4-FFF2-40B4-BE49-F238E27FC236}">
                <a16:creationId xmlns:a16="http://schemas.microsoft.com/office/drawing/2014/main" id="{E079D78F-15E2-4E98-1D16-6E87A6F2E171}"/>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8639673-D02C-E84A-A858-7F6237DF6756}"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endParaRPr lang="en-US" sz="1200" b="0" i="0" kern="1200" dirty="0">
              <a:solidFill>
                <a:srgbClr val="E0D7AE"/>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49116632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Presenter 6 - gold bar">
    <p:bg>
      <p:bgPr>
        <a:solidFill>
          <a:schemeClr val="bg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17A23247-E72C-BE09-908F-9F4BDA3661E4}"/>
              </a:ext>
              <a:ext uri="{C183D7F6-B498-43B3-948B-1728B52AA6E4}">
                <adec:decorative xmlns:adec="http://schemas.microsoft.com/office/drawing/2017/decorative" val="1"/>
              </a:ext>
            </a:extLst>
          </p:cNvPr>
          <p:cNvSpPr/>
          <p:nvPr userDrawn="1"/>
        </p:nvSpPr>
        <p:spPr>
          <a:xfrm>
            <a:off x="-8828" y="5555380"/>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p>
            <a:r>
              <a:rPr lang="en-US"/>
              <a:t>Click to edit title</a:t>
            </a:r>
          </a:p>
        </p:txBody>
      </p:sp>
      <p:sp>
        <p:nvSpPr>
          <p:cNvPr id="30" name="Picture Placeholder 41">
            <a:extLst>
              <a:ext uri="{FF2B5EF4-FFF2-40B4-BE49-F238E27FC236}">
                <a16:creationId xmlns:a16="http://schemas.microsoft.com/office/drawing/2014/main" id="{843837B0-E49F-99CC-94AA-322FB169D3D4}"/>
              </a:ext>
            </a:extLst>
          </p:cNvPr>
          <p:cNvSpPr>
            <a:spLocks noGrp="1"/>
          </p:cNvSpPr>
          <p:nvPr>
            <p:ph type="pic" sz="quarter" idx="25"/>
          </p:nvPr>
        </p:nvSpPr>
        <p:spPr>
          <a:xfrm>
            <a:off x="731520" y="1277174"/>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35" name="Text Placeholder 34">
            <a:extLst>
              <a:ext uri="{FF2B5EF4-FFF2-40B4-BE49-F238E27FC236}">
                <a16:creationId xmlns:a16="http://schemas.microsoft.com/office/drawing/2014/main" id="{18163CBB-7F90-7838-97CF-ABEB275D3441}"/>
              </a:ext>
            </a:extLst>
          </p:cNvPr>
          <p:cNvSpPr>
            <a:spLocks noGrp="1"/>
          </p:cNvSpPr>
          <p:nvPr>
            <p:ph type="body" sz="quarter" idx="14" hasCustomPrompt="1"/>
          </p:nvPr>
        </p:nvSpPr>
        <p:spPr>
          <a:xfrm>
            <a:off x="2260553" y="1475933"/>
            <a:ext cx="3566160" cy="377825"/>
          </a:xfrm>
        </p:spPr>
        <p:txBody>
          <a:bodyPr>
            <a:noAutofit/>
          </a:bodyPr>
          <a:lstStyle>
            <a:lvl1pPr marL="0" indent="0">
              <a:buNone/>
              <a:defRPr sz="1800" b="1" spc="0" baseline="0">
                <a:solidFill>
                  <a:schemeClr val="accent2"/>
                </a:solidFill>
                <a:latin typeface="Franklin Gothic Medium" panose="020B0603020102020204" pitchFamily="34" charset="0"/>
              </a:defRPr>
            </a:lvl1pPr>
          </a:lstStyle>
          <a:p>
            <a:pPr lvl="0"/>
            <a:r>
              <a:rPr lang="en-US" dirty="0"/>
              <a:t>Presenter Name</a:t>
            </a:r>
          </a:p>
        </p:txBody>
      </p:sp>
      <p:sp>
        <p:nvSpPr>
          <p:cNvPr id="36" name="Text Placeholder 34">
            <a:extLst>
              <a:ext uri="{FF2B5EF4-FFF2-40B4-BE49-F238E27FC236}">
                <a16:creationId xmlns:a16="http://schemas.microsoft.com/office/drawing/2014/main" id="{21DEB068-B037-5309-9BDC-0308AF2D7C5D}"/>
              </a:ext>
            </a:extLst>
          </p:cNvPr>
          <p:cNvSpPr>
            <a:spLocks noGrp="1"/>
          </p:cNvSpPr>
          <p:nvPr>
            <p:ph type="body" sz="quarter" idx="15" hasCustomPrompt="1"/>
          </p:nvPr>
        </p:nvSpPr>
        <p:spPr>
          <a:xfrm>
            <a:off x="2260553" y="1837883"/>
            <a:ext cx="3566160" cy="377825"/>
          </a:xfrm>
        </p:spPr>
        <p:txBody>
          <a:bodyPr>
            <a:noAutofit/>
          </a:bodyPr>
          <a:lstStyle>
            <a:lvl1pPr marL="0" indent="0">
              <a:buNone/>
              <a:defRPr sz="1600" b="0">
                <a:solidFill>
                  <a:schemeClr val="tx1"/>
                </a:solidFill>
              </a:defRPr>
            </a:lvl1pPr>
          </a:lstStyle>
          <a:p>
            <a:pPr lvl="0"/>
            <a:r>
              <a:rPr lang="en-US"/>
              <a:t>Presenter.name@cpcc.edu</a:t>
            </a:r>
          </a:p>
        </p:txBody>
      </p:sp>
      <p:sp>
        <p:nvSpPr>
          <p:cNvPr id="33" name="Picture Placeholder 41">
            <a:extLst>
              <a:ext uri="{FF2B5EF4-FFF2-40B4-BE49-F238E27FC236}">
                <a16:creationId xmlns:a16="http://schemas.microsoft.com/office/drawing/2014/main" id="{6C652810-9231-4986-2469-8661541E8AE8}"/>
              </a:ext>
            </a:extLst>
          </p:cNvPr>
          <p:cNvSpPr>
            <a:spLocks noGrp="1"/>
          </p:cNvSpPr>
          <p:nvPr>
            <p:ph type="pic" sz="quarter" idx="43"/>
          </p:nvPr>
        </p:nvSpPr>
        <p:spPr>
          <a:xfrm>
            <a:off x="6416749" y="1277174"/>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17" name="Text Placeholder 34">
            <a:extLst>
              <a:ext uri="{FF2B5EF4-FFF2-40B4-BE49-F238E27FC236}">
                <a16:creationId xmlns:a16="http://schemas.microsoft.com/office/drawing/2014/main" id="{2DFE7937-623D-47A2-3C8C-9C3C795641EC}"/>
              </a:ext>
            </a:extLst>
          </p:cNvPr>
          <p:cNvSpPr>
            <a:spLocks noGrp="1"/>
          </p:cNvSpPr>
          <p:nvPr>
            <p:ph type="body" sz="quarter" idx="32" hasCustomPrompt="1"/>
          </p:nvPr>
        </p:nvSpPr>
        <p:spPr>
          <a:xfrm>
            <a:off x="7949288" y="1475933"/>
            <a:ext cx="3511192"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20" name="Text Placeholder 34">
            <a:extLst>
              <a:ext uri="{FF2B5EF4-FFF2-40B4-BE49-F238E27FC236}">
                <a16:creationId xmlns:a16="http://schemas.microsoft.com/office/drawing/2014/main" id="{B59F641B-8238-8A92-5883-A71004D44952}"/>
              </a:ext>
            </a:extLst>
          </p:cNvPr>
          <p:cNvSpPr>
            <a:spLocks noGrp="1"/>
          </p:cNvSpPr>
          <p:nvPr>
            <p:ph type="body" sz="quarter" idx="33" hasCustomPrompt="1"/>
          </p:nvPr>
        </p:nvSpPr>
        <p:spPr>
          <a:xfrm>
            <a:off x="7949288" y="1837883"/>
            <a:ext cx="3511192"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1" name="Picture Placeholder 41">
            <a:extLst>
              <a:ext uri="{FF2B5EF4-FFF2-40B4-BE49-F238E27FC236}">
                <a16:creationId xmlns:a16="http://schemas.microsoft.com/office/drawing/2014/main" id="{BD9D552E-E743-29E1-9890-1523E5270273}"/>
              </a:ext>
            </a:extLst>
          </p:cNvPr>
          <p:cNvSpPr>
            <a:spLocks noGrp="1"/>
          </p:cNvSpPr>
          <p:nvPr>
            <p:ph type="pic" sz="quarter" idx="41"/>
          </p:nvPr>
        </p:nvSpPr>
        <p:spPr>
          <a:xfrm>
            <a:off x="731520" y="2646216"/>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11" name="Text Placeholder 34">
            <a:extLst>
              <a:ext uri="{FF2B5EF4-FFF2-40B4-BE49-F238E27FC236}">
                <a16:creationId xmlns:a16="http://schemas.microsoft.com/office/drawing/2014/main" id="{6C2BC698-1476-6E6D-FEDB-DB53A5F85A47}"/>
              </a:ext>
            </a:extLst>
          </p:cNvPr>
          <p:cNvSpPr>
            <a:spLocks noGrp="1"/>
          </p:cNvSpPr>
          <p:nvPr>
            <p:ph type="body" sz="quarter" idx="26" hasCustomPrompt="1"/>
          </p:nvPr>
        </p:nvSpPr>
        <p:spPr>
          <a:xfrm>
            <a:off x="2260553" y="2844222"/>
            <a:ext cx="3566160"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12" name="Text Placeholder 34">
            <a:extLst>
              <a:ext uri="{FF2B5EF4-FFF2-40B4-BE49-F238E27FC236}">
                <a16:creationId xmlns:a16="http://schemas.microsoft.com/office/drawing/2014/main" id="{910353C4-FA68-AB0C-27A3-8E8D205A87A2}"/>
              </a:ext>
            </a:extLst>
          </p:cNvPr>
          <p:cNvSpPr>
            <a:spLocks noGrp="1"/>
          </p:cNvSpPr>
          <p:nvPr>
            <p:ph type="body" sz="quarter" idx="27" hasCustomPrompt="1"/>
          </p:nvPr>
        </p:nvSpPr>
        <p:spPr>
          <a:xfrm>
            <a:off x="2260553" y="3206172"/>
            <a:ext cx="3566160"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4" name="Picture Placeholder 41">
            <a:extLst>
              <a:ext uri="{FF2B5EF4-FFF2-40B4-BE49-F238E27FC236}">
                <a16:creationId xmlns:a16="http://schemas.microsoft.com/office/drawing/2014/main" id="{FFEAC070-B898-DD55-0F1C-787E99A3F50C}"/>
              </a:ext>
            </a:extLst>
          </p:cNvPr>
          <p:cNvSpPr>
            <a:spLocks noGrp="1"/>
          </p:cNvSpPr>
          <p:nvPr>
            <p:ph type="pic" sz="quarter" idx="44"/>
          </p:nvPr>
        </p:nvSpPr>
        <p:spPr>
          <a:xfrm>
            <a:off x="6416749" y="2646216"/>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22" name="Text Placeholder 34">
            <a:extLst>
              <a:ext uri="{FF2B5EF4-FFF2-40B4-BE49-F238E27FC236}">
                <a16:creationId xmlns:a16="http://schemas.microsoft.com/office/drawing/2014/main" id="{874AB36A-9821-AD19-88A7-AC4A7286101C}"/>
              </a:ext>
            </a:extLst>
          </p:cNvPr>
          <p:cNvSpPr>
            <a:spLocks noGrp="1"/>
          </p:cNvSpPr>
          <p:nvPr>
            <p:ph type="body" sz="quarter" idx="35" hasCustomPrompt="1"/>
          </p:nvPr>
        </p:nvSpPr>
        <p:spPr>
          <a:xfrm>
            <a:off x="7949288" y="2844222"/>
            <a:ext cx="3511192"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23" name="Text Placeholder 34">
            <a:extLst>
              <a:ext uri="{FF2B5EF4-FFF2-40B4-BE49-F238E27FC236}">
                <a16:creationId xmlns:a16="http://schemas.microsoft.com/office/drawing/2014/main" id="{1605FFD7-972F-8AB1-249C-6797D1517088}"/>
              </a:ext>
            </a:extLst>
          </p:cNvPr>
          <p:cNvSpPr>
            <a:spLocks noGrp="1"/>
          </p:cNvSpPr>
          <p:nvPr>
            <p:ph type="body" sz="quarter" idx="36" hasCustomPrompt="1"/>
          </p:nvPr>
        </p:nvSpPr>
        <p:spPr>
          <a:xfrm>
            <a:off x="7949288" y="3206172"/>
            <a:ext cx="3511192"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2" name="Picture Placeholder 41">
            <a:extLst>
              <a:ext uri="{FF2B5EF4-FFF2-40B4-BE49-F238E27FC236}">
                <a16:creationId xmlns:a16="http://schemas.microsoft.com/office/drawing/2014/main" id="{EFAC9455-6E8F-34E2-72AF-F32D1DD03495}"/>
              </a:ext>
            </a:extLst>
          </p:cNvPr>
          <p:cNvSpPr>
            <a:spLocks noGrp="1"/>
          </p:cNvSpPr>
          <p:nvPr>
            <p:ph type="pic" sz="quarter" idx="42"/>
          </p:nvPr>
        </p:nvSpPr>
        <p:spPr>
          <a:xfrm>
            <a:off x="731520" y="4008170"/>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14" name="Text Placeholder 34">
            <a:extLst>
              <a:ext uri="{FF2B5EF4-FFF2-40B4-BE49-F238E27FC236}">
                <a16:creationId xmlns:a16="http://schemas.microsoft.com/office/drawing/2014/main" id="{8F196516-504E-3BA8-2FF3-CFD9B87F44C5}"/>
              </a:ext>
            </a:extLst>
          </p:cNvPr>
          <p:cNvSpPr>
            <a:spLocks noGrp="1"/>
          </p:cNvSpPr>
          <p:nvPr>
            <p:ph type="body" sz="quarter" idx="29" hasCustomPrompt="1"/>
          </p:nvPr>
        </p:nvSpPr>
        <p:spPr>
          <a:xfrm>
            <a:off x="2260553" y="4212510"/>
            <a:ext cx="3566160"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15" name="Text Placeholder 34">
            <a:extLst>
              <a:ext uri="{FF2B5EF4-FFF2-40B4-BE49-F238E27FC236}">
                <a16:creationId xmlns:a16="http://schemas.microsoft.com/office/drawing/2014/main" id="{EB37A9E6-ADD4-CD0F-3A45-2C134FF40744}"/>
              </a:ext>
            </a:extLst>
          </p:cNvPr>
          <p:cNvSpPr>
            <a:spLocks noGrp="1"/>
          </p:cNvSpPr>
          <p:nvPr>
            <p:ph type="body" sz="quarter" idx="30" hasCustomPrompt="1"/>
          </p:nvPr>
        </p:nvSpPr>
        <p:spPr>
          <a:xfrm>
            <a:off x="2260553" y="4574460"/>
            <a:ext cx="3566160"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7" name="Picture Placeholder 41">
            <a:extLst>
              <a:ext uri="{FF2B5EF4-FFF2-40B4-BE49-F238E27FC236}">
                <a16:creationId xmlns:a16="http://schemas.microsoft.com/office/drawing/2014/main" id="{A92C5461-C07A-CE5D-2690-A9BA56F9579D}"/>
              </a:ext>
            </a:extLst>
          </p:cNvPr>
          <p:cNvSpPr>
            <a:spLocks noGrp="1"/>
          </p:cNvSpPr>
          <p:nvPr>
            <p:ph type="pic" sz="quarter" idx="45"/>
          </p:nvPr>
        </p:nvSpPr>
        <p:spPr>
          <a:xfrm>
            <a:off x="6416749" y="4008170"/>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25" name="Text Placeholder 34">
            <a:extLst>
              <a:ext uri="{FF2B5EF4-FFF2-40B4-BE49-F238E27FC236}">
                <a16:creationId xmlns:a16="http://schemas.microsoft.com/office/drawing/2014/main" id="{53580D1E-52E7-E822-4E4C-BF5DDE5F0672}"/>
              </a:ext>
            </a:extLst>
          </p:cNvPr>
          <p:cNvSpPr>
            <a:spLocks noGrp="1"/>
          </p:cNvSpPr>
          <p:nvPr>
            <p:ph type="body" sz="quarter" idx="38" hasCustomPrompt="1"/>
          </p:nvPr>
        </p:nvSpPr>
        <p:spPr>
          <a:xfrm>
            <a:off x="7949288" y="4212510"/>
            <a:ext cx="3511192"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26" name="Text Placeholder 34">
            <a:extLst>
              <a:ext uri="{FF2B5EF4-FFF2-40B4-BE49-F238E27FC236}">
                <a16:creationId xmlns:a16="http://schemas.microsoft.com/office/drawing/2014/main" id="{E2CD4FDB-5A8D-0FCD-63F1-E40A93F45795}"/>
              </a:ext>
            </a:extLst>
          </p:cNvPr>
          <p:cNvSpPr>
            <a:spLocks noGrp="1"/>
          </p:cNvSpPr>
          <p:nvPr>
            <p:ph type="body" sz="quarter" idx="39" hasCustomPrompt="1"/>
          </p:nvPr>
        </p:nvSpPr>
        <p:spPr>
          <a:xfrm>
            <a:off x="7949288" y="4574460"/>
            <a:ext cx="3511192"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pic>
        <p:nvPicPr>
          <p:cNvPr id="5" name="Picture 4" descr="Central Piedmont Community College logo icon">
            <a:extLst>
              <a:ext uri="{FF2B5EF4-FFF2-40B4-BE49-F238E27FC236}">
                <a16:creationId xmlns:a16="http://schemas.microsoft.com/office/drawing/2014/main" id="{1B82272A-AE9D-CEDB-C009-E0A5CAC2CE65}"/>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2" name="Slide Number Placeholder 16">
            <a:extLst>
              <a:ext uri="{FF2B5EF4-FFF2-40B4-BE49-F238E27FC236}">
                <a16:creationId xmlns:a16="http://schemas.microsoft.com/office/drawing/2014/main" id="{EB7D39A7-D400-780E-8104-242B1F9806E6}"/>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C33F7FE5-72D8-D347-B297-FAE3A480F71D}"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bg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143355791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esenter 6 - gray bar">
    <p:bg>
      <p:bgPr>
        <a:solidFill>
          <a:schemeClr val="bg1"/>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1669DD5-4C33-0532-975D-4089232DE48E}"/>
              </a:ext>
              <a:ext uri="{C183D7F6-B498-43B3-948B-1728B52AA6E4}">
                <adec:decorative xmlns:adec="http://schemas.microsoft.com/office/drawing/2017/decorative" val="1"/>
              </a:ext>
            </a:extLst>
          </p:cNvPr>
          <p:cNvSpPr/>
          <p:nvPr userDrawn="1"/>
        </p:nvSpPr>
        <p:spPr>
          <a:xfrm>
            <a:off x="0" y="5555380"/>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p>
            <a:r>
              <a:rPr lang="en-US"/>
              <a:t>Click to edit title</a:t>
            </a:r>
          </a:p>
        </p:txBody>
      </p:sp>
      <p:sp>
        <p:nvSpPr>
          <p:cNvPr id="30" name="Picture Placeholder 41">
            <a:extLst>
              <a:ext uri="{FF2B5EF4-FFF2-40B4-BE49-F238E27FC236}">
                <a16:creationId xmlns:a16="http://schemas.microsoft.com/office/drawing/2014/main" id="{843837B0-E49F-99CC-94AA-322FB169D3D4}"/>
              </a:ext>
            </a:extLst>
          </p:cNvPr>
          <p:cNvSpPr>
            <a:spLocks noGrp="1"/>
          </p:cNvSpPr>
          <p:nvPr>
            <p:ph type="pic" sz="quarter" idx="25"/>
          </p:nvPr>
        </p:nvSpPr>
        <p:spPr>
          <a:xfrm>
            <a:off x="731520" y="1277174"/>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35" name="Text Placeholder 34">
            <a:extLst>
              <a:ext uri="{FF2B5EF4-FFF2-40B4-BE49-F238E27FC236}">
                <a16:creationId xmlns:a16="http://schemas.microsoft.com/office/drawing/2014/main" id="{18163CBB-7F90-7838-97CF-ABEB275D3441}"/>
              </a:ext>
            </a:extLst>
          </p:cNvPr>
          <p:cNvSpPr>
            <a:spLocks noGrp="1"/>
          </p:cNvSpPr>
          <p:nvPr>
            <p:ph type="body" sz="quarter" idx="14" hasCustomPrompt="1"/>
          </p:nvPr>
        </p:nvSpPr>
        <p:spPr>
          <a:xfrm>
            <a:off x="2260553" y="1475933"/>
            <a:ext cx="3566160"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36" name="Text Placeholder 34">
            <a:extLst>
              <a:ext uri="{FF2B5EF4-FFF2-40B4-BE49-F238E27FC236}">
                <a16:creationId xmlns:a16="http://schemas.microsoft.com/office/drawing/2014/main" id="{21DEB068-B037-5309-9BDC-0308AF2D7C5D}"/>
              </a:ext>
            </a:extLst>
          </p:cNvPr>
          <p:cNvSpPr>
            <a:spLocks noGrp="1"/>
          </p:cNvSpPr>
          <p:nvPr>
            <p:ph type="body" sz="quarter" idx="15" hasCustomPrompt="1"/>
          </p:nvPr>
        </p:nvSpPr>
        <p:spPr>
          <a:xfrm>
            <a:off x="2260553" y="1837883"/>
            <a:ext cx="3566160"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3" name="Picture Placeholder 41">
            <a:extLst>
              <a:ext uri="{FF2B5EF4-FFF2-40B4-BE49-F238E27FC236}">
                <a16:creationId xmlns:a16="http://schemas.microsoft.com/office/drawing/2014/main" id="{6C652810-9231-4986-2469-8661541E8AE8}"/>
              </a:ext>
            </a:extLst>
          </p:cNvPr>
          <p:cNvSpPr>
            <a:spLocks noGrp="1"/>
          </p:cNvSpPr>
          <p:nvPr>
            <p:ph type="pic" sz="quarter" idx="43"/>
          </p:nvPr>
        </p:nvSpPr>
        <p:spPr>
          <a:xfrm>
            <a:off x="6416749" y="1277174"/>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17" name="Text Placeholder 34">
            <a:extLst>
              <a:ext uri="{FF2B5EF4-FFF2-40B4-BE49-F238E27FC236}">
                <a16:creationId xmlns:a16="http://schemas.microsoft.com/office/drawing/2014/main" id="{2DFE7937-623D-47A2-3C8C-9C3C795641EC}"/>
              </a:ext>
            </a:extLst>
          </p:cNvPr>
          <p:cNvSpPr>
            <a:spLocks noGrp="1"/>
          </p:cNvSpPr>
          <p:nvPr>
            <p:ph type="body" sz="quarter" idx="32" hasCustomPrompt="1"/>
          </p:nvPr>
        </p:nvSpPr>
        <p:spPr>
          <a:xfrm>
            <a:off x="7949288" y="1475933"/>
            <a:ext cx="3511192"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20" name="Text Placeholder 34">
            <a:extLst>
              <a:ext uri="{FF2B5EF4-FFF2-40B4-BE49-F238E27FC236}">
                <a16:creationId xmlns:a16="http://schemas.microsoft.com/office/drawing/2014/main" id="{B59F641B-8238-8A92-5883-A71004D44952}"/>
              </a:ext>
            </a:extLst>
          </p:cNvPr>
          <p:cNvSpPr>
            <a:spLocks noGrp="1"/>
          </p:cNvSpPr>
          <p:nvPr>
            <p:ph type="body" sz="quarter" idx="33" hasCustomPrompt="1"/>
          </p:nvPr>
        </p:nvSpPr>
        <p:spPr>
          <a:xfrm>
            <a:off x="7949288" y="1837883"/>
            <a:ext cx="3511192"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1" name="Picture Placeholder 41">
            <a:extLst>
              <a:ext uri="{FF2B5EF4-FFF2-40B4-BE49-F238E27FC236}">
                <a16:creationId xmlns:a16="http://schemas.microsoft.com/office/drawing/2014/main" id="{BD9D552E-E743-29E1-9890-1523E5270273}"/>
              </a:ext>
            </a:extLst>
          </p:cNvPr>
          <p:cNvSpPr>
            <a:spLocks noGrp="1"/>
          </p:cNvSpPr>
          <p:nvPr>
            <p:ph type="pic" sz="quarter" idx="41"/>
          </p:nvPr>
        </p:nvSpPr>
        <p:spPr>
          <a:xfrm>
            <a:off x="731520" y="2646216"/>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11" name="Text Placeholder 34">
            <a:extLst>
              <a:ext uri="{FF2B5EF4-FFF2-40B4-BE49-F238E27FC236}">
                <a16:creationId xmlns:a16="http://schemas.microsoft.com/office/drawing/2014/main" id="{6C2BC698-1476-6E6D-FEDB-DB53A5F85A47}"/>
              </a:ext>
            </a:extLst>
          </p:cNvPr>
          <p:cNvSpPr>
            <a:spLocks noGrp="1"/>
          </p:cNvSpPr>
          <p:nvPr>
            <p:ph type="body" sz="quarter" idx="26" hasCustomPrompt="1"/>
          </p:nvPr>
        </p:nvSpPr>
        <p:spPr>
          <a:xfrm>
            <a:off x="2260553" y="2844222"/>
            <a:ext cx="3566160"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12" name="Text Placeholder 34">
            <a:extLst>
              <a:ext uri="{FF2B5EF4-FFF2-40B4-BE49-F238E27FC236}">
                <a16:creationId xmlns:a16="http://schemas.microsoft.com/office/drawing/2014/main" id="{910353C4-FA68-AB0C-27A3-8E8D205A87A2}"/>
              </a:ext>
            </a:extLst>
          </p:cNvPr>
          <p:cNvSpPr>
            <a:spLocks noGrp="1"/>
          </p:cNvSpPr>
          <p:nvPr>
            <p:ph type="body" sz="quarter" idx="27" hasCustomPrompt="1"/>
          </p:nvPr>
        </p:nvSpPr>
        <p:spPr>
          <a:xfrm>
            <a:off x="2260553" y="3206172"/>
            <a:ext cx="3566160"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4" name="Picture Placeholder 41">
            <a:extLst>
              <a:ext uri="{FF2B5EF4-FFF2-40B4-BE49-F238E27FC236}">
                <a16:creationId xmlns:a16="http://schemas.microsoft.com/office/drawing/2014/main" id="{FFEAC070-B898-DD55-0F1C-787E99A3F50C}"/>
              </a:ext>
            </a:extLst>
          </p:cNvPr>
          <p:cNvSpPr>
            <a:spLocks noGrp="1"/>
          </p:cNvSpPr>
          <p:nvPr>
            <p:ph type="pic" sz="quarter" idx="44"/>
          </p:nvPr>
        </p:nvSpPr>
        <p:spPr>
          <a:xfrm>
            <a:off x="6416749" y="2646216"/>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22" name="Text Placeholder 34">
            <a:extLst>
              <a:ext uri="{FF2B5EF4-FFF2-40B4-BE49-F238E27FC236}">
                <a16:creationId xmlns:a16="http://schemas.microsoft.com/office/drawing/2014/main" id="{874AB36A-9821-AD19-88A7-AC4A7286101C}"/>
              </a:ext>
            </a:extLst>
          </p:cNvPr>
          <p:cNvSpPr>
            <a:spLocks noGrp="1"/>
          </p:cNvSpPr>
          <p:nvPr>
            <p:ph type="body" sz="quarter" idx="35" hasCustomPrompt="1"/>
          </p:nvPr>
        </p:nvSpPr>
        <p:spPr>
          <a:xfrm>
            <a:off x="7949288" y="2844222"/>
            <a:ext cx="3511192"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23" name="Text Placeholder 34">
            <a:extLst>
              <a:ext uri="{FF2B5EF4-FFF2-40B4-BE49-F238E27FC236}">
                <a16:creationId xmlns:a16="http://schemas.microsoft.com/office/drawing/2014/main" id="{1605FFD7-972F-8AB1-249C-6797D1517088}"/>
              </a:ext>
            </a:extLst>
          </p:cNvPr>
          <p:cNvSpPr>
            <a:spLocks noGrp="1"/>
          </p:cNvSpPr>
          <p:nvPr>
            <p:ph type="body" sz="quarter" idx="36" hasCustomPrompt="1"/>
          </p:nvPr>
        </p:nvSpPr>
        <p:spPr>
          <a:xfrm>
            <a:off x="7949288" y="3206172"/>
            <a:ext cx="3511192"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2" name="Picture Placeholder 41">
            <a:extLst>
              <a:ext uri="{FF2B5EF4-FFF2-40B4-BE49-F238E27FC236}">
                <a16:creationId xmlns:a16="http://schemas.microsoft.com/office/drawing/2014/main" id="{EFAC9455-6E8F-34E2-72AF-F32D1DD03495}"/>
              </a:ext>
            </a:extLst>
          </p:cNvPr>
          <p:cNvSpPr>
            <a:spLocks noGrp="1"/>
          </p:cNvSpPr>
          <p:nvPr>
            <p:ph type="pic" sz="quarter" idx="42"/>
          </p:nvPr>
        </p:nvSpPr>
        <p:spPr>
          <a:xfrm>
            <a:off x="731520" y="4008170"/>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14" name="Text Placeholder 34">
            <a:extLst>
              <a:ext uri="{FF2B5EF4-FFF2-40B4-BE49-F238E27FC236}">
                <a16:creationId xmlns:a16="http://schemas.microsoft.com/office/drawing/2014/main" id="{8F196516-504E-3BA8-2FF3-CFD9B87F44C5}"/>
              </a:ext>
            </a:extLst>
          </p:cNvPr>
          <p:cNvSpPr>
            <a:spLocks noGrp="1"/>
          </p:cNvSpPr>
          <p:nvPr>
            <p:ph type="body" sz="quarter" idx="29" hasCustomPrompt="1"/>
          </p:nvPr>
        </p:nvSpPr>
        <p:spPr>
          <a:xfrm>
            <a:off x="2260553" y="4212510"/>
            <a:ext cx="3566160"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15" name="Text Placeholder 34">
            <a:extLst>
              <a:ext uri="{FF2B5EF4-FFF2-40B4-BE49-F238E27FC236}">
                <a16:creationId xmlns:a16="http://schemas.microsoft.com/office/drawing/2014/main" id="{EB37A9E6-ADD4-CD0F-3A45-2C134FF40744}"/>
              </a:ext>
            </a:extLst>
          </p:cNvPr>
          <p:cNvSpPr>
            <a:spLocks noGrp="1"/>
          </p:cNvSpPr>
          <p:nvPr>
            <p:ph type="body" sz="quarter" idx="30" hasCustomPrompt="1"/>
          </p:nvPr>
        </p:nvSpPr>
        <p:spPr>
          <a:xfrm>
            <a:off x="2260553" y="4574460"/>
            <a:ext cx="3566160"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7" name="Picture Placeholder 41">
            <a:extLst>
              <a:ext uri="{FF2B5EF4-FFF2-40B4-BE49-F238E27FC236}">
                <a16:creationId xmlns:a16="http://schemas.microsoft.com/office/drawing/2014/main" id="{A92C5461-C07A-CE5D-2690-A9BA56F9579D}"/>
              </a:ext>
            </a:extLst>
          </p:cNvPr>
          <p:cNvSpPr>
            <a:spLocks noGrp="1"/>
          </p:cNvSpPr>
          <p:nvPr>
            <p:ph type="pic" sz="quarter" idx="45"/>
          </p:nvPr>
        </p:nvSpPr>
        <p:spPr>
          <a:xfrm>
            <a:off x="6416749" y="4008170"/>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25" name="Text Placeholder 34">
            <a:extLst>
              <a:ext uri="{FF2B5EF4-FFF2-40B4-BE49-F238E27FC236}">
                <a16:creationId xmlns:a16="http://schemas.microsoft.com/office/drawing/2014/main" id="{53580D1E-52E7-E822-4E4C-BF5DDE5F0672}"/>
              </a:ext>
            </a:extLst>
          </p:cNvPr>
          <p:cNvSpPr>
            <a:spLocks noGrp="1"/>
          </p:cNvSpPr>
          <p:nvPr>
            <p:ph type="body" sz="quarter" idx="38" hasCustomPrompt="1"/>
          </p:nvPr>
        </p:nvSpPr>
        <p:spPr>
          <a:xfrm>
            <a:off x="7949288" y="4212510"/>
            <a:ext cx="3511192"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26" name="Text Placeholder 34">
            <a:extLst>
              <a:ext uri="{FF2B5EF4-FFF2-40B4-BE49-F238E27FC236}">
                <a16:creationId xmlns:a16="http://schemas.microsoft.com/office/drawing/2014/main" id="{E2CD4FDB-5A8D-0FCD-63F1-E40A93F45795}"/>
              </a:ext>
            </a:extLst>
          </p:cNvPr>
          <p:cNvSpPr>
            <a:spLocks noGrp="1"/>
          </p:cNvSpPr>
          <p:nvPr>
            <p:ph type="body" sz="quarter" idx="39" hasCustomPrompt="1"/>
          </p:nvPr>
        </p:nvSpPr>
        <p:spPr>
          <a:xfrm>
            <a:off x="7949288" y="4574460"/>
            <a:ext cx="3511192"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pic>
        <p:nvPicPr>
          <p:cNvPr id="7" name="Picture 6" descr="Central Piedmont Community College logo icon">
            <a:extLst>
              <a:ext uri="{FF2B5EF4-FFF2-40B4-BE49-F238E27FC236}">
                <a16:creationId xmlns:a16="http://schemas.microsoft.com/office/drawing/2014/main" id="{D8C83982-D2F4-2912-AFD5-EC3EE5A91175}"/>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4" name="Slide Number Placeholder 16">
            <a:extLst>
              <a:ext uri="{FF2B5EF4-FFF2-40B4-BE49-F238E27FC236}">
                <a16:creationId xmlns:a16="http://schemas.microsoft.com/office/drawing/2014/main" id="{13D2EDD6-3C45-2C91-ED91-150306CAD544}"/>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43F978E-CB80-0140-999E-5FFBE7A58D8D}"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endParaRPr lang="en-US" sz="1200" b="0" i="0" kern="1200" dirty="0">
              <a:solidFill>
                <a:srgbClr val="E0D7AE"/>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36799700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4 Columns - white">
    <p:bg>
      <p:bgPr>
        <a:solidFill>
          <a:schemeClr val="bg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A4A99435-A592-0672-645A-0E90DBE004D3}"/>
              </a:ext>
              <a:ext uri="{C183D7F6-B498-43B3-948B-1728B52AA6E4}">
                <adec:decorative xmlns:adec="http://schemas.microsoft.com/office/drawing/2017/decorative" val="1"/>
              </a:ext>
            </a:extLst>
          </p:cNvPr>
          <p:cNvCxnSpPr>
            <a:cxnSpLocks/>
          </p:cNvCxnSpPr>
          <p:nvPr userDrawn="1"/>
        </p:nvCxnSpPr>
        <p:spPr>
          <a:xfrm>
            <a:off x="8855020" y="1280565"/>
            <a:ext cx="0" cy="475488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DBA0915-CF72-99A4-A300-2FC787917F80}"/>
              </a:ext>
              <a:ext uri="{C183D7F6-B498-43B3-948B-1728B52AA6E4}">
                <adec:decorative xmlns:adec="http://schemas.microsoft.com/office/drawing/2017/decorative" val="1"/>
              </a:ext>
            </a:extLst>
          </p:cNvPr>
          <p:cNvCxnSpPr>
            <a:cxnSpLocks/>
          </p:cNvCxnSpPr>
          <p:nvPr userDrawn="1"/>
        </p:nvCxnSpPr>
        <p:spPr>
          <a:xfrm>
            <a:off x="6074307" y="1280566"/>
            <a:ext cx="0" cy="475488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600CBDA5-9803-BA49-E2D0-F1DDAB86D4B7}"/>
              </a:ext>
              <a:ext uri="{C183D7F6-B498-43B3-948B-1728B52AA6E4}">
                <adec:decorative xmlns:adec="http://schemas.microsoft.com/office/drawing/2017/decorative" val="1"/>
              </a:ext>
            </a:extLst>
          </p:cNvPr>
          <p:cNvCxnSpPr>
            <a:cxnSpLocks/>
          </p:cNvCxnSpPr>
          <p:nvPr userDrawn="1"/>
        </p:nvCxnSpPr>
        <p:spPr>
          <a:xfrm>
            <a:off x="3286559" y="1280566"/>
            <a:ext cx="0" cy="475488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731520" y="1280567"/>
            <a:ext cx="228600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731519" y="2367780"/>
            <a:ext cx="2286000" cy="3657600"/>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2" name="Text Placeholder 8">
            <a:extLst>
              <a:ext uri="{FF2B5EF4-FFF2-40B4-BE49-F238E27FC236}">
                <a16:creationId xmlns:a16="http://schemas.microsoft.com/office/drawing/2014/main" id="{03B64BA7-E775-D0C4-8933-3B3EF1ACC1D7}"/>
              </a:ext>
            </a:extLst>
          </p:cNvPr>
          <p:cNvSpPr>
            <a:spLocks noGrp="1"/>
          </p:cNvSpPr>
          <p:nvPr>
            <p:ph type="body" sz="quarter" idx="23" hasCustomPrompt="1"/>
          </p:nvPr>
        </p:nvSpPr>
        <p:spPr>
          <a:xfrm>
            <a:off x="3533192" y="1280566"/>
            <a:ext cx="228600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3" name="Text Placeholder 7">
            <a:extLst>
              <a:ext uri="{FF2B5EF4-FFF2-40B4-BE49-F238E27FC236}">
                <a16:creationId xmlns:a16="http://schemas.microsoft.com/office/drawing/2014/main" id="{122A9712-1A6B-900D-D77A-4633F4C6002F}"/>
              </a:ext>
            </a:extLst>
          </p:cNvPr>
          <p:cNvSpPr>
            <a:spLocks noGrp="1"/>
          </p:cNvSpPr>
          <p:nvPr>
            <p:ph type="body" sz="quarter" idx="24" hasCustomPrompt="1"/>
          </p:nvPr>
        </p:nvSpPr>
        <p:spPr>
          <a:xfrm>
            <a:off x="3533189" y="2367779"/>
            <a:ext cx="2286000" cy="3657600"/>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5" name="Text Placeholder 8">
            <a:extLst>
              <a:ext uri="{FF2B5EF4-FFF2-40B4-BE49-F238E27FC236}">
                <a16:creationId xmlns:a16="http://schemas.microsoft.com/office/drawing/2014/main" id="{E78881F4-CB40-8803-A31C-1BE8505FC09A}"/>
              </a:ext>
            </a:extLst>
          </p:cNvPr>
          <p:cNvSpPr>
            <a:spLocks noGrp="1"/>
          </p:cNvSpPr>
          <p:nvPr>
            <p:ph type="body" sz="quarter" idx="25" hasCustomPrompt="1"/>
          </p:nvPr>
        </p:nvSpPr>
        <p:spPr>
          <a:xfrm>
            <a:off x="6334864" y="1280566"/>
            <a:ext cx="228600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7" name="Text Placeholder 7">
            <a:extLst>
              <a:ext uri="{FF2B5EF4-FFF2-40B4-BE49-F238E27FC236}">
                <a16:creationId xmlns:a16="http://schemas.microsoft.com/office/drawing/2014/main" id="{A1EE8B2E-60A1-8710-B4A1-45507234B5B0}"/>
              </a:ext>
            </a:extLst>
          </p:cNvPr>
          <p:cNvSpPr>
            <a:spLocks noGrp="1"/>
          </p:cNvSpPr>
          <p:nvPr>
            <p:ph type="body" sz="quarter" idx="26" hasCustomPrompt="1"/>
          </p:nvPr>
        </p:nvSpPr>
        <p:spPr>
          <a:xfrm>
            <a:off x="6334864" y="2367779"/>
            <a:ext cx="2286000" cy="3657600"/>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8" name="Text Placeholder 8">
            <a:extLst>
              <a:ext uri="{FF2B5EF4-FFF2-40B4-BE49-F238E27FC236}">
                <a16:creationId xmlns:a16="http://schemas.microsoft.com/office/drawing/2014/main" id="{3D50DD6A-7B35-CFD5-7197-73F381CEF40A}"/>
              </a:ext>
            </a:extLst>
          </p:cNvPr>
          <p:cNvSpPr>
            <a:spLocks noGrp="1"/>
          </p:cNvSpPr>
          <p:nvPr>
            <p:ph type="body" sz="quarter" idx="27" hasCustomPrompt="1"/>
          </p:nvPr>
        </p:nvSpPr>
        <p:spPr>
          <a:xfrm>
            <a:off x="9136535" y="1280565"/>
            <a:ext cx="228600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9" name="Text Placeholder 7">
            <a:extLst>
              <a:ext uri="{FF2B5EF4-FFF2-40B4-BE49-F238E27FC236}">
                <a16:creationId xmlns:a16="http://schemas.microsoft.com/office/drawing/2014/main" id="{BC771E7D-A259-169B-3D31-38E7DDA4B0B4}"/>
              </a:ext>
            </a:extLst>
          </p:cNvPr>
          <p:cNvSpPr>
            <a:spLocks noGrp="1"/>
          </p:cNvSpPr>
          <p:nvPr>
            <p:ph type="body" sz="quarter" idx="28" hasCustomPrompt="1"/>
          </p:nvPr>
        </p:nvSpPr>
        <p:spPr>
          <a:xfrm>
            <a:off x="9136534" y="2367778"/>
            <a:ext cx="2286000" cy="3657600"/>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12" name="Slide Number Placeholder 16">
            <a:extLst>
              <a:ext uri="{FF2B5EF4-FFF2-40B4-BE49-F238E27FC236}">
                <a16:creationId xmlns:a16="http://schemas.microsoft.com/office/drawing/2014/main" id="{AAD14C32-3060-F53C-F152-2F9F7E0D823F}"/>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6911C25-9157-0E40-9FC0-D584ED53CE08}"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3" name="Picture 12" descr="Central Piedmont Community College logo icon">
            <a:extLst>
              <a:ext uri="{FF2B5EF4-FFF2-40B4-BE49-F238E27FC236}">
                <a16:creationId xmlns:a16="http://schemas.microsoft.com/office/drawing/2014/main" id="{D67E73CE-131B-9945-E953-A17302242270}"/>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66238983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3 Columns - white">
    <p:bg>
      <p:bgPr>
        <a:solidFill>
          <a:schemeClr val="bg1"/>
        </a:solidFill>
        <a:effectLst/>
      </p:bgPr>
    </p:bg>
    <p:spTree>
      <p:nvGrpSpPr>
        <p:cNvPr id="1" name=""/>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787697DE-8A56-31EA-95F2-92B3119C90C2}"/>
              </a:ext>
              <a:ext uri="{C183D7F6-B498-43B3-948B-1728B52AA6E4}">
                <adec:decorative xmlns:adec="http://schemas.microsoft.com/office/drawing/2017/decorative" val="1"/>
              </a:ext>
            </a:extLst>
          </p:cNvPr>
          <p:cNvCxnSpPr>
            <a:cxnSpLocks/>
          </p:cNvCxnSpPr>
          <p:nvPr userDrawn="1"/>
        </p:nvCxnSpPr>
        <p:spPr>
          <a:xfrm flipH="1">
            <a:off x="7965414" y="1303144"/>
            <a:ext cx="12700" cy="484632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600CBDA5-9803-BA49-E2D0-F1DDAB86D4B7}"/>
              </a:ext>
              <a:ext uri="{C183D7F6-B498-43B3-948B-1728B52AA6E4}">
                <adec:decorative xmlns:adec="http://schemas.microsoft.com/office/drawing/2017/decorative" val="1"/>
              </a:ext>
            </a:extLst>
          </p:cNvPr>
          <p:cNvCxnSpPr>
            <a:cxnSpLocks/>
          </p:cNvCxnSpPr>
          <p:nvPr userDrawn="1"/>
        </p:nvCxnSpPr>
        <p:spPr>
          <a:xfrm>
            <a:off x="4186891" y="1303144"/>
            <a:ext cx="0" cy="484632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731520" y="1303145"/>
            <a:ext cx="310896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725426" y="2390358"/>
            <a:ext cx="3108953" cy="3749039"/>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25" name="Text Placeholder 8">
            <a:extLst>
              <a:ext uri="{FF2B5EF4-FFF2-40B4-BE49-F238E27FC236}">
                <a16:creationId xmlns:a16="http://schemas.microsoft.com/office/drawing/2014/main" id="{6DE4249E-4EE0-79B7-EFBF-77BAE2C2C61B}"/>
              </a:ext>
            </a:extLst>
          </p:cNvPr>
          <p:cNvSpPr>
            <a:spLocks noGrp="1"/>
          </p:cNvSpPr>
          <p:nvPr>
            <p:ph type="body" sz="quarter" idx="33" hasCustomPrompt="1"/>
          </p:nvPr>
        </p:nvSpPr>
        <p:spPr>
          <a:xfrm>
            <a:off x="4527209" y="1303145"/>
            <a:ext cx="310896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6" name="Text Placeholder 7">
            <a:extLst>
              <a:ext uri="{FF2B5EF4-FFF2-40B4-BE49-F238E27FC236}">
                <a16:creationId xmlns:a16="http://schemas.microsoft.com/office/drawing/2014/main" id="{326E4305-CD9C-8B8B-32E2-C53ECF5E8460}"/>
              </a:ext>
            </a:extLst>
          </p:cNvPr>
          <p:cNvSpPr>
            <a:spLocks noGrp="1"/>
          </p:cNvSpPr>
          <p:nvPr>
            <p:ph type="body" sz="quarter" idx="34" hasCustomPrompt="1"/>
          </p:nvPr>
        </p:nvSpPr>
        <p:spPr>
          <a:xfrm>
            <a:off x="4527203" y="2390358"/>
            <a:ext cx="3108960" cy="3749039"/>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21" name="Text Placeholder 8">
            <a:extLst>
              <a:ext uri="{FF2B5EF4-FFF2-40B4-BE49-F238E27FC236}">
                <a16:creationId xmlns:a16="http://schemas.microsoft.com/office/drawing/2014/main" id="{D1F6264A-EEB9-3DBE-120A-999AF33D48EE}"/>
              </a:ext>
            </a:extLst>
          </p:cNvPr>
          <p:cNvSpPr>
            <a:spLocks noGrp="1"/>
          </p:cNvSpPr>
          <p:nvPr>
            <p:ph type="body" sz="quarter" idx="31" hasCustomPrompt="1"/>
          </p:nvPr>
        </p:nvSpPr>
        <p:spPr>
          <a:xfrm>
            <a:off x="8322898" y="1303145"/>
            <a:ext cx="310896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2" name="Text Placeholder 7">
            <a:extLst>
              <a:ext uri="{FF2B5EF4-FFF2-40B4-BE49-F238E27FC236}">
                <a16:creationId xmlns:a16="http://schemas.microsoft.com/office/drawing/2014/main" id="{B12F4FAD-EB61-C421-00FD-D53CFFCE2562}"/>
              </a:ext>
            </a:extLst>
          </p:cNvPr>
          <p:cNvSpPr>
            <a:spLocks noGrp="1"/>
          </p:cNvSpPr>
          <p:nvPr>
            <p:ph type="body" sz="quarter" idx="32" hasCustomPrompt="1"/>
          </p:nvPr>
        </p:nvSpPr>
        <p:spPr>
          <a:xfrm>
            <a:off x="8300875" y="2390358"/>
            <a:ext cx="3108960" cy="3749039"/>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2" name="Slide Number Placeholder 16">
            <a:extLst>
              <a:ext uri="{FF2B5EF4-FFF2-40B4-BE49-F238E27FC236}">
                <a16:creationId xmlns:a16="http://schemas.microsoft.com/office/drawing/2014/main" id="{AE5882E2-6C97-3517-6A23-A416C8F0BC2E}"/>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6172E38-5556-BF44-B5A7-337A068D787E}"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F1791BF8-E647-FCB3-0F1E-40C9E58742D2}"/>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48117945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 Columns - white">
    <p:bg>
      <p:bgPr>
        <a:solidFill>
          <a:schemeClr val="bg1"/>
        </a:solidFill>
        <a:effectLst/>
      </p:bgPr>
    </p:bg>
    <p:spTree>
      <p:nvGrpSpPr>
        <p:cNvPr id="1" name=""/>
        <p:cNvGrpSpPr/>
        <p:nvPr/>
      </p:nvGrpSpPr>
      <p:grpSpPr>
        <a:xfrm>
          <a:off x="0" y="0"/>
          <a:ext cx="0" cy="0"/>
          <a:chOff x="0" y="0"/>
          <a:chExt cx="0" cy="0"/>
        </a:xfrm>
      </p:grpSpPr>
      <p:cxnSp>
        <p:nvCxnSpPr>
          <p:cNvPr id="28" name="Straight Connector 27">
            <a:extLst>
              <a:ext uri="{FF2B5EF4-FFF2-40B4-BE49-F238E27FC236}">
                <a16:creationId xmlns:a16="http://schemas.microsoft.com/office/drawing/2014/main" id="{600CBDA5-9803-BA49-E2D0-F1DDAB86D4B7}"/>
              </a:ext>
              <a:ext uri="{C183D7F6-B498-43B3-948B-1728B52AA6E4}">
                <adec:decorative xmlns:adec="http://schemas.microsoft.com/office/drawing/2017/decorative" val="1"/>
              </a:ext>
            </a:extLst>
          </p:cNvPr>
          <p:cNvCxnSpPr>
            <a:cxnSpLocks/>
          </p:cNvCxnSpPr>
          <p:nvPr userDrawn="1"/>
        </p:nvCxnSpPr>
        <p:spPr>
          <a:xfrm>
            <a:off x="6096000" y="1337011"/>
            <a:ext cx="0" cy="4789469"/>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731520" y="1281288"/>
            <a:ext cx="5120640" cy="914400"/>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731520" y="2378568"/>
            <a:ext cx="5120640" cy="3749039"/>
          </a:xfrm>
        </p:spPr>
        <p:txBody>
          <a:bodyPr>
            <a:noAutofit/>
          </a:bodyPr>
          <a:lstStyle>
            <a:lvl1pPr marL="0" indent="0" algn="l">
              <a:buFont typeface="Arial" panose="020B0604020202020204" pitchFamily="34" charset="0"/>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2" name="Text Placeholder 8">
            <a:extLst>
              <a:ext uri="{FF2B5EF4-FFF2-40B4-BE49-F238E27FC236}">
                <a16:creationId xmlns:a16="http://schemas.microsoft.com/office/drawing/2014/main" id="{6B5B2FE0-17C5-67D8-7C04-96741B1212E1}"/>
              </a:ext>
            </a:extLst>
          </p:cNvPr>
          <p:cNvSpPr>
            <a:spLocks noGrp="1"/>
          </p:cNvSpPr>
          <p:nvPr>
            <p:ph type="body" sz="quarter" idx="23" hasCustomPrompt="1"/>
          </p:nvPr>
        </p:nvSpPr>
        <p:spPr>
          <a:xfrm>
            <a:off x="6339841" y="1281288"/>
            <a:ext cx="5120640" cy="914400"/>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3" name="Text Placeholder 7">
            <a:extLst>
              <a:ext uri="{FF2B5EF4-FFF2-40B4-BE49-F238E27FC236}">
                <a16:creationId xmlns:a16="http://schemas.microsoft.com/office/drawing/2014/main" id="{A5A54266-8E11-F73B-6207-99DEC28E4A90}"/>
              </a:ext>
            </a:extLst>
          </p:cNvPr>
          <p:cNvSpPr>
            <a:spLocks noGrp="1"/>
          </p:cNvSpPr>
          <p:nvPr>
            <p:ph type="body" sz="quarter" idx="24" hasCustomPrompt="1"/>
          </p:nvPr>
        </p:nvSpPr>
        <p:spPr>
          <a:xfrm>
            <a:off x="6339841" y="2378568"/>
            <a:ext cx="5120640" cy="3749039"/>
          </a:xfrm>
        </p:spPr>
        <p:txBody>
          <a:bodyPr>
            <a:noAutofit/>
          </a:bodyPr>
          <a:lstStyle>
            <a:lvl1pPr marL="0" indent="0" algn="l">
              <a:buFont typeface="Arial" panose="020B0604020202020204" pitchFamily="34" charset="0"/>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5" name="Slide Number Placeholder 16">
            <a:extLst>
              <a:ext uri="{FF2B5EF4-FFF2-40B4-BE49-F238E27FC236}">
                <a16:creationId xmlns:a16="http://schemas.microsoft.com/office/drawing/2014/main" id="{64BDCA32-6ADC-2C54-D9C7-5ED93894121E}"/>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AE6B5AB-A27F-644A-8A93-F0665ABD7E80}"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7" name="Picture 6" descr="Central Piedmont Community College logo icon">
            <a:extLst>
              <a:ext uri="{FF2B5EF4-FFF2-40B4-BE49-F238E27FC236}">
                <a16:creationId xmlns:a16="http://schemas.microsoft.com/office/drawing/2014/main" id="{B29234C9-E2BD-6571-EB9D-C1BAF0582B5D}"/>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2127742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3 Angled Images - white">
    <p:bg>
      <p:bgPr>
        <a:solidFill>
          <a:schemeClr val="bg1"/>
        </a:solidFill>
        <a:effectLst/>
      </p:bgPr>
    </p:bg>
    <p:spTree>
      <p:nvGrpSpPr>
        <p:cNvPr id="1" name=""/>
        <p:cNvGrpSpPr/>
        <p:nvPr/>
      </p:nvGrpSpPr>
      <p:grpSpPr>
        <a:xfrm>
          <a:off x="0" y="0"/>
          <a:ext cx="0" cy="0"/>
          <a:chOff x="0" y="0"/>
          <a:chExt cx="0" cy="0"/>
        </a:xfrm>
      </p:grpSpPr>
      <p:sp>
        <p:nvSpPr>
          <p:cNvPr id="18" name="Picture Placeholder 10">
            <a:extLst>
              <a:ext uri="{FF2B5EF4-FFF2-40B4-BE49-F238E27FC236}">
                <a16:creationId xmlns:a16="http://schemas.microsoft.com/office/drawing/2014/main" id="{5A74CD16-15BA-7FA3-9052-D0DF73D4B916}"/>
              </a:ext>
            </a:extLst>
          </p:cNvPr>
          <p:cNvSpPr>
            <a:spLocks noGrp="1"/>
          </p:cNvSpPr>
          <p:nvPr>
            <p:ph type="pic" sz="quarter" idx="20"/>
          </p:nvPr>
        </p:nvSpPr>
        <p:spPr>
          <a:xfrm>
            <a:off x="-12700" y="0"/>
            <a:ext cx="4102100" cy="6858000"/>
          </a:xfrm>
          <a:custGeom>
            <a:avLst/>
            <a:gdLst>
              <a:gd name="connsiteX0" fmla="*/ 0 w 4102100"/>
              <a:gd name="connsiteY0" fmla="*/ 0 h 6858000"/>
              <a:gd name="connsiteX1" fmla="*/ 4102100 w 4102100"/>
              <a:gd name="connsiteY1" fmla="*/ 0 h 6858000"/>
              <a:gd name="connsiteX2" fmla="*/ 4102100 w 4102100"/>
              <a:gd name="connsiteY2" fmla="*/ 6858000 h 6858000"/>
              <a:gd name="connsiteX3" fmla="*/ 0 w 4102100"/>
              <a:gd name="connsiteY3" fmla="*/ 6858000 h 6858000"/>
              <a:gd name="connsiteX4" fmla="*/ 0 w 4102100"/>
              <a:gd name="connsiteY4" fmla="*/ 0 h 6858000"/>
              <a:gd name="connsiteX0" fmla="*/ 0 w 4102100"/>
              <a:gd name="connsiteY0" fmla="*/ 0 h 6858000"/>
              <a:gd name="connsiteX1" fmla="*/ 4102100 w 4102100"/>
              <a:gd name="connsiteY1" fmla="*/ 0 h 6858000"/>
              <a:gd name="connsiteX2" fmla="*/ 3454400 w 4102100"/>
              <a:gd name="connsiteY2" fmla="*/ 6858000 h 6858000"/>
              <a:gd name="connsiteX3" fmla="*/ 0 w 4102100"/>
              <a:gd name="connsiteY3" fmla="*/ 6858000 h 6858000"/>
              <a:gd name="connsiteX4" fmla="*/ 0 w 41021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4102100" y="0"/>
                </a:lnTo>
                <a:lnTo>
                  <a:pt x="3454400" y="6858000"/>
                </a:lnTo>
                <a:lnTo>
                  <a:pt x="0" y="6858000"/>
                </a:lnTo>
                <a:lnTo>
                  <a:pt x="0" y="0"/>
                </a:lnTo>
                <a:close/>
              </a:path>
            </a:pathLst>
          </a:custGeo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20" name="Picture Placeholder 16">
            <a:extLst>
              <a:ext uri="{FF2B5EF4-FFF2-40B4-BE49-F238E27FC236}">
                <a16:creationId xmlns:a16="http://schemas.microsoft.com/office/drawing/2014/main" id="{6487AB1C-CB24-1044-9469-281BD3EB1788}"/>
              </a:ext>
            </a:extLst>
          </p:cNvPr>
          <p:cNvSpPr>
            <a:spLocks noGrp="1"/>
          </p:cNvSpPr>
          <p:nvPr>
            <p:ph type="pic" sz="quarter" idx="22"/>
          </p:nvPr>
        </p:nvSpPr>
        <p:spPr>
          <a:xfrm>
            <a:off x="3556000" y="-12700"/>
            <a:ext cx="4965700" cy="6870700"/>
          </a:xfrm>
          <a:custGeom>
            <a:avLst/>
            <a:gdLst>
              <a:gd name="connsiteX0" fmla="*/ 0 w 3657600"/>
              <a:gd name="connsiteY0" fmla="*/ 0 h 6870700"/>
              <a:gd name="connsiteX1" fmla="*/ 3657600 w 3657600"/>
              <a:gd name="connsiteY1" fmla="*/ 0 h 6870700"/>
              <a:gd name="connsiteX2" fmla="*/ 3657600 w 3657600"/>
              <a:gd name="connsiteY2" fmla="*/ 6870700 h 6870700"/>
              <a:gd name="connsiteX3" fmla="*/ 0 w 3657600"/>
              <a:gd name="connsiteY3" fmla="*/ 6870700 h 6870700"/>
              <a:gd name="connsiteX4" fmla="*/ 0 w 3657600"/>
              <a:gd name="connsiteY4" fmla="*/ 0 h 6870700"/>
              <a:gd name="connsiteX0" fmla="*/ 647700 w 4305300"/>
              <a:gd name="connsiteY0" fmla="*/ 0 h 6870700"/>
              <a:gd name="connsiteX1" fmla="*/ 4305300 w 4305300"/>
              <a:gd name="connsiteY1" fmla="*/ 0 h 6870700"/>
              <a:gd name="connsiteX2" fmla="*/ 4305300 w 4305300"/>
              <a:gd name="connsiteY2" fmla="*/ 6870700 h 6870700"/>
              <a:gd name="connsiteX3" fmla="*/ 0 w 4305300"/>
              <a:gd name="connsiteY3" fmla="*/ 6858000 h 6870700"/>
              <a:gd name="connsiteX4" fmla="*/ 647700 w 4305300"/>
              <a:gd name="connsiteY4" fmla="*/ 0 h 6870700"/>
              <a:gd name="connsiteX0" fmla="*/ 647700 w 4965700"/>
              <a:gd name="connsiteY0" fmla="*/ 0 h 6870700"/>
              <a:gd name="connsiteX1" fmla="*/ 4965700 w 4965700"/>
              <a:gd name="connsiteY1" fmla="*/ 12700 h 6870700"/>
              <a:gd name="connsiteX2" fmla="*/ 4305300 w 4965700"/>
              <a:gd name="connsiteY2" fmla="*/ 6870700 h 6870700"/>
              <a:gd name="connsiteX3" fmla="*/ 0 w 4965700"/>
              <a:gd name="connsiteY3" fmla="*/ 6858000 h 6870700"/>
              <a:gd name="connsiteX4" fmla="*/ 647700 w 49657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5700" h="6870700">
                <a:moveTo>
                  <a:pt x="647700" y="0"/>
                </a:moveTo>
                <a:lnTo>
                  <a:pt x="4965700" y="12700"/>
                </a:lnTo>
                <a:lnTo>
                  <a:pt x="4305300" y="6870700"/>
                </a:lnTo>
                <a:lnTo>
                  <a:pt x="0" y="6858000"/>
                </a:lnTo>
                <a:lnTo>
                  <a:pt x="647700" y="0"/>
                </a:lnTo>
                <a:close/>
              </a:path>
            </a:pathLst>
          </a:custGeo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9" name="Picture Placeholder 12">
            <a:extLst>
              <a:ext uri="{FF2B5EF4-FFF2-40B4-BE49-F238E27FC236}">
                <a16:creationId xmlns:a16="http://schemas.microsoft.com/office/drawing/2014/main" id="{E5263A31-DBD1-DC5B-F5AA-26C2D4C97843}"/>
              </a:ext>
            </a:extLst>
          </p:cNvPr>
          <p:cNvSpPr>
            <a:spLocks noGrp="1"/>
          </p:cNvSpPr>
          <p:nvPr>
            <p:ph type="pic" sz="quarter" idx="21"/>
          </p:nvPr>
        </p:nvSpPr>
        <p:spPr>
          <a:xfrm>
            <a:off x="8013700" y="-12700"/>
            <a:ext cx="4178300" cy="6870700"/>
          </a:xfrm>
          <a:custGeom>
            <a:avLst/>
            <a:gdLst>
              <a:gd name="connsiteX0" fmla="*/ 0 w 4178300"/>
              <a:gd name="connsiteY0" fmla="*/ 0 h 6858000"/>
              <a:gd name="connsiteX1" fmla="*/ 4178300 w 4178300"/>
              <a:gd name="connsiteY1" fmla="*/ 0 h 6858000"/>
              <a:gd name="connsiteX2" fmla="*/ 4178300 w 4178300"/>
              <a:gd name="connsiteY2" fmla="*/ 6858000 h 6858000"/>
              <a:gd name="connsiteX3" fmla="*/ 0 w 4178300"/>
              <a:gd name="connsiteY3" fmla="*/ 6858000 h 6858000"/>
              <a:gd name="connsiteX4" fmla="*/ 0 w 4178300"/>
              <a:gd name="connsiteY4" fmla="*/ 0 h 6858000"/>
              <a:gd name="connsiteX0" fmla="*/ 609600 w 4178300"/>
              <a:gd name="connsiteY0" fmla="*/ 0 h 6870700"/>
              <a:gd name="connsiteX1" fmla="*/ 4178300 w 4178300"/>
              <a:gd name="connsiteY1" fmla="*/ 12700 h 6870700"/>
              <a:gd name="connsiteX2" fmla="*/ 4178300 w 4178300"/>
              <a:gd name="connsiteY2" fmla="*/ 6870700 h 6870700"/>
              <a:gd name="connsiteX3" fmla="*/ 0 w 4178300"/>
              <a:gd name="connsiteY3" fmla="*/ 6870700 h 6870700"/>
              <a:gd name="connsiteX4" fmla="*/ 609600 w 41783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8300" h="6870700">
                <a:moveTo>
                  <a:pt x="609600" y="0"/>
                </a:moveTo>
                <a:lnTo>
                  <a:pt x="4178300" y="12700"/>
                </a:lnTo>
                <a:lnTo>
                  <a:pt x="4178300" y="6870700"/>
                </a:lnTo>
                <a:lnTo>
                  <a:pt x="0" y="6870700"/>
                </a:lnTo>
                <a:lnTo>
                  <a:pt x="609600" y="0"/>
                </a:lnTo>
                <a:close/>
              </a:path>
            </a:pathLst>
          </a:custGeo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2" name="Graphic 12">
            <a:extLst>
              <a:ext uri="{FF2B5EF4-FFF2-40B4-BE49-F238E27FC236}">
                <a16:creationId xmlns:a16="http://schemas.microsoft.com/office/drawing/2014/main" id="{FD56F58E-75CF-245F-E2A4-536EB9AF7092}"/>
              </a:ext>
              <a:ext uri="{C183D7F6-B498-43B3-948B-1728B52AA6E4}">
                <adec:decorative xmlns:adec="http://schemas.microsoft.com/office/drawing/2017/decorative" val="1"/>
              </a:ext>
            </a:extLst>
          </p:cNvPr>
          <p:cNvSpPr/>
          <p:nvPr userDrawn="1"/>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6" name="Text Placeholder 19">
            <a:extLst>
              <a:ext uri="{FF2B5EF4-FFF2-40B4-BE49-F238E27FC236}">
                <a16:creationId xmlns:a16="http://schemas.microsoft.com/office/drawing/2014/main" id="{8495308D-E692-B8DB-8435-AE8B28A16050}"/>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5" name="Slide Number Placeholder 5">
            <a:extLst>
              <a:ext uri="{FF2B5EF4-FFF2-40B4-BE49-F238E27FC236}">
                <a16:creationId xmlns:a16="http://schemas.microsoft.com/office/drawing/2014/main" id="{BFEE5D0B-41E6-D6C2-B9A4-683D0A5D372F}"/>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02D3FA-D541-7E4A-9405-5FD846B83FA7}"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7694245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3 Angled Images - white B">
    <p:bg>
      <p:bgPr>
        <a:solidFill>
          <a:schemeClr val="bg1"/>
        </a:solidFill>
        <a:effectLst/>
      </p:bgPr>
    </p:bg>
    <p:spTree>
      <p:nvGrpSpPr>
        <p:cNvPr id="1" name=""/>
        <p:cNvGrpSpPr/>
        <p:nvPr/>
      </p:nvGrpSpPr>
      <p:grpSpPr>
        <a:xfrm>
          <a:off x="0" y="0"/>
          <a:ext cx="0" cy="0"/>
          <a:chOff x="0" y="0"/>
          <a:chExt cx="0" cy="0"/>
        </a:xfrm>
      </p:grpSpPr>
      <p:sp>
        <p:nvSpPr>
          <p:cNvPr id="18" name="Picture Placeholder 10">
            <a:extLst>
              <a:ext uri="{FF2B5EF4-FFF2-40B4-BE49-F238E27FC236}">
                <a16:creationId xmlns:a16="http://schemas.microsoft.com/office/drawing/2014/main" id="{5A74CD16-15BA-7FA3-9052-D0DF73D4B916}"/>
              </a:ext>
            </a:extLst>
          </p:cNvPr>
          <p:cNvSpPr>
            <a:spLocks noGrp="1"/>
          </p:cNvSpPr>
          <p:nvPr>
            <p:ph type="pic" sz="quarter" idx="20"/>
          </p:nvPr>
        </p:nvSpPr>
        <p:spPr>
          <a:xfrm>
            <a:off x="-12700" y="0"/>
            <a:ext cx="4102100" cy="6858000"/>
          </a:xfrm>
          <a:custGeom>
            <a:avLst/>
            <a:gdLst>
              <a:gd name="connsiteX0" fmla="*/ 0 w 4102100"/>
              <a:gd name="connsiteY0" fmla="*/ 0 h 6858000"/>
              <a:gd name="connsiteX1" fmla="*/ 4102100 w 4102100"/>
              <a:gd name="connsiteY1" fmla="*/ 0 h 6858000"/>
              <a:gd name="connsiteX2" fmla="*/ 4102100 w 4102100"/>
              <a:gd name="connsiteY2" fmla="*/ 6858000 h 6858000"/>
              <a:gd name="connsiteX3" fmla="*/ 0 w 4102100"/>
              <a:gd name="connsiteY3" fmla="*/ 6858000 h 6858000"/>
              <a:gd name="connsiteX4" fmla="*/ 0 w 4102100"/>
              <a:gd name="connsiteY4" fmla="*/ 0 h 6858000"/>
              <a:gd name="connsiteX0" fmla="*/ 0 w 4102100"/>
              <a:gd name="connsiteY0" fmla="*/ 0 h 6858000"/>
              <a:gd name="connsiteX1" fmla="*/ 4102100 w 4102100"/>
              <a:gd name="connsiteY1" fmla="*/ 0 h 6858000"/>
              <a:gd name="connsiteX2" fmla="*/ 3454400 w 4102100"/>
              <a:gd name="connsiteY2" fmla="*/ 6858000 h 6858000"/>
              <a:gd name="connsiteX3" fmla="*/ 0 w 4102100"/>
              <a:gd name="connsiteY3" fmla="*/ 6858000 h 6858000"/>
              <a:gd name="connsiteX4" fmla="*/ 0 w 41021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4102100" y="0"/>
                </a:lnTo>
                <a:lnTo>
                  <a:pt x="3454400" y="6858000"/>
                </a:lnTo>
                <a:lnTo>
                  <a:pt x="0" y="6858000"/>
                </a:lnTo>
                <a:lnTo>
                  <a:pt x="0" y="0"/>
                </a:lnTo>
                <a:close/>
              </a:path>
            </a:pathLst>
          </a:custGeo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20" name="Picture Placeholder 16">
            <a:extLst>
              <a:ext uri="{FF2B5EF4-FFF2-40B4-BE49-F238E27FC236}">
                <a16:creationId xmlns:a16="http://schemas.microsoft.com/office/drawing/2014/main" id="{6487AB1C-CB24-1044-9469-281BD3EB1788}"/>
              </a:ext>
            </a:extLst>
          </p:cNvPr>
          <p:cNvSpPr>
            <a:spLocks noGrp="1"/>
          </p:cNvSpPr>
          <p:nvPr>
            <p:ph type="pic" sz="quarter" idx="22"/>
          </p:nvPr>
        </p:nvSpPr>
        <p:spPr>
          <a:xfrm>
            <a:off x="3556000" y="-12700"/>
            <a:ext cx="4965700" cy="6870700"/>
          </a:xfrm>
          <a:custGeom>
            <a:avLst/>
            <a:gdLst>
              <a:gd name="connsiteX0" fmla="*/ 0 w 3657600"/>
              <a:gd name="connsiteY0" fmla="*/ 0 h 6870700"/>
              <a:gd name="connsiteX1" fmla="*/ 3657600 w 3657600"/>
              <a:gd name="connsiteY1" fmla="*/ 0 h 6870700"/>
              <a:gd name="connsiteX2" fmla="*/ 3657600 w 3657600"/>
              <a:gd name="connsiteY2" fmla="*/ 6870700 h 6870700"/>
              <a:gd name="connsiteX3" fmla="*/ 0 w 3657600"/>
              <a:gd name="connsiteY3" fmla="*/ 6870700 h 6870700"/>
              <a:gd name="connsiteX4" fmla="*/ 0 w 3657600"/>
              <a:gd name="connsiteY4" fmla="*/ 0 h 6870700"/>
              <a:gd name="connsiteX0" fmla="*/ 647700 w 4305300"/>
              <a:gd name="connsiteY0" fmla="*/ 0 h 6870700"/>
              <a:gd name="connsiteX1" fmla="*/ 4305300 w 4305300"/>
              <a:gd name="connsiteY1" fmla="*/ 0 h 6870700"/>
              <a:gd name="connsiteX2" fmla="*/ 4305300 w 4305300"/>
              <a:gd name="connsiteY2" fmla="*/ 6870700 h 6870700"/>
              <a:gd name="connsiteX3" fmla="*/ 0 w 4305300"/>
              <a:gd name="connsiteY3" fmla="*/ 6858000 h 6870700"/>
              <a:gd name="connsiteX4" fmla="*/ 647700 w 4305300"/>
              <a:gd name="connsiteY4" fmla="*/ 0 h 6870700"/>
              <a:gd name="connsiteX0" fmla="*/ 647700 w 4965700"/>
              <a:gd name="connsiteY0" fmla="*/ 0 h 6870700"/>
              <a:gd name="connsiteX1" fmla="*/ 4965700 w 4965700"/>
              <a:gd name="connsiteY1" fmla="*/ 12700 h 6870700"/>
              <a:gd name="connsiteX2" fmla="*/ 4305300 w 4965700"/>
              <a:gd name="connsiteY2" fmla="*/ 6870700 h 6870700"/>
              <a:gd name="connsiteX3" fmla="*/ 0 w 4965700"/>
              <a:gd name="connsiteY3" fmla="*/ 6858000 h 6870700"/>
              <a:gd name="connsiteX4" fmla="*/ 647700 w 49657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5700" h="6870700">
                <a:moveTo>
                  <a:pt x="647700" y="0"/>
                </a:moveTo>
                <a:lnTo>
                  <a:pt x="4965700" y="12700"/>
                </a:lnTo>
                <a:lnTo>
                  <a:pt x="4305300" y="6870700"/>
                </a:lnTo>
                <a:lnTo>
                  <a:pt x="0" y="6858000"/>
                </a:lnTo>
                <a:lnTo>
                  <a:pt x="647700" y="0"/>
                </a:lnTo>
                <a:close/>
              </a:path>
            </a:pathLst>
          </a:custGeo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9" name="Picture Placeholder 12">
            <a:extLst>
              <a:ext uri="{FF2B5EF4-FFF2-40B4-BE49-F238E27FC236}">
                <a16:creationId xmlns:a16="http://schemas.microsoft.com/office/drawing/2014/main" id="{E5263A31-DBD1-DC5B-F5AA-26C2D4C97843}"/>
              </a:ext>
            </a:extLst>
          </p:cNvPr>
          <p:cNvSpPr>
            <a:spLocks noGrp="1"/>
          </p:cNvSpPr>
          <p:nvPr>
            <p:ph type="pic" sz="quarter" idx="21"/>
          </p:nvPr>
        </p:nvSpPr>
        <p:spPr>
          <a:xfrm>
            <a:off x="8013700" y="-12700"/>
            <a:ext cx="4178300" cy="6870700"/>
          </a:xfrm>
          <a:custGeom>
            <a:avLst/>
            <a:gdLst>
              <a:gd name="connsiteX0" fmla="*/ 0 w 4178300"/>
              <a:gd name="connsiteY0" fmla="*/ 0 h 6858000"/>
              <a:gd name="connsiteX1" fmla="*/ 4178300 w 4178300"/>
              <a:gd name="connsiteY1" fmla="*/ 0 h 6858000"/>
              <a:gd name="connsiteX2" fmla="*/ 4178300 w 4178300"/>
              <a:gd name="connsiteY2" fmla="*/ 6858000 h 6858000"/>
              <a:gd name="connsiteX3" fmla="*/ 0 w 4178300"/>
              <a:gd name="connsiteY3" fmla="*/ 6858000 h 6858000"/>
              <a:gd name="connsiteX4" fmla="*/ 0 w 4178300"/>
              <a:gd name="connsiteY4" fmla="*/ 0 h 6858000"/>
              <a:gd name="connsiteX0" fmla="*/ 609600 w 4178300"/>
              <a:gd name="connsiteY0" fmla="*/ 0 h 6870700"/>
              <a:gd name="connsiteX1" fmla="*/ 4178300 w 4178300"/>
              <a:gd name="connsiteY1" fmla="*/ 12700 h 6870700"/>
              <a:gd name="connsiteX2" fmla="*/ 4178300 w 4178300"/>
              <a:gd name="connsiteY2" fmla="*/ 6870700 h 6870700"/>
              <a:gd name="connsiteX3" fmla="*/ 0 w 4178300"/>
              <a:gd name="connsiteY3" fmla="*/ 6870700 h 6870700"/>
              <a:gd name="connsiteX4" fmla="*/ 609600 w 41783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8300" h="6870700">
                <a:moveTo>
                  <a:pt x="609600" y="0"/>
                </a:moveTo>
                <a:lnTo>
                  <a:pt x="4178300" y="12700"/>
                </a:lnTo>
                <a:lnTo>
                  <a:pt x="4178300" y="6870700"/>
                </a:lnTo>
                <a:lnTo>
                  <a:pt x="0" y="6870700"/>
                </a:lnTo>
                <a:lnTo>
                  <a:pt x="609600" y="0"/>
                </a:lnTo>
                <a:close/>
              </a:path>
            </a:pathLst>
          </a:custGeo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6" name="Text Placeholder 19">
            <a:extLst>
              <a:ext uri="{FF2B5EF4-FFF2-40B4-BE49-F238E27FC236}">
                <a16:creationId xmlns:a16="http://schemas.microsoft.com/office/drawing/2014/main" id="{8495308D-E692-B8DB-8435-AE8B28A16050}"/>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5" name="Slide Number Placeholder 5">
            <a:extLst>
              <a:ext uri="{FF2B5EF4-FFF2-40B4-BE49-F238E27FC236}">
                <a16:creationId xmlns:a16="http://schemas.microsoft.com/office/drawing/2014/main" id="{BFEE5D0B-41E6-D6C2-B9A4-683D0A5D372F}"/>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8EEB6A-ABD2-E348-9F5F-92A581429E35}"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3028551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3 Angled Images - gray">
    <p:bg>
      <p:bgPr>
        <a:solidFill>
          <a:schemeClr val="tx2"/>
        </a:solidFill>
        <a:effectLst/>
      </p:bgPr>
    </p:bg>
    <p:spTree>
      <p:nvGrpSpPr>
        <p:cNvPr id="1" name=""/>
        <p:cNvGrpSpPr/>
        <p:nvPr/>
      </p:nvGrpSpPr>
      <p:grpSpPr>
        <a:xfrm>
          <a:off x="0" y="0"/>
          <a:ext cx="0" cy="0"/>
          <a:chOff x="0" y="0"/>
          <a:chExt cx="0" cy="0"/>
        </a:xfrm>
      </p:grpSpPr>
      <p:sp>
        <p:nvSpPr>
          <p:cNvPr id="18" name="Picture Placeholder 10">
            <a:extLst>
              <a:ext uri="{FF2B5EF4-FFF2-40B4-BE49-F238E27FC236}">
                <a16:creationId xmlns:a16="http://schemas.microsoft.com/office/drawing/2014/main" id="{5A74CD16-15BA-7FA3-9052-D0DF73D4B916}"/>
              </a:ext>
            </a:extLst>
          </p:cNvPr>
          <p:cNvSpPr>
            <a:spLocks noGrp="1"/>
          </p:cNvSpPr>
          <p:nvPr>
            <p:ph type="pic" sz="quarter" idx="20"/>
          </p:nvPr>
        </p:nvSpPr>
        <p:spPr>
          <a:xfrm>
            <a:off x="-12700" y="0"/>
            <a:ext cx="4102100" cy="6858000"/>
          </a:xfrm>
          <a:custGeom>
            <a:avLst/>
            <a:gdLst>
              <a:gd name="connsiteX0" fmla="*/ 0 w 4102100"/>
              <a:gd name="connsiteY0" fmla="*/ 0 h 6858000"/>
              <a:gd name="connsiteX1" fmla="*/ 4102100 w 4102100"/>
              <a:gd name="connsiteY1" fmla="*/ 0 h 6858000"/>
              <a:gd name="connsiteX2" fmla="*/ 4102100 w 4102100"/>
              <a:gd name="connsiteY2" fmla="*/ 6858000 h 6858000"/>
              <a:gd name="connsiteX3" fmla="*/ 0 w 4102100"/>
              <a:gd name="connsiteY3" fmla="*/ 6858000 h 6858000"/>
              <a:gd name="connsiteX4" fmla="*/ 0 w 4102100"/>
              <a:gd name="connsiteY4" fmla="*/ 0 h 6858000"/>
              <a:gd name="connsiteX0" fmla="*/ 0 w 4102100"/>
              <a:gd name="connsiteY0" fmla="*/ 0 h 6858000"/>
              <a:gd name="connsiteX1" fmla="*/ 4102100 w 4102100"/>
              <a:gd name="connsiteY1" fmla="*/ 0 h 6858000"/>
              <a:gd name="connsiteX2" fmla="*/ 3454400 w 4102100"/>
              <a:gd name="connsiteY2" fmla="*/ 6858000 h 6858000"/>
              <a:gd name="connsiteX3" fmla="*/ 0 w 4102100"/>
              <a:gd name="connsiteY3" fmla="*/ 6858000 h 6858000"/>
              <a:gd name="connsiteX4" fmla="*/ 0 w 41021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4102100" y="0"/>
                </a:lnTo>
                <a:lnTo>
                  <a:pt x="3454400" y="6858000"/>
                </a:lnTo>
                <a:lnTo>
                  <a:pt x="0" y="6858000"/>
                </a:lnTo>
                <a:lnTo>
                  <a:pt x="0" y="0"/>
                </a:lnTo>
                <a:close/>
              </a:path>
            </a:pathLst>
          </a:custGeo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20" name="Picture Placeholder 16">
            <a:extLst>
              <a:ext uri="{FF2B5EF4-FFF2-40B4-BE49-F238E27FC236}">
                <a16:creationId xmlns:a16="http://schemas.microsoft.com/office/drawing/2014/main" id="{6487AB1C-CB24-1044-9469-281BD3EB1788}"/>
              </a:ext>
            </a:extLst>
          </p:cNvPr>
          <p:cNvSpPr>
            <a:spLocks noGrp="1"/>
          </p:cNvSpPr>
          <p:nvPr>
            <p:ph type="pic" sz="quarter" idx="22"/>
          </p:nvPr>
        </p:nvSpPr>
        <p:spPr>
          <a:xfrm>
            <a:off x="3556000" y="-12700"/>
            <a:ext cx="4965700" cy="6870700"/>
          </a:xfrm>
          <a:custGeom>
            <a:avLst/>
            <a:gdLst>
              <a:gd name="connsiteX0" fmla="*/ 0 w 3657600"/>
              <a:gd name="connsiteY0" fmla="*/ 0 h 6870700"/>
              <a:gd name="connsiteX1" fmla="*/ 3657600 w 3657600"/>
              <a:gd name="connsiteY1" fmla="*/ 0 h 6870700"/>
              <a:gd name="connsiteX2" fmla="*/ 3657600 w 3657600"/>
              <a:gd name="connsiteY2" fmla="*/ 6870700 h 6870700"/>
              <a:gd name="connsiteX3" fmla="*/ 0 w 3657600"/>
              <a:gd name="connsiteY3" fmla="*/ 6870700 h 6870700"/>
              <a:gd name="connsiteX4" fmla="*/ 0 w 3657600"/>
              <a:gd name="connsiteY4" fmla="*/ 0 h 6870700"/>
              <a:gd name="connsiteX0" fmla="*/ 647700 w 4305300"/>
              <a:gd name="connsiteY0" fmla="*/ 0 h 6870700"/>
              <a:gd name="connsiteX1" fmla="*/ 4305300 w 4305300"/>
              <a:gd name="connsiteY1" fmla="*/ 0 h 6870700"/>
              <a:gd name="connsiteX2" fmla="*/ 4305300 w 4305300"/>
              <a:gd name="connsiteY2" fmla="*/ 6870700 h 6870700"/>
              <a:gd name="connsiteX3" fmla="*/ 0 w 4305300"/>
              <a:gd name="connsiteY3" fmla="*/ 6858000 h 6870700"/>
              <a:gd name="connsiteX4" fmla="*/ 647700 w 4305300"/>
              <a:gd name="connsiteY4" fmla="*/ 0 h 6870700"/>
              <a:gd name="connsiteX0" fmla="*/ 647700 w 4965700"/>
              <a:gd name="connsiteY0" fmla="*/ 0 h 6870700"/>
              <a:gd name="connsiteX1" fmla="*/ 4965700 w 4965700"/>
              <a:gd name="connsiteY1" fmla="*/ 12700 h 6870700"/>
              <a:gd name="connsiteX2" fmla="*/ 4305300 w 4965700"/>
              <a:gd name="connsiteY2" fmla="*/ 6870700 h 6870700"/>
              <a:gd name="connsiteX3" fmla="*/ 0 w 4965700"/>
              <a:gd name="connsiteY3" fmla="*/ 6858000 h 6870700"/>
              <a:gd name="connsiteX4" fmla="*/ 647700 w 49657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5700" h="6870700">
                <a:moveTo>
                  <a:pt x="647700" y="0"/>
                </a:moveTo>
                <a:lnTo>
                  <a:pt x="4965700" y="12700"/>
                </a:lnTo>
                <a:lnTo>
                  <a:pt x="4305300" y="6870700"/>
                </a:lnTo>
                <a:lnTo>
                  <a:pt x="0" y="6858000"/>
                </a:lnTo>
                <a:lnTo>
                  <a:pt x="647700" y="0"/>
                </a:lnTo>
                <a:close/>
              </a:path>
            </a:pathLst>
          </a:custGeo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9" name="Picture Placeholder 12">
            <a:extLst>
              <a:ext uri="{FF2B5EF4-FFF2-40B4-BE49-F238E27FC236}">
                <a16:creationId xmlns:a16="http://schemas.microsoft.com/office/drawing/2014/main" id="{E5263A31-DBD1-DC5B-F5AA-26C2D4C97843}"/>
              </a:ext>
            </a:extLst>
          </p:cNvPr>
          <p:cNvSpPr>
            <a:spLocks noGrp="1"/>
          </p:cNvSpPr>
          <p:nvPr>
            <p:ph type="pic" sz="quarter" idx="21"/>
          </p:nvPr>
        </p:nvSpPr>
        <p:spPr>
          <a:xfrm>
            <a:off x="8013700" y="-12700"/>
            <a:ext cx="4178300" cy="6870700"/>
          </a:xfrm>
          <a:custGeom>
            <a:avLst/>
            <a:gdLst>
              <a:gd name="connsiteX0" fmla="*/ 0 w 4178300"/>
              <a:gd name="connsiteY0" fmla="*/ 0 h 6858000"/>
              <a:gd name="connsiteX1" fmla="*/ 4178300 w 4178300"/>
              <a:gd name="connsiteY1" fmla="*/ 0 h 6858000"/>
              <a:gd name="connsiteX2" fmla="*/ 4178300 w 4178300"/>
              <a:gd name="connsiteY2" fmla="*/ 6858000 h 6858000"/>
              <a:gd name="connsiteX3" fmla="*/ 0 w 4178300"/>
              <a:gd name="connsiteY3" fmla="*/ 6858000 h 6858000"/>
              <a:gd name="connsiteX4" fmla="*/ 0 w 4178300"/>
              <a:gd name="connsiteY4" fmla="*/ 0 h 6858000"/>
              <a:gd name="connsiteX0" fmla="*/ 609600 w 4178300"/>
              <a:gd name="connsiteY0" fmla="*/ 0 h 6870700"/>
              <a:gd name="connsiteX1" fmla="*/ 4178300 w 4178300"/>
              <a:gd name="connsiteY1" fmla="*/ 12700 h 6870700"/>
              <a:gd name="connsiteX2" fmla="*/ 4178300 w 4178300"/>
              <a:gd name="connsiteY2" fmla="*/ 6870700 h 6870700"/>
              <a:gd name="connsiteX3" fmla="*/ 0 w 4178300"/>
              <a:gd name="connsiteY3" fmla="*/ 6870700 h 6870700"/>
              <a:gd name="connsiteX4" fmla="*/ 609600 w 41783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8300" h="6870700">
                <a:moveTo>
                  <a:pt x="609600" y="0"/>
                </a:moveTo>
                <a:lnTo>
                  <a:pt x="4178300" y="12700"/>
                </a:lnTo>
                <a:lnTo>
                  <a:pt x="4178300" y="6870700"/>
                </a:lnTo>
                <a:lnTo>
                  <a:pt x="0" y="6870700"/>
                </a:lnTo>
                <a:lnTo>
                  <a:pt x="609600" y="0"/>
                </a:lnTo>
                <a:close/>
              </a:path>
            </a:pathLst>
          </a:custGeo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2" name="Graphic 12">
            <a:extLst>
              <a:ext uri="{FF2B5EF4-FFF2-40B4-BE49-F238E27FC236}">
                <a16:creationId xmlns:a16="http://schemas.microsoft.com/office/drawing/2014/main" id="{D027DA34-00C1-4077-1DC6-DADC97E50D1C}"/>
              </a:ext>
              <a:ext uri="{C183D7F6-B498-43B3-948B-1728B52AA6E4}">
                <adec:decorative xmlns:adec="http://schemas.microsoft.com/office/drawing/2017/decorative" val="1"/>
              </a:ext>
            </a:extLst>
          </p:cNvPr>
          <p:cNvSpPr/>
          <p:nvPr userDrawn="1"/>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4" name="Text Placeholder 19">
            <a:extLst>
              <a:ext uri="{FF2B5EF4-FFF2-40B4-BE49-F238E27FC236}">
                <a16:creationId xmlns:a16="http://schemas.microsoft.com/office/drawing/2014/main" id="{883ADFE3-8166-49DA-5A34-E3A83018C710}"/>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3" name="Slide Number Placeholder 5">
            <a:extLst>
              <a:ext uri="{FF2B5EF4-FFF2-40B4-BE49-F238E27FC236}">
                <a16:creationId xmlns:a16="http://schemas.microsoft.com/office/drawing/2014/main" id="{18FCFD82-9A80-BE63-CF62-D6CCD6DBFC06}"/>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37BF8A-6EEB-754E-939A-B97A04E6D915}"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07215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 Angled Images - gray B">
    <p:bg>
      <p:bgPr>
        <a:solidFill>
          <a:schemeClr val="tx2"/>
        </a:solidFill>
        <a:effectLst/>
      </p:bgPr>
    </p:bg>
    <p:spTree>
      <p:nvGrpSpPr>
        <p:cNvPr id="1" name=""/>
        <p:cNvGrpSpPr/>
        <p:nvPr/>
      </p:nvGrpSpPr>
      <p:grpSpPr>
        <a:xfrm>
          <a:off x="0" y="0"/>
          <a:ext cx="0" cy="0"/>
          <a:chOff x="0" y="0"/>
          <a:chExt cx="0" cy="0"/>
        </a:xfrm>
      </p:grpSpPr>
      <p:sp>
        <p:nvSpPr>
          <p:cNvPr id="18" name="Picture Placeholder 10">
            <a:extLst>
              <a:ext uri="{FF2B5EF4-FFF2-40B4-BE49-F238E27FC236}">
                <a16:creationId xmlns:a16="http://schemas.microsoft.com/office/drawing/2014/main" id="{5A74CD16-15BA-7FA3-9052-D0DF73D4B916}"/>
              </a:ext>
            </a:extLst>
          </p:cNvPr>
          <p:cNvSpPr>
            <a:spLocks noGrp="1"/>
          </p:cNvSpPr>
          <p:nvPr>
            <p:ph type="pic" sz="quarter" idx="20"/>
          </p:nvPr>
        </p:nvSpPr>
        <p:spPr>
          <a:xfrm>
            <a:off x="-12700" y="0"/>
            <a:ext cx="4102100" cy="6858000"/>
          </a:xfrm>
          <a:custGeom>
            <a:avLst/>
            <a:gdLst>
              <a:gd name="connsiteX0" fmla="*/ 0 w 4102100"/>
              <a:gd name="connsiteY0" fmla="*/ 0 h 6858000"/>
              <a:gd name="connsiteX1" fmla="*/ 4102100 w 4102100"/>
              <a:gd name="connsiteY1" fmla="*/ 0 h 6858000"/>
              <a:gd name="connsiteX2" fmla="*/ 4102100 w 4102100"/>
              <a:gd name="connsiteY2" fmla="*/ 6858000 h 6858000"/>
              <a:gd name="connsiteX3" fmla="*/ 0 w 4102100"/>
              <a:gd name="connsiteY3" fmla="*/ 6858000 h 6858000"/>
              <a:gd name="connsiteX4" fmla="*/ 0 w 4102100"/>
              <a:gd name="connsiteY4" fmla="*/ 0 h 6858000"/>
              <a:gd name="connsiteX0" fmla="*/ 0 w 4102100"/>
              <a:gd name="connsiteY0" fmla="*/ 0 h 6858000"/>
              <a:gd name="connsiteX1" fmla="*/ 4102100 w 4102100"/>
              <a:gd name="connsiteY1" fmla="*/ 0 h 6858000"/>
              <a:gd name="connsiteX2" fmla="*/ 3454400 w 4102100"/>
              <a:gd name="connsiteY2" fmla="*/ 6858000 h 6858000"/>
              <a:gd name="connsiteX3" fmla="*/ 0 w 4102100"/>
              <a:gd name="connsiteY3" fmla="*/ 6858000 h 6858000"/>
              <a:gd name="connsiteX4" fmla="*/ 0 w 41021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4102100" y="0"/>
                </a:lnTo>
                <a:lnTo>
                  <a:pt x="3454400" y="6858000"/>
                </a:lnTo>
                <a:lnTo>
                  <a:pt x="0" y="6858000"/>
                </a:lnTo>
                <a:lnTo>
                  <a:pt x="0" y="0"/>
                </a:lnTo>
                <a:close/>
              </a:path>
            </a:pathLst>
          </a:custGeo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20" name="Picture Placeholder 16">
            <a:extLst>
              <a:ext uri="{FF2B5EF4-FFF2-40B4-BE49-F238E27FC236}">
                <a16:creationId xmlns:a16="http://schemas.microsoft.com/office/drawing/2014/main" id="{6487AB1C-CB24-1044-9469-281BD3EB1788}"/>
              </a:ext>
            </a:extLst>
          </p:cNvPr>
          <p:cNvSpPr>
            <a:spLocks noGrp="1"/>
          </p:cNvSpPr>
          <p:nvPr>
            <p:ph type="pic" sz="quarter" idx="22"/>
          </p:nvPr>
        </p:nvSpPr>
        <p:spPr>
          <a:xfrm>
            <a:off x="3556000" y="-12700"/>
            <a:ext cx="4965700" cy="6870700"/>
          </a:xfrm>
          <a:custGeom>
            <a:avLst/>
            <a:gdLst>
              <a:gd name="connsiteX0" fmla="*/ 0 w 3657600"/>
              <a:gd name="connsiteY0" fmla="*/ 0 h 6870700"/>
              <a:gd name="connsiteX1" fmla="*/ 3657600 w 3657600"/>
              <a:gd name="connsiteY1" fmla="*/ 0 h 6870700"/>
              <a:gd name="connsiteX2" fmla="*/ 3657600 w 3657600"/>
              <a:gd name="connsiteY2" fmla="*/ 6870700 h 6870700"/>
              <a:gd name="connsiteX3" fmla="*/ 0 w 3657600"/>
              <a:gd name="connsiteY3" fmla="*/ 6870700 h 6870700"/>
              <a:gd name="connsiteX4" fmla="*/ 0 w 3657600"/>
              <a:gd name="connsiteY4" fmla="*/ 0 h 6870700"/>
              <a:gd name="connsiteX0" fmla="*/ 647700 w 4305300"/>
              <a:gd name="connsiteY0" fmla="*/ 0 h 6870700"/>
              <a:gd name="connsiteX1" fmla="*/ 4305300 w 4305300"/>
              <a:gd name="connsiteY1" fmla="*/ 0 h 6870700"/>
              <a:gd name="connsiteX2" fmla="*/ 4305300 w 4305300"/>
              <a:gd name="connsiteY2" fmla="*/ 6870700 h 6870700"/>
              <a:gd name="connsiteX3" fmla="*/ 0 w 4305300"/>
              <a:gd name="connsiteY3" fmla="*/ 6858000 h 6870700"/>
              <a:gd name="connsiteX4" fmla="*/ 647700 w 4305300"/>
              <a:gd name="connsiteY4" fmla="*/ 0 h 6870700"/>
              <a:gd name="connsiteX0" fmla="*/ 647700 w 4965700"/>
              <a:gd name="connsiteY0" fmla="*/ 0 h 6870700"/>
              <a:gd name="connsiteX1" fmla="*/ 4965700 w 4965700"/>
              <a:gd name="connsiteY1" fmla="*/ 12700 h 6870700"/>
              <a:gd name="connsiteX2" fmla="*/ 4305300 w 4965700"/>
              <a:gd name="connsiteY2" fmla="*/ 6870700 h 6870700"/>
              <a:gd name="connsiteX3" fmla="*/ 0 w 4965700"/>
              <a:gd name="connsiteY3" fmla="*/ 6858000 h 6870700"/>
              <a:gd name="connsiteX4" fmla="*/ 647700 w 49657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5700" h="6870700">
                <a:moveTo>
                  <a:pt x="647700" y="0"/>
                </a:moveTo>
                <a:lnTo>
                  <a:pt x="4965700" y="12700"/>
                </a:lnTo>
                <a:lnTo>
                  <a:pt x="4305300" y="6870700"/>
                </a:lnTo>
                <a:lnTo>
                  <a:pt x="0" y="6858000"/>
                </a:lnTo>
                <a:lnTo>
                  <a:pt x="647700" y="0"/>
                </a:lnTo>
                <a:close/>
              </a:path>
            </a:pathLst>
          </a:custGeo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9" name="Picture Placeholder 12">
            <a:extLst>
              <a:ext uri="{FF2B5EF4-FFF2-40B4-BE49-F238E27FC236}">
                <a16:creationId xmlns:a16="http://schemas.microsoft.com/office/drawing/2014/main" id="{E5263A31-DBD1-DC5B-F5AA-26C2D4C97843}"/>
              </a:ext>
            </a:extLst>
          </p:cNvPr>
          <p:cNvSpPr>
            <a:spLocks noGrp="1"/>
          </p:cNvSpPr>
          <p:nvPr>
            <p:ph type="pic" sz="quarter" idx="21"/>
          </p:nvPr>
        </p:nvSpPr>
        <p:spPr>
          <a:xfrm>
            <a:off x="8013700" y="-12700"/>
            <a:ext cx="4178300" cy="6870700"/>
          </a:xfrm>
          <a:custGeom>
            <a:avLst/>
            <a:gdLst>
              <a:gd name="connsiteX0" fmla="*/ 0 w 4178300"/>
              <a:gd name="connsiteY0" fmla="*/ 0 h 6858000"/>
              <a:gd name="connsiteX1" fmla="*/ 4178300 w 4178300"/>
              <a:gd name="connsiteY1" fmla="*/ 0 h 6858000"/>
              <a:gd name="connsiteX2" fmla="*/ 4178300 w 4178300"/>
              <a:gd name="connsiteY2" fmla="*/ 6858000 h 6858000"/>
              <a:gd name="connsiteX3" fmla="*/ 0 w 4178300"/>
              <a:gd name="connsiteY3" fmla="*/ 6858000 h 6858000"/>
              <a:gd name="connsiteX4" fmla="*/ 0 w 4178300"/>
              <a:gd name="connsiteY4" fmla="*/ 0 h 6858000"/>
              <a:gd name="connsiteX0" fmla="*/ 609600 w 4178300"/>
              <a:gd name="connsiteY0" fmla="*/ 0 h 6870700"/>
              <a:gd name="connsiteX1" fmla="*/ 4178300 w 4178300"/>
              <a:gd name="connsiteY1" fmla="*/ 12700 h 6870700"/>
              <a:gd name="connsiteX2" fmla="*/ 4178300 w 4178300"/>
              <a:gd name="connsiteY2" fmla="*/ 6870700 h 6870700"/>
              <a:gd name="connsiteX3" fmla="*/ 0 w 4178300"/>
              <a:gd name="connsiteY3" fmla="*/ 6870700 h 6870700"/>
              <a:gd name="connsiteX4" fmla="*/ 609600 w 41783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8300" h="6870700">
                <a:moveTo>
                  <a:pt x="609600" y="0"/>
                </a:moveTo>
                <a:lnTo>
                  <a:pt x="4178300" y="12700"/>
                </a:lnTo>
                <a:lnTo>
                  <a:pt x="4178300" y="6870700"/>
                </a:lnTo>
                <a:lnTo>
                  <a:pt x="0" y="6870700"/>
                </a:lnTo>
                <a:lnTo>
                  <a:pt x="609600" y="0"/>
                </a:lnTo>
                <a:close/>
              </a:path>
            </a:pathLst>
          </a:custGeo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4" name="Text Placeholder 19">
            <a:extLst>
              <a:ext uri="{FF2B5EF4-FFF2-40B4-BE49-F238E27FC236}">
                <a16:creationId xmlns:a16="http://schemas.microsoft.com/office/drawing/2014/main" id="{883ADFE3-8166-49DA-5A34-E3A83018C710}"/>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3" name="Slide Number Placeholder 5">
            <a:extLst>
              <a:ext uri="{FF2B5EF4-FFF2-40B4-BE49-F238E27FC236}">
                <a16:creationId xmlns:a16="http://schemas.microsoft.com/office/drawing/2014/main" id="{18FCFD82-9A80-BE63-CF62-D6CCD6DBFC06}"/>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2D5F85B-A681-8648-BC14-DCDB7A9F450F}"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343854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Gold box with imag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211229-AEED-22B1-2276-1BF2BCFB610D}"/>
              </a:ext>
              <a:ext uri="{C183D7F6-B498-43B3-948B-1728B52AA6E4}">
                <adec:decorative xmlns:adec="http://schemas.microsoft.com/office/drawing/2017/decorative" val="1"/>
              </a:ext>
            </a:extLst>
          </p:cNvPr>
          <p:cNvSpPr/>
          <p:nvPr userDrawn="1"/>
        </p:nvSpPr>
        <p:spPr>
          <a:xfrm>
            <a:off x="-11959" y="0"/>
            <a:ext cx="41148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b="0" i="0">
              <a:latin typeface="Franklin Gothic Book" panose="020B0503020102020204" pitchFamily="34" charset="0"/>
            </a:endParaRPr>
          </a:p>
        </p:txBody>
      </p:sp>
      <p:sp>
        <p:nvSpPr>
          <p:cNvPr id="7" name="Text Placeholder 19">
            <a:extLst>
              <a:ext uri="{FF2B5EF4-FFF2-40B4-BE49-F238E27FC236}">
                <a16:creationId xmlns:a16="http://schemas.microsoft.com/office/drawing/2014/main" id="{4685D150-0F6D-3BAA-7BD6-BD99EC3B637B}"/>
              </a:ext>
            </a:extLst>
          </p:cNvPr>
          <p:cNvSpPr>
            <a:spLocks noGrp="1"/>
          </p:cNvSpPr>
          <p:nvPr>
            <p:ph type="body" sz="quarter" idx="11" hasCustomPrompt="1"/>
          </p:nvPr>
        </p:nvSpPr>
        <p:spPr>
          <a:xfrm>
            <a:off x="578591" y="570297"/>
            <a:ext cx="3200400" cy="2743200"/>
          </a:xfrm>
        </p:spPr>
        <p:txBody>
          <a:bodyPr anchor="b" anchorCtr="0">
            <a:normAutofit/>
          </a:bodyPr>
          <a:lstStyle>
            <a:lvl1pPr marL="0" indent="0">
              <a:buClr>
                <a:schemeClr val="tx1"/>
              </a:buClr>
              <a:buFont typeface="Arial" panose="020B0604020202020204" pitchFamily="34" charset="0"/>
              <a:buNone/>
              <a:defRPr sz="2800" b="0" i="0">
                <a:solidFill>
                  <a:schemeClr val="tx1"/>
                </a:solidFill>
                <a:latin typeface="+mj-lt"/>
              </a:defRPr>
            </a:lvl1pPr>
          </a:lstStyle>
          <a:p>
            <a:pPr lvl="0"/>
            <a:r>
              <a:rPr lang="en-US" dirty="0"/>
              <a:t>Edit Title</a:t>
            </a:r>
          </a:p>
        </p:txBody>
      </p:sp>
      <p:sp>
        <p:nvSpPr>
          <p:cNvPr id="3" name="Text Placeholder 19">
            <a:extLst>
              <a:ext uri="{FF2B5EF4-FFF2-40B4-BE49-F238E27FC236}">
                <a16:creationId xmlns:a16="http://schemas.microsoft.com/office/drawing/2014/main" id="{7B805B98-7B63-D05D-129D-EA07F13F8051}"/>
              </a:ext>
            </a:extLst>
          </p:cNvPr>
          <p:cNvSpPr>
            <a:spLocks noGrp="1"/>
          </p:cNvSpPr>
          <p:nvPr>
            <p:ph type="body" sz="quarter" idx="13" hasCustomPrompt="1"/>
          </p:nvPr>
        </p:nvSpPr>
        <p:spPr>
          <a:xfrm>
            <a:off x="578591" y="3544504"/>
            <a:ext cx="3200400" cy="2743200"/>
          </a:xfrm>
        </p:spPr>
        <p:txBody>
          <a:bodyPr anchor="t" anchorCtr="0">
            <a:normAutofit/>
          </a:bodyPr>
          <a:lstStyle>
            <a:lvl1pPr marL="0" indent="0">
              <a:buClr>
                <a:schemeClr val="tx1"/>
              </a:buClr>
              <a:buFont typeface="Arial" panose="020B0604020202020204" pitchFamily="34" charset="0"/>
              <a:buNone/>
              <a:defRPr sz="2400" b="0" i="0">
                <a:solidFill>
                  <a:schemeClr val="tx1"/>
                </a:solidFill>
                <a:latin typeface="+mn-lt"/>
              </a:defRPr>
            </a:lvl1pPr>
          </a:lstStyle>
          <a:p>
            <a:pPr lvl="0"/>
            <a:r>
              <a:rPr lang="en-US" dirty="0"/>
              <a:t>Edit text</a:t>
            </a:r>
          </a:p>
        </p:txBody>
      </p:sp>
      <p:sp>
        <p:nvSpPr>
          <p:cNvPr id="2" name="Picture Placeholder 8">
            <a:extLst>
              <a:ext uri="{FF2B5EF4-FFF2-40B4-BE49-F238E27FC236}">
                <a16:creationId xmlns:a16="http://schemas.microsoft.com/office/drawing/2014/main" id="{C89F1390-B5E7-7BB3-FB78-BE5626ED65D5}"/>
              </a:ext>
            </a:extLst>
          </p:cNvPr>
          <p:cNvSpPr>
            <a:spLocks noGrp="1"/>
          </p:cNvSpPr>
          <p:nvPr>
            <p:ph type="pic" sz="quarter" idx="12" hasCustomPrompt="1"/>
          </p:nvPr>
        </p:nvSpPr>
        <p:spPr>
          <a:xfrm>
            <a:off x="4102840" y="0"/>
            <a:ext cx="8089159"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dirty="0"/>
              <a:t>Click icon to add background image</a:t>
            </a:r>
          </a:p>
        </p:txBody>
      </p:sp>
      <p:sp>
        <p:nvSpPr>
          <p:cNvPr id="4" name="Slide Number Placeholder 5">
            <a:extLst>
              <a:ext uri="{FF2B5EF4-FFF2-40B4-BE49-F238E27FC236}">
                <a16:creationId xmlns:a16="http://schemas.microsoft.com/office/drawing/2014/main" id="{9DDA559D-A089-AE36-850C-6A8DBF3EFDB5}"/>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157021-0640-7648-9E25-81F1754ADCE9}"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48735834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Gray box with imag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211229-AEED-22B1-2276-1BF2BCFB610D}"/>
              </a:ext>
              <a:ext uri="{C183D7F6-B498-43B3-948B-1728B52AA6E4}">
                <adec:decorative xmlns:adec="http://schemas.microsoft.com/office/drawing/2017/decorative" val="1"/>
              </a:ext>
            </a:extLst>
          </p:cNvPr>
          <p:cNvSpPr/>
          <p:nvPr userDrawn="1"/>
        </p:nvSpPr>
        <p:spPr>
          <a:xfrm>
            <a:off x="-11959" y="0"/>
            <a:ext cx="41148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3" name="Text Placeholder 19">
            <a:extLst>
              <a:ext uri="{FF2B5EF4-FFF2-40B4-BE49-F238E27FC236}">
                <a16:creationId xmlns:a16="http://schemas.microsoft.com/office/drawing/2014/main" id="{8EC415B0-5FE1-AA87-0AC5-262D255A948E}"/>
              </a:ext>
            </a:extLst>
          </p:cNvPr>
          <p:cNvSpPr>
            <a:spLocks noGrp="1"/>
          </p:cNvSpPr>
          <p:nvPr>
            <p:ph type="body" sz="quarter" idx="11" hasCustomPrompt="1"/>
          </p:nvPr>
        </p:nvSpPr>
        <p:spPr>
          <a:xfrm>
            <a:off x="578591" y="570297"/>
            <a:ext cx="3200400" cy="2743200"/>
          </a:xfrm>
        </p:spPr>
        <p:txBody>
          <a:bodyPr anchor="b" anchorCtr="0">
            <a:normAutofit/>
          </a:bodyPr>
          <a:lstStyle>
            <a:lvl1pPr marL="0" indent="0">
              <a:buClr>
                <a:schemeClr val="tx1"/>
              </a:buClr>
              <a:buFont typeface="Arial" panose="020B0604020202020204" pitchFamily="34" charset="0"/>
              <a:buNone/>
              <a:defRPr sz="2800" b="0" i="0">
                <a:solidFill>
                  <a:schemeClr val="bg1"/>
                </a:solidFill>
                <a:latin typeface="+mj-lt"/>
              </a:defRPr>
            </a:lvl1pPr>
          </a:lstStyle>
          <a:p>
            <a:pPr lvl="0"/>
            <a:r>
              <a:rPr lang="en-US" dirty="0"/>
              <a:t>Edit Title</a:t>
            </a:r>
          </a:p>
        </p:txBody>
      </p:sp>
      <p:sp>
        <p:nvSpPr>
          <p:cNvPr id="7" name="Text Placeholder 19">
            <a:extLst>
              <a:ext uri="{FF2B5EF4-FFF2-40B4-BE49-F238E27FC236}">
                <a16:creationId xmlns:a16="http://schemas.microsoft.com/office/drawing/2014/main" id="{74D7C6F9-E312-C398-DDA7-2F9AAEF1486A}"/>
              </a:ext>
            </a:extLst>
          </p:cNvPr>
          <p:cNvSpPr>
            <a:spLocks noGrp="1"/>
          </p:cNvSpPr>
          <p:nvPr>
            <p:ph type="body" sz="quarter" idx="13" hasCustomPrompt="1"/>
          </p:nvPr>
        </p:nvSpPr>
        <p:spPr>
          <a:xfrm>
            <a:off x="578591" y="3544504"/>
            <a:ext cx="3200400" cy="2743200"/>
          </a:xfrm>
        </p:spPr>
        <p:txBody>
          <a:bodyPr anchor="t" anchorCtr="0">
            <a:normAutofit/>
          </a:bodyPr>
          <a:lstStyle>
            <a:lvl1pPr marL="0" indent="0">
              <a:buClr>
                <a:schemeClr val="tx1"/>
              </a:buClr>
              <a:buFont typeface="Arial" panose="020B0604020202020204" pitchFamily="34" charset="0"/>
              <a:buNone/>
              <a:defRPr sz="2400" b="0" i="0">
                <a:solidFill>
                  <a:schemeClr val="bg1"/>
                </a:solidFill>
                <a:latin typeface="+mn-lt"/>
              </a:defRPr>
            </a:lvl1pPr>
          </a:lstStyle>
          <a:p>
            <a:pPr lvl="0"/>
            <a:r>
              <a:rPr lang="en-US" dirty="0"/>
              <a:t>Edit text</a:t>
            </a:r>
          </a:p>
        </p:txBody>
      </p:sp>
      <p:sp>
        <p:nvSpPr>
          <p:cNvPr id="2" name="Picture Placeholder 8">
            <a:extLst>
              <a:ext uri="{FF2B5EF4-FFF2-40B4-BE49-F238E27FC236}">
                <a16:creationId xmlns:a16="http://schemas.microsoft.com/office/drawing/2014/main" id="{C89F1390-B5E7-7BB3-FB78-BE5626ED65D5}"/>
              </a:ext>
            </a:extLst>
          </p:cNvPr>
          <p:cNvSpPr>
            <a:spLocks noGrp="1"/>
          </p:cNvSpPr>
          <p:nvPr>
            <p:ph type="pic" sz="quarter" idx="12" hasCustomPrompt="1"/>
          </p:nvPr>
        </p:nvSpPr>
        <p:spPr>
          <a:xfrm>
            <a:off x="4102840" y="0"/>
            <a:ext cx="8089159"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6" name="Slide Number Placeholder 5">
            <a:extLst>
              <a:ext uri="{FF2B5EF4-FFF2-40B4-BE49-F238E27FC236}">
                <a16:creationId xmlns:a16="http://schemas.microsoft.com/office/drawing/2014/main" id="{25FF997D-5073-142F-914A-5FC09AEE3422}"/>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34642F7-D098-014A-9155-5D1C1C19EB65}"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98801211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ue box with imag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211229-AEED-22B1-2276-1BF2BCFB610D}"/>
              </a:ext>
              <a:ext uri="{C183D7F6-B498-43B3-948B-1728B52AA6E4}">
                <adec:decorative xmlns:adec="http://schemas.microsoft.com/office/drawing/2017/decorative" val="1"/>
              </a:ext>
            </a:extLst>
          </p:cNvPr>
          <p:cNvSpPr/>
          <p:nvPr userDrawn="1"/>
        </p:nvSpPr>
        <p:spPr>
          <a:xfrm>
            <a:off x="-11959" y="0"/>
            <a:ext cx="41148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 Placeholder 19">
            <a:extLst>
              <a:ext uri="{FF2B5EF4-FFF2-40B4-BE49-F238E27FC236}">
                <a16:creationId xmlns:a16="http://schemas.microsoft.com/office/drawing/2014/main" id="{8D2627D1-FA72-CD01-CEAE-1D38F0AAE0B1}"/>
              </a:ext>
            </a:extLst>
          </p:cNvPr>
          <p:cNvSpPr>
            <a:spLocks noGrp="1"/>
          </p:cNvSpPr>
          <p:nvPr>
            <p:ph type="body" sz="quarter" idx="11" hasCustomPrompt="1"/>
          </p:nvPr>
        </p:nvSpPr>
        <p:spPr>
          <a:xfrm>
            <a:off x="578591" y="570297"/>
            <a:ext cx="3200400" cy="2743200"/>
          </a:xfrm>
        </p:spPr>
        <p:txBody>
          <a:bodyPr anchor="b" anchorCtr="0">
            <a:normAutofit/>
          </a:bodyPr>
          <a:lstStyle>
            <a:lvl1pPr marL="0" indent="0">
              <a:buClr>
                <a:schemeClr val="tx1"/>
              </a:buClr>
              <a:buFont typeface="Arial" panose="020B0604020202020204" pitchFamily="34" charset="0"/>
              <a:buNone/>
              <a:defRPr sz="2800" b="0" i="0">
                <a:solidFill>
                  <a:schemeClr val="bg1"/>
                </a:solidFill>
                <a:latin typeface="+mj-lt"/>
              </a:defRPr>
            </a:lvl1pPr>
          </a:lstStyle>
          <a:p>
            <a:pPr lvl="0"/>
            <a:r>
              <a:rPr lang="en-US" dirty="0"/>
              <a:t>Edit Title</a:t>
            </a:r>
          </a:p>
        </p:txBody>
      </p:sp>
      <p:sp>
        <p:nvSpPr>
          <p:cNvPr id="7" name="Text Placeholder 19">
            <a:extLst>
              <a:ext uri="{FF2B5EF4-FFF2-40B4-BE49-F238E27FC236}">
                <a16:creationId xmlns:a16="http://schemas.microsoft.com/office/drawing/2014/main" id="{6DC26EC5-14DA-8029-18F5-4B5EB116D1E9}"/>
              </a:ext>
            </a:extLst>
          </p:cNvPr>
          <p:cNvSpPr>
            <a:spLocks noGrp="1"/>
          </p:cNvSpPr>
          <p:nvPr>
            <p:ph type="body" sz="quarter" idx="13" hasCustomPrompt="1"/>
          </p:nvPr>
        </p:nvSpPr>
        <p:spPr>
          <a:xfrm>
            <a:off x="578591" y="3544504"/>
            <a:ext cx="3200400" cy="2743200"/>
          </a:xfrm>
        </p:spPr>
        <p:txBody>
          <a:bodyPr anchor="t" anchorCtr="0">
            <a:normAutofit/>
          </a:bodyPr>
          <a:lstStyle>
            <a:lvl1pPr marL="0" indent="0">
              <a:buClr>
                <a:schemeClr val="tx1"/>
              </a:buClr>
              <a:buFont typeface="Arial" panose="020B0604020202020204" pitchFamily="34" charset="0"/>
              <a:buNone/>
              <a:defRPr sz="2400" b="0" i="0">
                <a:solidFill>
                  <a:schemeClr val="bg1"/>
                </a:solidFill>
                <a:latin typeface="+mn-lt"/>
              </a:defRPr>
            </a:lvl1pPr>
          </a:lstStyle>
          <a:p>
            <a:pPr lvl="0"/>
            <a:r>
              <a:rPr lang="en-US" dirty="0"/>
              <a:t>Edit text</a:t>
            </a:r>
          </a:p>
        </p:txBody>
      </p:sp>
      <p:sp>
        <p:nvSpPr>
          <p:cNvPr id="2" name="Picture Placeholder 8">
            <a:extLst>
              <a:ext uri="{FF2B5EF4-FFF2-40B4-BE49-F238E27FC236}">
                <a16:creationId xmlns:a16="http://schemas.microsoft.com/office/drawing/2014/main" id="{C89F1390-B5E7-7BB3-FB78-BE5626ED65D5}"/>
              </a:ext>
            </a:extLst>
          </p:cNvPr>
          <p:cNvSpPr>
            <a:spLocks noGrp="1"/>
          </p:cNvSpPr>
          <p:nvPr>
            <p:ph type="pic" sz="quarter" idx="12" hasCustomPrompt="1"/>
          </p:nvPr>
        </p:nvSpPr>
        <p:spPr>
          <a:xfrm>
            <a:off x="4105656" y="0"/>
            <a:ext cx="8089159"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dirty="0"/>
              <a:t>Click icon to add background image</a:t>
            </a:r>
          </a:p>
        </p:txBody>
      </p:sp>
      <p:sp>
        <p:nvSpPr>
          <p:cNvPr id="6" name="Slide Number Placeholder 5">
            <a:extLst>
              <a:ext uri="{FF2B5EF4-FFF2-40B4-BE49-F238E27FC236}">
                <a16:creationId xmlns:a16="http://schemas.microsoft.com/office/drawing/2014/main" id="{847F9245-281C-7AC6-7F79-4B9282DDEB7A}"/>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0B02B77-D294-D542-B636-372ABCC8421D}"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263250004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Full Image with gold box overlay">
    <p:bg>
      <p:bgPr>
        <a:solidFill>
          <a:schemeClr val="bg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C89F1390-B5E7-7BB3-FB78-BE5626ED65D5}"/>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7" name="Text Placeholder 19">
            <a:extLst>
              <a:ext uri="{FF2B5EF4-FFF2-40B4-BE49-F238E27FC236}">
                <a16:creationId xmlns:a16="http://schemas.microsoft.com/office/drawing/2014/main" id="{4685D150-0F6D-3BAA-7BD6-BD99EC3B637B}"/>
              </a:ext>
            </a:extLst>
          </p:cNvPr>
          <p:cNvSpPr>
            <a:spLocks noGrp="1"/>
          </p:cNvSpPr>
          <p:nvPr>
            <p:ph type="body" sz="quarter" idx="11" hasCustomPrompt="1"/>
          </p:nvPr>
        </p:nvSpPr>
        <p:spPr>
          <a:xfrm>
            <a:off x="578591" y="451105"/>
            <a:ext cx="3200400" cy="5874066"/>
          </a:xfrm>
        </p:spPr>
        <p:txBody>
          <a:bodyPr anchor="ctr">
            <a:normAutofit/>
          </a:bodyPr>
          <a:lstStyle>
            <a:lvl1pPr marL="0" indent="0">
              <a:buNone/>
              <a:defRPr sz="2800" b="0" i="0">
                <a:solidFill>
                  <a:schemeClr val="tx1"/>
                </a:solidFill>
                <a:latin typeface="Franklin Gothic Medium" panose="020B0603020102020204" pitchFamily="34" charset="0"/>
              </a:defRPr>
            </a:lvl1pPr>
          </a:lstStyle>
          <a:p>
            <a:pPr lvl="0"/>
            <a:r>
              <a:rPr lang="en-US" dirty="0"/>
              <a:t>Edit Title</a:t>
            </a:r>
          </a:p>
        </p:txBody>
      </p:sp>
      <p:sp>
        <p:nvSpPr>
          <p:cNvPr id="4" name="Slide Number Placeholder 5">
            <a:extLst>
              <a:ext uri="{FF2B5EF4-FFF2-40B4-BE49-F238E27FC236}">
                <a16:creationId xmlns:a16="http://schemas.microsoft.com/office/drawing/2014/main" id="{9DDA559D-A089-AE36-850C-6A8DBF3EFDB5}"/>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C6818D5-495C-1442-8B46-2A7B0ABE7343}"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38092584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Full Image with gray box overlay">
    <p:bg>
      <p:bgPr>
        <a:solidFill>
          <a:schemeClr val="bg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C89F1390-B5E7-7BB3-FB78-BE5626ED65D5}"/>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4" name="Text Placeholder 19">
            <a:extLst>
              <a:ext uri="{FF2B5EF4-FFF2-40B4-BE49-F238E27FC236}">
                <a16:creationId xmlns:a16="http://schemas.microsoft.com/office/drawing/2014/main" id="{29A6094C-AF08-1A38-E159-090C1D9514FF}"/>
              </a:ext>
            </a:extLst>
          </p:cNvPr>
          <p:cNvSpPr>
            <a:spLocks noGrp="1"/>
          </p:cNvSpPr>
          <p:nvPr>
            <p:ph type="body" sz="quarter" idx="11" hasCustomPrompt="1"/>
          </p:nvPr>
        </p:nvSpPr>
        <p:spPr>
          <a:xfrm>
            <a:off x="578591" y="451105"/>
            <a:ext cx="3200400" cy="5874066"/>
          </a:xfrm>
        </p:spPr>
        <p:txBody>
          <a:bodyPr anchor="ctr">
            <a:normAutofit/>
          </a:bodyPr>
          <a:lstStyle>
            <a:lvl1pPr marL="0" indent="0">
              <a:buNone/>
              <a:defRPr sz="2800" b="0" i="0">
                <a:solidFill>
                  <a:schemeClr val="bg1"/>
                </a:solidFill>
                <a:latin typeface="Franklin Gothic Medium" panose="020B0603020102020204" pitchFamily="34" charset="0"/>
              </a:defRPr>
            </a:lvl1pPr>
          </a:lstStyle>
          <a:p>
            <a:pPr lvl="0"/>
            <a:r>
              <a:rPr lang="en-US" dirty="0"/>
              <a:t>Edit Title</a:t>
            </a:r>
          </a:p>
        </p:txBody>
      </p:sp>
      <p:sp>
        <p:nvSpPr>
          <p:cNvPr id="6" name="Slide Number Placeholder 5">
            <a:extLst>
              <a:ext uri="{FF2B5EF4-FFF2-40B4-BE49-F238E27FC236}">
                <a16:creationId xmlns:a16="http://schemas.microsoft.com/office/drawing/2014/main" id="{25FF997D-5073-142F-914A-5FC09AEE3422}"/>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E56B146-6802-C44C-AD6B-B19A32E19184}"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354964364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Full Image with blue box overlay">
    <p:bg>
      <p:bgPr>
        <a:solidFill>
          <a:schemeClr val="bg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C89F1390-B5E7-7BB3-FB78-BE5626ED65D5}"/>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3" name="Text Placeholder 19">
            <a:extLst>
              <a:ext uri="{FF2B5EF4-FFF2-40B4-BE49-F238E27FC236}">
                <a16:creationId xmlns:a16="http://schemas.microsoft.com/office/drawing/2014/main" id="{747E02F5-DFE4-4E69-8B13-2A9F0FB4E530}"/>
              </a:ext>
            </a:extLst>
          </p:cNvPr>
          <p:cNvSpPr>
            <a:spLocks noGrp="1"/>
          </p:cNvSpPr>
          <p:nvPr>
            <p:ph type="body" sz="quarter" idx="11" hasCustomPrompt="1"/>
          </p:nvPr>
        </p:nvSpPr>
        <p:spPr>
          <a:xfrm>
            <a:off x="578591" y="451105"/>
            <a:ext cx="3200400" cy="5874066"/>
          </a:xfrm>
        </p:spPr>
        <p:txBody>
          <a:bodyPr anchor="ctr">
            <a:normAutofit/>
          </a:bodyPr>
          <a:lstStyle>
            <a:lvl1pPr marL="0" indent="0">
              <a:buNone/>
              <a:defRPr sz="2800" b="0" i="0">
                <a:solidFill>
                  <a:schemeClr val="bg1"/>
                </a:solidFill>
                <a:latin typeface="Franklin Gothic Medium" panose="020B0603020102020204" pitchFamily="34" charset="0"/>
              </a:defRPr>
            </a:lvl1pPr>
          </a:lstStyle>
          <a:p>
            <a:pPr lvl="0"/>
            <a:r>
              <a:rPr lang="en-US" dirty="0"/>
              <a:t>Edit Title</a:t>
            </a:r>
          </a:p>
        </p:txBody>
      </p:sp>
      <p:sp>
        <p:nvSpPr>
          <p:cNvPr id="6" name="Slide Number Placeholder 5">
            <a:extLst>
              <a:ext uri="{FF2B5EF4-FFF2-40B4-BE49-F238E27FC236}">
                <a16:creationId xmlns:a16="http://schemas.microsoft.com/office/drawing/2014/main" id="{847F9245-281C-7AC6-7F79-4B9282DDEB7A}"/>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0F01A9-21AA-3B43-AAB2-1EF15A0A806D}"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20452246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Full Image with small text 1">
    <p:bg>
      <p:bgPr>
        <a:solidFill>
          <a:schemeClr val="bg1"/>
        </a:solidFill>
        <a:effectLst/>
      </p:bgPr>
    </p:bg>
    <p:spTree>
      <p:nvGrpSpPr>
        <p:cNvPr id="1" name=""/>
        <p:cNvGrpSpPr/>
        <p:nvPr/>
      </p:nvGrpSpPr>
      <p:grpSpPr>
        <a:xfrm>
          <a:off x="0" y="0"/>
          <a:ext cx="0" cy="0"/>
          <a:chOff x="0" y="0"/>
          <a:chExt cx="0" cy="0"/>
        </a:xfrm>
      </p:grpSpPr>
      <p:sp>
        <p:nvSpPr>
          <p:cNvPr id="5" name="Picture Placeholder 8">
            <a:extLst>
              <a:ext uri="{FF2B5EF4-FFF2-40B4-BE49-F238E27FC236}">
                <a16:creationId xmlns:a16="http://schemas.microsoft.com/office/drawing/2014/main" id="{B15A1B4E-81B7-2B33-E203-3EE54EAEC968}"/>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15" name="Graphic 12">
            <a:extLst>
              <a:ext uri="{FF2B5EF4-FFF2-40B4-BE49-F238E27FC236}">
                <a16:creationId xmlns:a16="http://schemas.microsoft.com/office/drawing/2014/main" id="{88A5CE47-9381-45A2-2919-0A28B92BEF2B}"/>
              </a:ext>
            </a:extLst>
          </p:cNvPr>
          <p:cNvSpPr/>
          <p:nvPr userDrawn="1"/>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4" name="Text Placeholder 19">
            <a:extLst>
              <a:ext uri="{FF2B5EF4-FFF2-40B4-BE49-F238E27FC236}">
                <a16:creationId xmlns:a16="http://schemas.microsoft.com/office/drawing/2014/main" id="{29A6094C-AF08-1A38-E159-090C1D9514FF}"/>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7" name="Slide Number Placeholder 5">
            <a:extLst>
              <a:ext uri="{FF2B5EF4-FFF2-40B4-BE49-F238E27FC236}">
                <a16:creationId xmlns:a16="http://schemas.microsoft.com/office/drawing/2014/main" id="{F3115708-CB96-82D2-ADF6-87A9F6BA4E84}"/>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A4A159-BD4C-164B-B482-D96E3814328B}"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207591710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Full Image with small text 1B">
    <p:bg>
      <p:bgPr>
        <a:solidFill>
          <a:schemeClr val="bg1"/>
        </a:solidFill>
        <a:effectLst/>
      </p:bgPr>
    </p:bg>
    <p:spTree>
      <p:nvGrpSpPr>
        <p:cNvPr id="1" name=""/>
        <p:cNvGrpSpPr/>
        <p:nvPr/>
      </p:nvGrpSpPr>
      <p:grpSpPr>
        <a:xfrm>
          <a:off x="0" y="0"/>
          <a:ext cx="0" cy="0"/>
          <a:chOff x="0" y="0"/>
          <a:chExt cx="0" cy="0"/>
        </a:xfrm>
      </p:grpSpPr>
      <p:sp>
        <p:nvSpPr>
          <p:cNvPr id="5" name="Picture Placeholder 8">
            <a:extLst>
              <a:ext uri="{FF2B5EF4-FFF2-40B4-BE49-F238E27FC236}">
                <a16:creationId xmlns:a16="http://schemas.microsoft.com/office/drawing/2014/main" id="{B15A1B4E-81B7-2B33-E203-3EE54EAEC968}"/>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4" name="Text Placeholder 19">
            <a:extLst>
              <a:ext uri="{FF2B5EF4-FFF2-40B4-BE49-F238E27FC236}">
                <a16:creationId xmlns:a16="http://schemas.microsoft.com/office/drawing/2014/main" id="{29A6094C-AF08-1A38-E159-090C1D9514FF}"/>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7" name="Slide Number Placeholder 5">
            <a:extLst>
              <a:ext uri="{FF2B5EF4-FFF2-40B4-BE49-F238E27FC236}">
                <a16:creationId xmlns:a16="http://schemas.microsoft.com/office/drawing/2014/main" id="{F3115708-CB96-82D2-ADF6-87A9F6BA4E84}"/>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2E7E9EE-3BD4-2C4D-B78A-F05CFD2CD475}"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363077991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Full Image with small text 2">
    <p:bg>
      <p:bgPr>
        <a:solidFill>
          <a:schemeClr val="tx2"/>
        </a:solidFill>
        <a:effectLst/>
      </p:bgPr>
    </p:bg>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4D203AA6-2EA2-626A-FC47-8FFDD0084F04}"/>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2" name="Slide Number Placeholder 5">
            <a:extLst>
              <a:ext uri="{FF2B5EF4-FFF2-40B4-BE49-F238E27FC236}">
                <a16:creationId xmlns:a16="http://schemas.microsoft.com/office/drawing/2014/main" id="{3109C3A3-D028-1D13-F79B-EA211A7133A2}"/>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95675AB-875B-0D4D-995D-DD3D4D5B1732}"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
        <p:nvSpPr>
          <p:cNvPr id="14" name="Graphic 12">
            <a:extLst>
              <a:ext uri="{FF2B5EF4-FFF2-40B4-BE49-F238E27FC236}">
                <a16:creationId xmlns:a16="http://schemas.microsoft.com/office/drawing/2014/main" id="{545E1017-6358-51F4-B22E-2A8A3585BEA6}"/>
              </a:ext>
            </a:extLst>
          </p:cNvPr>
          <p:cNvSpPr/>
          <p:nvPr userDrawn="1"/>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15" name="Text Placeholder 19">
            <a:extLst>
              <a:ext uri="{FF2B5EF4-FFF2-40B4-BE49-F238E27FC236}">
                <a16:creationId xmlns:a16="http://schemas.microsoft.com/office/drawing/2014/main" id="{1AA7046A-1CDC-056D-532A-F31A7E12BD77}"/>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Tree>
    <p:extLst>
      <p:ext uri="{BB962C8B-B14F-4D97-AF65-F5344CB8AC3E}">
        <p14:creationId xmlns:p14="http://schemas.microsoft.com/office/powerpoint/2010/main" val="226321689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Full Image with small text 2B">
    <p:bg>
      <p:bgPr>
        <a:solidFill>
          <a:schemeClr val="tx2"/>
        </a:solidFill>
        <a:effectLst/>
      </p:bgPr>
    </p:bg>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4D203AA6-2EA2-626A-FC47-8FFDD0084F04}"/>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8" name="Text Placeholder 19">
            <a:extLst>
              <a:ext uri="{FF2B5EF4-FFF2-40B4-BE49-F238E27FC236}">
                <a16:creationId xmlns:a16="http://schemas.microsoft.com/office/drawing/2014/main" id="{5A8D25AD-BDBF-8B37-D1B0-C4683FA565A1}"/>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2" name="Slide Number Placeholder 5">
            <a:extLst>
              <a:ext uri="{FF2B5EF4-FFF2-40B4-BE49-F238E27FC236}">
                <a16:creationId xmlns:a16="http://schemas.microsoft.com/office/drawing/2014/main" id="{3109C3A3-D028-1D13-F79B-EA211A7133A2}"/>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22C4E44-BBAF-DC41-A3A4-D519FB749328}"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11530994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Mosaic 1 - white">
    <p:bg>
      <p:bgPr>
        <a:solidFill>
          <a:schemeClr val="bg1"/>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F0871882-9EE8-B4E5-78D3-CE832ABBC5F9}"/>
              </a:ext>
            </a:extLst>
          </p:cNvPr>
          <p:cNvSpPr>
            <a:spLocks noGrp="1"/>
          </p:cNvSpPr>
          <p:nvPr>
            <p:ph type="title" hasCustomPrompt="1"/>
          </p:nvPr>
        </p:nvSpPr>
        <p:spPr>
          <a:xfrm>
            <a:off x="731520" y="-731520"/>
            <a:ext cx="10698480" cy="731520"/>
          </a:xfrm>
        </p:spPr>
        <p:txBody>
          <a:bodyPr lIns="0"/>
          <a:lstStyle>
            <a:lvl1pPr>
              <a:defRPr b="1" i="0">
                <a:solidFill>
                  <a:schemeClr val="tx2"/>
                </a:solidFill>
              </a:defRPr>
            </a:lvl1pPr>
          </a:lstStyle>
          <a:p>
            <a:r>
              <a:rPr lang="en-US" dirty="0"/>
              <a:t>Add a title for a screen reader</a:t>
            </a:r>
          </a:p>
        </p:txBody>
      </p:sp>
      <p:sp>
        <p:nvSpPr>
          <p:cNvPr id="9" name="Picture Placeholder 8">
            <a:extLst>
              <a:ext uri="{FF2B5EF4-FFF2-40B4-BE49-F238E27FC236}">
                <a16:creationId xmlns:a16="http://schemas.microsoft.com/office/drawing/2014/main" id="{27D0585D-C095-3EEE-0F5B-19B858C2EE45}"/>
              </a:ext>
            </a:extLst>
          </p:cNvPr>
          <p:cNvSpPr>
            <a:spLocks noGrp="1"/>
          </p:cNvSpPr>
          <p:nvPr>
            <p:ph type="pic" sz="quarter" idx="10"/>
          </p:nvPr>
        </p:nvSpPr>
        <p:spPr>
          <a:xfrm>
            <a:off x="114300" y="101600"/>
            <a:ext cx="4495800" cy="29083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8" name="Picture Placeholder 8">
            <a:extLst>
              <a:ext uri="{FF2B5EF4-FFF2-40B4-BE49-F238E27FC236}">
                <a16:creationId xmlns:a16="http://schemas.microsoft.com/office/drawing/2014/main" id="{8FF02B2A-FCFB-DEC3-AFC3-D9C3833C7FBF}"/>
              </a:ext>
            </a:extLst>
          </p:cNvPr>
          <p:cNvSpPr>
            <a:spLocks noGrp="1"/>
          </p:cNvSpPr>
          <p:nvPr>
            <p:ph type="pic" sz="quarter" idx="19"/>
          </p:nvPr>
        </p:nvSpPr>
        <p:spPr>
          <a:xfrm>
            <a:off x="4686300" y="101600"/>
            <a:ext cx="3619500" cy="11557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5" name="Picture Placeholder 8">
            <a:extLst>
              <a:ext uri="{FF2B5EF4-FFF2-40B4-BE49-F238E27FC236}">
                <a16:creationId xmlns:a16="http://schemas.microsoft.com/office/drawing/2014/main" id="{D3B8FFFD-1BC4-9B55-62A9-3B6D36DFEEB4}"/>
              </a:ext>
            </a:extLst>
          </p:cNvPr>
          <p:cNvSpPr>
            <a:spLocks noGrp="1"/>
          </p:cNvSpPr>
          <p:nvPr>
            <p:ph type="pic" sz="quarter" idx="16"/>
          </p:nvPr>
        </p:nvSpPr>
        <p:spPr>
          <a:xfrm>
            <a:off x="4686300" y="1346200"/>
            <a:ext cx="3619500" cy="16764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6" name="Picture Placeholder 8">
            <a:extLst>
              <a:ext uri="{FF2B5EF4-FFF2-40B4-BE49-F238E27FC236}">
                <a16:creationId xmlns:a16="http://schemas.microsoft.com/office/drawing/2014/main" id="{433551BD-9F14-A61E-3F27-1091EBBA2807}"/>
              </a:ext>
            </a:extLst>
          </p:cNvPr>
          <p:cNvSpPr>
            <a:spLocks noGrp="1"/>
          </p:cNvSpPr>
          <p:nvPr>
            <p:ph type="pic" sz="quarter" idx="17"/>
          </p:nvPr>
        </p:nvSpPr>
        <p:spPr>
          <a:xfrm>
            <a:off x="8382000" y="101600"/>
            <a:ext cx="3695700" cy="29210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0" name="Picture Placeholder 8">
            <a:extLst>
              <a:ext uri="{FF2B5EF4-FFF2-40B4-BE49-F238E27FC236}">
                <a16:creationId xmlns:a16="http://schemas.microsoft.com/office/drawing/2014/main" id="{33C4D819-9396-05E8-9000-6DDBC39CFCDD}"/>
              </a:ext>
            </a:extLst>
          </p:cNvPr>
          <p:cNvSpPr>
            <a:spLocks noGrp="1"/>
          </p:cNvSpPr>
          <p:nvPr>
            <p:ph type="pic" sz="quarter" idx="11"/>
          </p:nvPr>
        </p:nvSpPr>
        <p:spPr>
          <a:xfrm>
            <a:off x="114300" y="3098800"/>
            <a:ext cx="2273300" cy="36576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1" name="Picture Placeholder 8">
            <a:extLst>
              <a:ext uri="{FF2B5EF4-FFF2-40B4-BE49-F238E27FC236}">
                <a16:creationId xmlns:a16="http://schemas.microsoft.com/office/drawing/2014/main" id="{C833A6FF-9691-FFB6-D5CD-743E3081A972}"/>
              </a:ext>
              <a:ext uri="{C183D7F6-B498-43B3-948B-1728B52AA6E4}">
                <adec:decorative xmlns:adec="http://schemas.microsoft.com/office/drawing/2017/decorative" val="0"/>
              </a:ext>
            </a:extLst>
          </p:cNvPr>
          <p:cNvSpPr>
            <a:spLocks noGrp="1"/>
          </p:cNvSpPr>
          <p:nvPr>
            <p:ph type="pic" sz="quarter" idx="12"/>
          </p:nvPr>
        </p:nvSpPr>
        <p:spPr>
          <a:xfrm>
            <a:off x="2476500" y="3098800"/>
            <a:ext cx="3619500" cy="16764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2" name="Picture Placeholder 8">
            <a:extLst>
              <a:ext uri="{FF2B5EF4-FFF2-40B4-BE49-F238E27FC236}">
                <a16:creationId xmlns:a16="http://schemas.microsoft.com/office/drawing/2014/main" id="{6FFBB9A9-76F4-16D5-A96C-7C41C85A68A1}"/>
              </a:ext>
              <a:ext uri="{C183D7F6-B498-43B3-948B-1728B52AA6E4}">
                <adec:decorative xmlns:adec="http://schemas.microsoft.com/office/drawing/2017/decorative" val="0"/>
              </a:ext>
            </a:extLst>
          </p:cNvPr>
          <p:cNvSpPr>
            <a:spLocks noGrp="1"/>
          </p:cNvSpPr>
          <p:nvPr>
            <p:ph type="pic" sz="quarter" idx="13"/>
          </p:nvPr>
        </p:nvSpPr>
        <p:spPr>
          <a:xfrm>
            <a:off x="2476500" y="4864100"/>
            <a:ext cx="2133600" cy="18923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3" name="Picture Placeholder 8">
            <a:extLst>
              <a:ext uri="{FF2B5EF4-FFF2-40B4-BE49-F238E27FC236}">
                <a16:creationId xmlns:a16="http://schemas.microsoft.com/office/drawing/2014/main" id="{891820B4-67F3-B48D-800C-5F60CE052445}"/>
              </a:ext>
            </a:extLst>
          </p:cNvPr>
          <p:cNvSpPr>
            <a:spLocks noGrp="1"/>
          </p:cNvSpPr>
          <p:nvPr>
            <p:ph type="pic" sz="quarter" idx="14"/>
          </p:nvPr>
        </p:nvSpPr>
        <p:spPr>
          <a:xfrm>
            <a:off x="4699000" y="4864100"/>
            <a:ext cx="1397000" cy="18923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4" name="Picture Placeholder 8">
            <a:extLst>
              <a:ext uri="{FF2B5EF4-FFF2-40B4-BE49-F238E27FC236}">
                <a16:creationId xmlns:a16="http://schemas.microsoft.com/office/drawing/2014/main" id="{08BD8956-5A04-BFD8-BB86-E49CAC826211}"/>
              </a:ext>
            </a:extLst>
          </p:cNvPr>
          <p:cNvSpPr>
            <a:spLocks noGrp="1"/>
          </p:cNvSpPr>
          <p:nvPr>
            <p:ph type="pic" sz="quarter" idx="15"/>
          </p:nvPr>
        </p:nvSpPr>
        <p:spPr>
          <a:xfrm>
            <a:off x="6184900" y="3098800"/>
            <a:ext cx="3327400" cy="36576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7" name="Picture Placeholder 8">
            <a:extLst>
              <a:ext uri="{FF2B5EF4-FFF2-40B4-BE49-F238E27FC236}">
                <a16:creationId xmlns:a16="http://schemas.microsoft.com/office/drawing/2014/main" id="{0ED2719F-DAAA-0AE5-5F93-3BF892CD3619}"/>
              </a:ext>
            </a:extLst>
          </p:cNvPr>
          <p:cNvSpPr>
            <a:spLocks noGrp="1"/>
          </p:cNvSpPr>
          <p:nvPr>
            <p:ph type="pic" sz="quarter" idx="18"/>
          </p:nvPr>
        </p:nvSpPr>
        <p:spPr>
          <a:xfrm>
            <a:off x="9588500" y="3098800"/>
            <a:ext cx="2489200" cy="36576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Tree>
    <p:extLst>
      <p:ext uri="{BB962C8B-B14F-4D97-AF65-F5344CB8AC3E}">
        <p14:creationId xmlns:p14="http://schemas.microsoft.com/office/powerpoint/2010/main" val="285943571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Mosaic  2 - white">
    <p:bg>
      <p:bgPr>
        <a:solidFill>
          <a:schemeClr val="bg1"/>
        </a:solidFill>
        <a:effectLst/>
      </p:bgPr>
    </p:bg>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EEEC6AD8-6957-D7C1-99EF-E0E47436B3C0}"/>
              </a:ext>
            </a:extLst>
          </p:cNvPr>
          <p:cNvSpPr>
            <a:spLocks noGrp="1"/>
          </p:cNvSpPr>
          <p:nvPr>
            <p:ph type="title" hasCustomPrompt="1"/>
          </p:nvPr>
        </p:nvSpPr>
        <p:spPr>
          <a:xfrm>
            <a:off x="731520" y="-731520"/>
            <a:ext cx="10698480" cy="731520"/>
          </a:xfrm>
        </p:spPr>
        <p:txBody>
          <a:bodyPr lIns="0"/>
          <a:lstStyle>
            <a:lvl1pPr>
              <a:defRPr b="1" i="0">
                <a:solidFill>
                  <a:schemeClr val="tx2"/>
                </a:solidFill>
              </a:defRPr>
            </a:lvl1pPr>
          </a:lstStyle>
          <a:p>
            <a:r>
              <a:rPr lang="en-US" dirty="0"/>
              <a:t>Add a title for a screen reader</a:t>
            </a:r>
          </a:p>
        </p:txBody>
      </p:sp>
      <p:sp>
        <p:nvSpPr>
          <p:cNvPr id="9" name="Picture Placeholder 8">
            <a:extLst>
              <a:ext uri="{FF2B5EF4-FFF2-40B4-BE49-F238E27FC236}">
                <a16:creationId xmlns:a16="http://schemas.microsoft.com/office/drawing/2014/main" id="{27D0585D-C095-3EEE-0F5B-19B858C2EE45}"/>
              </a:ext>
            </a:extLst>
          </p:cNvPr>
          <p:cNvSpPr>
            <a:spLocks noGrp="1"/>
          </p:cNvSpPr>
          <p:nvPr>
            <p:ph type="pic" sz="quarter" idx="10"/>
          </p:nvPr>
        </p:nvSpPr>
        <p:spPr>
          <a:xfrm>
            <a:off x="114300" y="101600"/>
            <a:ext cx="4495800" cy="6654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5" name="Picture Placeholder 8">
            <a:extLst>
              <a:ext uri="{FF2B5EF4-FFF2-40B4-BE49-F238E27FC236}">
                <a16:creationId xmlns:a16="http://schemas.microsoft.com/office/drawing/2014/main" id="{D3B8FFFD-1BC4-9B55-62A9-3B6D36DFEEB4}"/>
              </a:ext>
            </a:extLst>
          </p:cNvPr>
          <p:cNvSpPr>
            <a:spLocks noGrp="1"/>
          </p:cNvSpPr>
          <p:nvPr>
            <p:ph type="pic" sz="quarter" idx="16"/>
          </p:nvPr>
        </p:nvSpPr>
        <p:spPr>
          <a:xfrm>
            <a:off x="4686300" y="101600"/>
            <a:ext cx="3619500" cy="3987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3" name="Picture Placeholder 8">
            <a:extLst>
              <a:ext uri="{FF2B5EF4-FFF2-40B4-BE49-F238E27FC236}">
                <a16:creationId xmlns:a16="http://schemas.microsoft.com/office/drawing/2014/main" id="{E8A4DCED-64AD-17C7-173D-5A09A06BB60C}"/>
              </a:ext>
            </a:extLst>
          </p:cNvPr>
          <p:cNvSpPr>
            <a:spLocks noGrp="1"/>
          </p:cNvSpPr>
          <p:nvPr>
            <p:ph type="pic" sz="quarter" idx="19"/>
          </p:nvPr>
        </p:nvSpPr>
        <p:spPr>
          <a:xfrm>
            <a:off x="8382000" y="101600"/>
            <a:ext cx="3695700" cy="25781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2" name="Picture Placeholder 8">
            <a:extLst>
              <a:ext uri="{FF2B5EF4-FFF2-40B4-BE49-F238E27FC236}">
                <a16:creationId xmlns:a16="http://schemas.microsoft.com/office/drawing/2014/main" id="{EE1E0890-C5A2-4CC9-35D8-2A8ECDEB9426}"/>
              </a:ext>
            </a:extLst>
          </p:cNvPr>
          <p:cNvSpPr>
            <a:spLocks noGrp="1"/>
          </p:cNvSpPr>
          <p:nvPr>
            <p:ph type="pic" sz="quarter" idx="18"/>
          </p:nvPr>
        </p:nvSpPr>
        <p:spPr>
          <a:xfrm>
            <a:off x="4686300" y="4178300"/>
            <a:ext cx="3619500" cy="25781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6" name="Picture Placeholder 8">
            <a:extLst>
              <a:ext uri="{FF2B5EF4-FFF2-40B4-BE49-F238E27FC236}">
                <a16:creationId xmlns:a16="http://schemas.microsoft.com/office/drawing/2014/main" id="{433551BD-9F14-A61E-3F27-1091EBBA2807}"/>
              </a:ext>
            </a:extLst>
          </p:cNvPr>
          <p:cNvSpPr>
            <a:spLocks noGrp="1"/>
          </p:cNvSpPr>
          <p:nvPr>
            <p:ph type="pic" sz="quarter" idx="17"/>
          </p:nvPr>
        </p:nvSpPr>
        <p:spPr>
          <a:xfrm>
            <a:off x="8382000" y="2768600"/>
            <a:ext cx="3695700" cy="3987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Tree>
    <p:extLst>
      <p:ext uri="{BB962C8B-B14F-4D97-AF65-F5344CB8AC3E}">
        <p14:creationId xmlns:p14="http://schemas.microsoft.com/office/powerpoint/2010/main" val="127732264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Mosaic 2 - gray">
    <p:bg>
      <p:bgPr>
        <a:solidFill>
          <a:schemeClr val="tx2"/>
        </a:solidFill>
        <a:effectLst/>
      </p:bgPr>
    </p:bg>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991F2013-00BD-2777-B009-4CF1D8C906B1}"/>
              </a:ext>
            </a:extLst>
          </p:cNvPr>
          <p:cNvSpPr>
            <a:spLocks noGrp="1"/>
          </p:cNvSpPr>
          <p:nvPr>
            <p:ph type="title" hasCustomPrompt="1"/>
          </p:nvPr>
        </p:nvSpPr>
        <p:spPr>
          <a:xfrm>
            <a:off x="731520" y="-731520"/>
            <a:ext cx="10698480" cy="731520"/>
          </a:xfrm>
        </p:spPr>
        <p:txBody>
          <a:bodyPr lIns="0"/>
          <a:lstStyle>
            <a:lvl1pPr>
              <a:defRPr b="1" i="0">
                <a:solidFill>
                  <a:schemeClr val="tx2"/>
                </a:solidFill>
              </a:defRPr>
            </a:lvl1pPr>
          </a:lstStyle>
          <a:p>
            <a:r>
              <a:rPr lang="en-US" dirty="0"/>
              <a:t>Add a title for a screen reader</a:t>
            </a:r>
          </a:p>
        </p:txBody>
      </p:sp>
      <p:sp>
        <p:nvSpPr>
          <p:cNvPr id="9" name="Picture Placeholder 8">
            <a:extLst>
              <a:ext uri="{FF2B5EF4-FFF2-40B4-BE49-F238E27FC236}">
                <a16:creationId xmlns:a16="http://schemas.microsoft.com/office/drawing/2014/main" id="{27D0585D-C095-3EEE-0F5B-19B858C2EE45}"/>
              </a:ext>
            </a:extLst>
          </p:cNvPr>
          <p:cNvSpPr>
            <a:spLocks noGrp="1"/>
          </p:cNvSpPr>
          <p:nvPr>
            <p:ph type="pic" sz="quarter" idx="10"/>
          </p:nvPr>
        </p:nvSpPr>
        <p:spPr>
          <a:xfrm>
            <a:off x="114300" y="101600"/>
            <a:ext cx="4495800" cy="6654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5" name="Picture Placeholder 8">
            <a:extLst>
              <a:ext uri="{FF2B5EF4-FFF2-40B4-BE49-F238E27FC236}">
                <a16:creationId xmlns:a16="http://schemas.microsoft.com/office/drawing/2014/main" id="{D3B8FFFD-1BC4-9B55-62A9-3B6D36DFEEB4}"/>
              </a:ext>
            </a:extLst>
          </p:cNvPr>
          <p:cNvSpPr>
            <a:spLocks noGrp="1"/>
          </p:cNvSpPr>
          <p:nvPr>
            <p:ph type="pic" sz="quarter" idx="16"/>
          </p:nvPr>
        </p:nvSpPr>
        <p:spPr>
          <a:xfrm>
            <a:off x="4686300" y="101600"/>
            <a:ext cx="3619500" cy="3987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3" name="Picture Placeholder 8">
            <a:extLst>
              <a:ext uri="{FF2B5EF4-FFF2-40B4-BE49-F238E27FC236}">
                <a16:creationId xmlns:a16="http://schemas.microsoft.com/office/drawing/2014/main" id="{E8A4DCED-64AD-17C7-173D-5A09A06BB60C}"/>
              </a:ext>
            </a:extLst>
          </p:cNvPr>
          <p:cNvSpPr>
            <a:spLocks noGrp="1"/>
          </p:cNvSpPr>
          <p:nvPr>
            <p:ph type="pic" sz="quarter" idx="19"/>
          </p:nvPr>
        </p:nvSpPr>
        <p:spPr>
          <a:xfrm>
            <a:off x="8382000" y="101600"/>
            <a:ext cx="3695700" cy="25781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2" name="Picture Placeholder 8">
            <a:extLst>
              <a:ext uri="{FF2B5EF4-FFF2-40B4-BE49-F238E27FC236}">
                <a16:creationId xmlns:a16="http://schemas.microsoft.com/office/drawing/2014/main" id="{EE1E0890-C5A2-4CC9-35D8-2A8ECDEB9426}"/>
              </a:ext>
            </a:extLst>
          </p:cNvPr>
          <p:cNvSpPr>
            <a:spLocks noGrp="1"/>
          </p:cNvSpPr>
          <p:nvPr>
            <p:ph type="pic" sz="quarter" idx="18"/>
          </p:nvPr>
        </p:nvSpPr>
        <p:spPr>
          <a:xfrm>
            <a:off x="4686300" y="4178300"/>
            <a:ext cx="3619500" cy="25781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6" name="Picture Placeholder 8">
            <a:extLst>
              <a:ext uri="{FF2B5EF4-FFF2-40B4-BE49-F238E27FC236}">
                <a16:creationId xmlns:a16="http://schemas.microsoft.com/office/drawing/2014/main" id="{433551BD-9F14-A61E-3F27-1091EBBA2807}"/>
              </a:ext>
            </a:extLst>
          </p:cNvPr>
          <p:cNvSpPr>
            <a:spLocks noGrp="1"/>
          </p:cNvSpPr>
          <p:nvPr>
            <p:ph type="pic" sz="quarter" idx="17"/>
          </p:nvPr>
        </p:nvSpPr>
        <p:spPr>
          <a:xfrm>
            <a:off x="8382000" y="2768600"/>
            <a:ext cx="3695700" cy="3987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Tree>
    <p:extLst>
      <p:ext uri="{BB962C8B-B14F-4D97-AF65-F5344CB8AC3E}">
        <p14:creationId xmlns:p14="http://schemas.microsoft.com/office/powerpoint/2010/main" val="48363132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Mosaic 2 - gold">
    <p:bg>
      <p:bgPr>
        <a:solidFill>
          <a:schemeClr val="accent1"/>
        </a:solidFill>
        <a:effectLst/>
      </p:bgPr>
    </p:bg>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8E312D49-3D07-F2F3-4091-96EEC198FED0}"/>
              </a:ext>
            </a:extLst>
          </p:cNvPr>
          <p:cNvSpPr>
            <a:spLocks noGrp="1"/>
          </p:cNvSpPr>
          <p:nvPr>
            <p:ph type="title" hasCustomPrompt="1"/>
          </p:nvPr>
        </p:nvSpPr>
        <p:spPr>
          <a:xfrm>
            <a:off x="731520" y="-731520"/>
            <a:ext cx="10698480" cy="731520"/>
          </a:xfrm>
        </p:spPr>
        <p:txBody>
          <a:bodyPr lIns="0"/>
          <a:lstStyle>
            <a:lvl1pPr>
              <a:defRPr b="1" i="0">
                <a:solidFill>
                  <a:schemeClr val="tx2"/>
                </a:solidFill>
              </a:defRPr>
            </a:lvl1pPr>
          </a:lstStyle>
          <a:p>
            <a:r>
              <a:rPr lang="en-US" dirty="0"/>
              <a:t>Add title for a screen reader</a:t>
            </a:r>
          </a:p>
        </p:txBody>
      </p:sp>
      <p:sp>
        <p:nvSpPr>
          <p:cNvPr id="9" name="Picture Placeholder 8">
            <a:extLst>
              <a:ext uri="{FF2B5EF4-FFF2-40B4-BE49-F238E27FC236}">
                <a16:creationId xmlns:a16="http://schemas.microsoft.com/office/drawing/2014/main" id="{27D0585D-C095-3EEE-0F5B-19B858C2EE45}"/>
              </a:ext>
            </a:extLst>
          </p:cNvPr>
          <p:cNvSpPr>
            <a:spLocks noGrp="1"/>
          </p:cNvSpPr>
          <p:nvPr>
            <p:ph type="pic" sz="quarter" idx="10"/>
          </p:nvPr>
        </p:nvSpPr>
        <p:spPr>
          <a:xfrm>
            <a:off x="114300" y="101600"/>
            <a:ext cx="4495800" cy="6654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5" name="Picture Placeholder 8">
            <a:extLst>
              <a:ext uri="{FF2B5EF4-FFF2-40B4-BE49-F238E27FC236}">
                <a16:creationId xmlns:a16="http://schemas.microsoft.com/office/drawing/2014/main" id="{D3B8FFFD-1BC4-9B55-62A9-3B6D36DFEEB4}"/>
              </a:ext>
            </a:extLst>
          </p:cNvPr>
          <p:cNvSpPr>
            <a:spLocks noGrp="1"/>
          </p:cNvSpPr>
          <p:nvPr>
            <p:ph type="pic" sz="quarter" idx="16"/>
          </p:nvPr>
        </p:nvSpPr>
        <p:spPr>
          <a:xfrm>
            <a:off x="4686300" y="101600"/>
            <a:ext cx="3619500" cy="3987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3" name="Picture Placeholder 8">
            <a:extLst>
              <a:ext uri="{FF2B5EF4-FFF2-40B4-BE49-F238E27FC236}">
                <a16:creationId xmlns:a16="http://schemas.microsoft.com/office/drawing/2014/main" id="{E8A4DCED-64AD-17C7-173D-5A09A06BB60C}"/>
              </a:ext>
            </a:extLst>
          </p:cNvPr>
          <p:cNvSpPr>
            <a:spLocks noGrp="1"/>
          </p:cNvSpPr>
          <p:nvPr>
            <p:ph type="pic" sz="quarter" idx="19"/>
          </p:nvPr>
        </p:nvSpPr>
        <p:spPr>
          <a:xfrm>
            <a:off x="8382000" y="101600"/>
            <a:ext cx="3695700" cy="25781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2" name="Picture Placeholder 8">
            <a:extLst>
              <a:ext uri="{FF2B5EF4-FFF2-40B4-BE49-F238E27FC236}">
                <a16:creationId xmlns:a16="http://schemas.microsoft.com/office/drawing/2014/main" id="{EE1E0890-C5A2-4CC9-35D8-2A8ECDEB9426}"/>
              </a:ext>
            </a:extLst>
          </p:cNvPr>
          <p:cNvSpPr>
            <a:spLocks noGrp="1"/>
          </p:cNvSpPr>
          <p:nvPr>
            <p:ph type="pic" sz="quarter" idx="18"/>
          </p:nvPr>
        </p:nvSpPr>
        <p:spPr>
          <a:xfrm>
            <a:off x="4686300" y="4178300"/>
            <a:ext cx="3619500" cy="25781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6" name="Picture Placeholder 8">
            <a:extLst>
              <a:ext uri="{FF2B5EF4-FFF2-40B4-BE49-F238E27FC236}">
                <a16:creationId xmlns:a16="http://schemas.microsoft.com/office/drawing/2014/main" id="{433551BD-9F14-A61E-3F27-1091EBBA2807}"/>
              </a:ext>
            </a:extLst>
          </p:cNvPr>
          <p:cNvSpPr>
            <a:spLocks noGrp="1"/>
          </p:cNvSpPr>
          <p:nvPr>
            <p:ph type="pic" sz="quarter" idx="17"/>
          </p:nvPr>
        </p:nvSpPr>
        <p:spPr>
          <a:xfrm>
            <a:off x="8382000" y="2768600"/>
            <a:ext cx="3695700" cy="3987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Tree>
    <p:extLst>
      <p:ext uri="{BB962C8B-B14F-4D97-AF65-F5344CB8AC3E}">
        <p14:creationId xmlns:p14="http://schemas.microsoft.com/office/powerpoint/2010/main" val="292481422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3 Part Stat - white">
    <p:bg>
      <p:bgPr>
        <a:solidFill>
          <a:schemeClr val="bg1"/>
        </a:solidFill>
        <a:effectLst/>
      </p:bgPr>
    </p:bg>
    <p:spTree>
      <p:nvGrpSpPr>
        <p:cNvPr id="1" name=""/>
        <p:cNvGrpSpPr/>
        <p:nvPr/>
      </p:nvGrpSpPr>
      <p:grpSpPr>
        <a:xfrm>
          <a:off x="0" y="0"/>
          <a:ext cx="0" cy="0"/>
          <a:chOff x="0" y="0"/>
          <a:chExt cx="0" cy="0"/>
        </a:xfrm>
      </p:grpSpPr>
      <p:sp>
        <p:nvSpPr>
          <p:cNvPr id="27" name="Title 12">
            <a:extLst>
              <a:ext uri="{FF2B5EF4-FFF2-40B4-BE49-F238E27FC236}">
                <a16:creationId xmlns:a16="http://schemas.microsoft.com/office/drawing/2014/main" id="{399269B8-4426-0104-2ACC-8914BFE01777}"/>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10" name="Text Placeholder 14">
            <a:extLst>
              <a:ext uri="{FF2B5EF4-FFF2-40B4-BE49-F238E27FC236}">
                <a16:creationId xmlns:a16="http://schemas.microsoft.com/office/drawing/2014/main" id="{8E90701E-7F28-6411-667C-697BA54F4A20}"/>
              </a:ext>
            </a:extLst>
          </p:cNvPr>
          <p:cNvSpPr>
            <a:spLocks noGrp="1"/>
          </p:cNvSpPr>
          <p:nvPr>
            <p:ph type="body" sz="quarter" idx="17" hasCustomPrompt="1"/>
          </p:nvPr>
        </p:nvSpPr>
        <p:spPr>
          <a:xfrm>
            <a:off x="731520" y="1371600"/>
            <a:ext cx="3291840" cy="811212"/>
          </a:xfrm>
          <a:prstGeom prst="rect">
            <a:avLst/>
          </a:prstGeom>
        </p:spPr>
        <p:txBody>
          <a:bodyPr anchor="b">
            <a:noAutofit/>
          </a:bodyPr>
          <a:lstStyle>
            <a:lvl1pPr marL="0" indent="0" algn="ctr">
              <a:buNone/>
              <a:defRPr sz="4000" b="0" i="0">
                <a:solidFill>
                  <a:schemeClr val="tx2"/>
                </a:solidFill>
                <a:latin typeface="Franklin Gothic Demi" panose="020B0603020102020204" pitchFamily="34" charset="0"/>
                <a:cs typeface="Arial" panose="020B0604020202020204" pitchFamily="34" charset="0"/>
              </a:defRPr>
            </a:lvl1pPr>
          </a:lstStyle>
          <a:p>
            <a:pPr lvl="0"/>
            <a:r>
              <a:rPr lang="en-US"/>
              <a:t>Add stat</a:t>
            </a:r>
          </a:p>
        </p:txBody>
      </p:sp>
      <p:sp>
        <p:nvSpPr>
          <p:cNvPr id="11" name="Text Placeholder 16">
            <a:extLst>
              <a:ext uri="{FF2B5EF4-FFF2-40B4-BE49-F238E27FC236}">
                <a16:creationId xmlns:a16="http://schemas.microsoft.com/office/drawing/2014/main" id="{5AC5FED3-8E19-7F6B-A3E5-4F8543D92EF2}"/>
              </a:ext>
            </a:extLst>
          </p:cNvPr>
          <p:cNvSpPr>
            <a:spLocks noGrp="1"/>
          </p:cNvSpPr>
          <p:nvPr>
            <p:ph type="body" sz="quarter" idx="18" hasCustomPrompt="1"/>
          </p:nvPr>
        </p:nvSpPr>
        <p:spPr>
          <a:xfrm>
            <a:off x="731520" y="2356343"/>
            <a:ext cx="3291840" cy="384175"/>
          </a:xfrm>
          <a:prstGeom prst="rect">
            <a:avLst/>
          </a:prstGeom>
        </p:spPr>
        <p:txBody>
          <a:bodyPr anchor="t">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9" name="Content Placeholder 3">
            <a:extLst>
              <a:ext uri="{FF2B5EF4-FFF2-40B4-BE49-F238E27FC236}">
                <a16:creationId xmlns:a16="http://schemas.microsoft.com/office/drawing/2014/main" id="{F8C9EE5B-9A58-7448-02C9-827CA452D2F5}"/>
              </a:ext>
            </a:extLst>
          </p:cNvPr>
          <p:cNvSpPr>
            <a:spLocks noGrp="1"/>
          </p:cNvSpPr>
          <p:nvPr>
            <p:ph sz="half" idx="14" hasCustomPrompt="1"/>
          </p:nvPr>
        </p:nvSpPr>
        <p:spPr>
          <a:xfrm>
            <a:off x="731520" y="2768121"/>
            <a:ext cx="3291840" cy="2950508"/>
          </a:xfrm>
          <a:prstGeom prst="rect">
            <a:avLst/>
          </a:prstGeom>
        </p:spPr>
        <p:txBody>
          <a:bodyPr>
            <a:normAutofit/>
          </a:bodyPr>
          <a:lstStyle>
            <a:lvl1pPr marL="137160" indent="-137160">
              <a:buClr>
                <a:schemeClr val="accent1"/>
              </a:buClr>
              <a:defRPr sz="1800" b="0" i="0">
                <a:solidFill>
                  <a:schemeClr val="tx2"/>
                </a:solidFill>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Click to edit text</a:t>
            </a:r>
          </a:p>
        </p:txBody>
      </p:sp>
      <p:sp>
        <p:nvSpPr>
          <p:cNvPr id="3" name="Text Placeholder 14">
            <a:extLst>
              <a:ext uri="{FF2B5EF4-FFF2-40B4-BE49-F238E27FC236}">
                <a16:creationId xmlns:a16="http://schemas.microsoft.com/office/drawing/2014/main" id="{5220CD8A-5235-F534-3DD9-9F519AD62755}"/>
              </a:ext>
            </a:extLst>
          </p:cNvPr>
          <p:cNvSpPr>
            <a:spLocks noGrp="1"/>
          </p:cNvSpPr>
          <p:nvPr>
            <p:ph type="body" sz="quarter" idx="20" hasCustomPrompt="1"/>
          </p:nvPr>
        </p:nvSpPr>
        <p:spPr>
          <a:xfrm>
            <a:off x="4450080" y="1371600"/>
            <a:ext cx="3291840" cy="811212"/>
          </a:xfrm>
          <a:prstGeom prst="rect">
            <a:avLst/>
          </a:prstGeom>
        </p:spPr>
        <p:txBody>
          <a:bodyPr anchor="b">
            <a:noAutofit/>
          </a:bodyPr>
          <a:lstStyle>
            <a:lvl1pPr marL="0" indent="0" algn="ctr">
              <a:buNone/>
              <a:defRPr sz="4000" b="0" i="0">
                <a:solidFill>
                  <a:schemeClr val="tx2"/>
                </a:solidFill>
                <a:latin typeface="Franklin Gothic Demi" panose="020B0603020102020204" pitchFamily="34" charset="0"/>
                <a:cs typeface="Arial" panose="020B0604020202020204" pitchFamily="34" charset="0"/>
              </a:defRPr>
            </a:lvl1pPr>
          </a:lstStyle>
          <a:p>
            <a:pPr lvl="0"/>
            <a:r>
              <a:rPr lang="en-US"/>
              <a:t>Add stat</a:t>
            </a:r>
          </a:p>
        </p:txBody>
      </p:sp>
      <p:sp>
        <p:nvSpPr>
          <p:cNvPr id="4" name="Text Placeholder 16">
            <a:extLst>
              <a:ext uri="{FF2B5EF4-FFF2-40B4-BE49-F238E27FC236}">
                <a16:creationId xmlns:a16="http://schemas.microsoft.com/office/drawing/2014/main" id="{1908B3E4-FC71-40C3-DF40-51C788B248FF}"/>
              </a:ext>
            </a:extLst>
          </p:cNvPr>
          <p:cNvSpPr>
            <a:spLocks noGrp="1"/>
          </p:cNvSpPr>
          <p:nvPr>
            <p:ph type="body" sz="quarter" idx="21" hasCustomPrompt="1"/>
          </p:nvPr>
        </p:nvSpPr>
        <p:spPr>
          <a:xfrm>
            <a:off x="4450080" y="2356343"/>
            <a:ext cx="3291840" cy="384175"/>
          </a:xfrm>
          <a:prstGeom prst="rect">
            <a:avLst/>
          </a:prstGeom>
        </p:spPr>
        <p:txBody>
          <a:bodyPr anchor="t">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 name="Content Placeholder 3">
            <a:extLst>
              <a:ext uri="{FF2B5EF4-FFF2-40B4-BE49-F238E27FC236}">
                <a16:creationId xmlns:a16="http://schemas.microsoft.com/office/drawing/2014/main" id="{A1D29AF1-CB93-AB50-BEB4-88DEB96E30A5}"/>
              </a:ext>
            </a:extLst>
          </p:cNvPr>
          <p:cNvSpPr>
            <a:spLocks noGrp="1"/>
          </p:cNvSpPr>
          <p:nvPr>
            <p:ph sz="half" idx="19" hasCustomPrompt="1"/>
          </p:nvPr>
        </p:nvSpPr>
        <p:spPr>
          <a:xfrm>
            <a:off x="4450080" y="2768121"/>
            <a:ext cx="3291840" cy="2950508"/>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600"/>
            </a:lvl2pPr>
            <a:lvl3pPr>
              <a:defRPr sz="1600"/>
            </a:lvl3pPr>
            <a:lvl4pPr>
              <a:defRPr sz="1600"/>
            </a:lvl4pPr>
            <a:lvl5pPr>
              <a:defRPr sz="16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6" name="Text Placeholder 14">
            <a:extLst>
              <a:ext uri="{FF2B5EF4-FFF2-40B4-BE49-F238E27FC236}">
                <a16:creationId xmlns:a16="http://schemas.microsoft.com/office/drawing/2014/main" id="{0042CB49-A81B-7E0A-C458-41EA1A3E1456}"/>
              </a:ext>
            </a:extLst>
          </p:cNvPr>
          <p:cNvSpPr>
            <a:spLocks noGrp="1"/>
          </p:cNvSpPr>
          <p:nvPr>
            <p:ph type="body" sz="quarter" idx="23" hasCustomPrompt="1"/>
          </p:nvPr>
        </p:nvSpPr>
        <p:spPr>
          <a:xfrm>
            <a:off x="8130695" y="1371600"/>
            <a:ext cx="3291840" cy="811212"/>
          </a:xfrm>
          <a:prstGeom prst="rect">
            <a:avLst/>
          </a:prstGeom>
        </p:spPr>
        <p:txBody>
          <a:bodyPr anchor="b">
            <a:noAutofit/>
          </a:bodyPr>
          <a:lstStyle>
            <a:lvl1pPr marL="0" indent="0" algn="ctr">
              <a:buNone/>
              <a:defRPr sz="4000" b="0" i="0">
                <a:solidFill>
                  <a:schemeClr val="tx2"/>
                </a:solidFill>
                <a:latin typeface="Franklin Gothic Demi" panose="020B0603020102020204" pitchFamily="34" charset="0"/>
                <a:cs typeface="Arial" panose="020B0604020202020204" pitchFamily="34" charset="0"/>
              </a:defRPr>
            </a:lvl1pPr>
          </a:lstStyle>
          <a:p>
            <a:pPr lvl="0"/>
            <a:r>
              <a:rPr lang="en-US"/>
              <a:t>Add stat</a:t>
            </a:r>
          </a:p>
        </p:txBody>
      </p:sp>
      <p:sp>
        <p:nvSpPr>
          <p:cNvPr id="16" name="Text Placeholder 16">
            <a:extLst>
              <a:ext uri="{FF2B5EF4-FFF2-40B4-BE49-F238E27FC236}">
                <a16:creationId xmlns:a16="http://schemas.microsoft.com/office/drawing/2014/main" id="{0EEEBBF9-EFDE-4DBD-0C48-8C8FEA5AE06E}"/>
              </a:ext>
            </a:extLst>
          </p:cNvPr>
          <p:cNvSpPr>
            <a:spLocks noGrp="1"/>
          </p:cNvSpPr>
          <p:nvPr>
            <p:ph type="body" sz="quarter" idx="24" hasCustomPrompt="1"/>
          </p:nvPr>
        </p:nvSpPr>
        <p:spPr>
          <a:xfrm>
            <a:off x="8130695" y="2356343"/>
            <a:ext cx="3291840" cy="384175"/>
          </a:xfrm>
          <a:prstGeom prst="rect">
            <a:avLst/>
          </a:prstGeom>
        </p:spPr>
        <p:txBody>
          <a:bodyPr anchor="t">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5" name="Content Placeholder 3">
            <a:extLst>
              <a:ext uri="{FF2B5EF4-FFF2-40B4-BE49-F238E27FC236}">
                <a16:creationId xmlns:a16="http://schemas.microsoft.com/office/drawing/2014/main" id="{BF3A7141-1F97-9A54-2FB3-53968FA43779}"/>
              </a:ext>
            </a:extLst>
          </p:cNvPr>
          <p:cNvSpPr>
            <a:spLocks noGrp="1"/>
          </p:cNvSpPr>
          <p:nvPr>
            <p:ph sz="half" idx="22" hasCustomPrompt="1"/>
          </p:nvPr>
        </p:nvSpPr>
        <p:spPr>
          <a:xfrm>
            <a:off x="8130695" y="2768121"/>
            <a:ext cx="3291840" cy="2950508"/>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600"/>
            </a:lvl2pPr>
            <a:lvl3pPr>
              <a:defRPr sz="1600"/>
            </a:lvl3pPr>
            <a:lvl4pPr>
              <a:defRPr sz="1600"/>
            </a:lvl4pPr>
            <a:lvl5pPr>
              <a:defRPr sz="16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7" name="Slide Number Placeholder 16">
            <a:extLst>
              <a:ext uri="{FF2B5EF4-FFF2-40B4-BE49-F238E27FC236}">
                <a16:creationId xmlns:a16="http://schemas.microsoft.com/office/drawing/2014/main" id="{B898A5C4-463E-457A-D8C2-68FB80B3BA8C}"/>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0521D2F-3FF7-9742-80FF-34EEC4B5AC07}"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8" name="Picture 7" descr="Central Piedmont Community College logo icon">
            <a:extLst>
              <a:ext uri="{FF2B5EF4-FFF2-40B4-BE49-F238E27FC236}">
                <a16:creationId xmlns:a16="http://schemas.microsoft.com/office/drawing/2014/main" id="{09A5AA0E-BF23-D32C-8CE7-DDF9C1444630}"/>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06058790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Graph 1 - white">
    <p:bg>
      <p:bgPr>
        <a:solidFill>
          <a:schemeClr val="bg1"/>
        </a:solidFill>
        <a:effectLst/>
      </p:bgPr>
    </p:bg>
    <p:spTree>
      <p:nvGrpSpPr>
        <p:cNvPr id="1" name=""/>
        <p:cNvGrpSpPr/>
        <p:nvPr/>
      </p:nvGrpSpPr>
      <p:grpSpPr>
        <a:xfrm>
          <a:off x="0" y="0"/>
          <a:ext cx="0" cy="0"/>
          <a:chOff x="0" y="0"/>
          <a:chExt cx="0" cy="0"/>
        </a:xfrm>
      </p:grpSpPr>
      <p:sp>
        <p:nvSpPr>
          <p:cNvPr id="27" name="Title 4">
            <a:extLst>
              <a:ext uri="{FF2B5EF4-FFF2-40B4-BE49-F238E27FC236}">
                <a16:creationId xmlns:a16="http://schemas.microsoft.com/office/drawing/2014/main" id="{1E4020EF-EA8E-DA11-0F6B-F21E2811D4B2}"/>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2" name="Chart Placeholder 8">
            <a:extLst>
              <a:ext uri="{FF2B5EF4-FFF2-40B4-BE49-F238E27FC236}">
                <a16:creationId xmlns:a16="http://schemas.microsoft.com/office/drawing/2014/main" id="{989A4D8A-8497-23DF-8D15-C29F38D5D6B8}"/>
              </a:ext>
            </a:extLst>
          </p:cNvPr>
          <p:cNvSpPr>
            <a:spLocks noGrp="1"/>
          </p:cNvSpPr>
          <p:nvPr>
            <p:ph type="chart" sz="quarter" idx="16" hasCustomPrompt="1"/>
          </p:nvPr>
        </p:nvSpPr>
        <p:spPr>
          <a:xfrm>
            <a:off x="731519" y="1188720"/>
            <a:ext cx="10698479" cy="5029200"/>
          </a:xfrm>
          <a:prstGeom prst="rect">
            <a:avLst/>
          </a:prstGeom>
        </p:spPr>
        <p:txBody>
          <a:bodyPr>
            <a:normAutofit/>
          </a:bodyPr>
          <a:lstStyle>
            <a:lvl1pPr marL="0" indent="0">
              <a:buFontTx/>
              <a:buNone/>
              <a:defRPr sz="1800" b="0" i="0">
                <a:solidFill>
                  <a:schemeClr val="tx2"/>
                </a:solidFill>
                <a:latin typeface="Franklin Gothic Book" panose="020B0503020102020204" pitchFamily="34" charset="0"/>
              </a:defRPr>
            </a:lvl1pPr>
          </a:lstStyle>
          <a:p>
            <a:r>
              <a:rPr lang="en-US"/>
              <a:t>Click icon to add graph/bar graph</a:t>
            </a:r>
          </a:p>
        </p:txBody>
      </p:sp>
      <p:sp>
        <p:nvSpPr>
          <p:cNvPr id="3" name="Slide Number Placeholder 16">
            <a:extLst>
              <a:ext uri="{FF2B5EF4-FFF2-40B4-BE49-F238E27FC236}">
                <a16:creationId xmlns:a16="http://schemas.microsoft.com/office/drawing/2014/main" id="{6C94FFA3-C05B-05A0-C6CA-CD9B7F75746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0C15190-1990-E64D-AC18-C113551EE7C5}"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A40B91A5-B254-AFC1-112C-CC65D4D2C3BF}"/>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82762936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Table 1 - white">
    <p:bg>
      <p:bgPr>
        <a:solidFill>
          <a:schemeClr val="bg1"/>
        </a:solidFill>
        <a:effectLst/>
      </p:bgPr>
    </p:bg>
    <p:spTree>
      <p:nvGrpSpPr>
        <p:cNvPr id="1" name=""/>
        <p:cNvGrpSpPr/>
        <p:nvPr/>
      </p:nvGrpSpPr>
      <p:grpSpPr>
        <a:xfrm>
          <a:off x="0" y="0"/>
          <a:ext cx="0" cy="0"/>
          <a:chOff x="0" y="0"/>
          <a:chExt cx="0" cy="0"/>
        </a:xfrm>
      </p:grpSpPr>
      <p:sp>
        <p:nvSpPr>
          <p:cNvPr id="8" name="Title 4">
            <a:extLst>
              <a:ext uri="{FF2B5EF4-FFF2-40B4-BE49-F238E27FC236}">
                <a16:creationId xmlns:a16="http://schemas.microsoft.com/office/drawing/2014/main" id="{AB59A6A7-070F-CEC0-31E9-8EC32E75058E}"/>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7" name="Table Placeholder 8">
            <a:extLst>
              <a:ext uri="{FF2B5EF4-FFF2-40B4-BE49-F238E27FC236}">
                <a16:creationId xmlns:a16="http://schemas.microsoft.com/office/drawing/2014/main" id="{E608DE11-A952-267A-9452-DB37A3FBBC72}"/>
              </a:ext>
            </a:extLst>
          </p:cNvPr>
          <p:cNvSpPr>
            <a:spLocks noGrp="1"/>
          </p:cNvSpPr>
          <p:nvPr>
            <p:ph type="tbl" sz="quarter" idx="10" hasCustomPrompt="1"/>
          </p:nvPr>
        </p:nvSpPr>
        <p:spPr>
          <a:xfrm>
            <a:off x="731520" y="1188720"/>
            <a:ext cx="10698480" cy="5029200"/>
          </a:xfrm>
        </p:spPr>
        <p:txBody>
          <a:bodyPr>
            <a:normAutofit/>
          </a:bodyPr>
          <a:lstStyle>
            <a:lvl1pPr marL="0" indent="0">
              <a:buFontTx/>
              <a:buNone/>
              <a:defRPr sz="1800" b="0" i="0">
                <a:solidFill>
                  <a:schemeClr val="tx2"/>
                </a:solidFill>
                <a:latin typeface="Franklin Gothic Book" panose="020B0503020102020204" pitchFamily="34" charset="0"/>
              </a:defRPr>
            </a:lvl1pPr>
          </a:lstStyle>
          <a:p>
            <a:r>
              <a:rPr lang="en-US"/>
              <a:t>Click icon to add table </a:t>
            </a:r>
          </a:p>
        </p:txBody>
      </p:sp>
      <p:sp>
        <p:nvSpPr>
          <p:cNvPr id="2" name="Slide Number Placeholder 16">
            <a:extLst>
              <a:ext uri="{FF2B5EF4-FFF2-40B4-BE49-F238E27FC236}">
                <a16:creationId xmlns:a16="http://schemas.microsoft.com/office/drawing/2014/main" id="{DE4BD690-3597-B82A-95A9-1880CB12AEEA}"/>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6045721-B67B-AD47-A7C7-472017E2473F}"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FC80BD68-F3B1-1AFC-D8A8-0AD11524C855}"/>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34582983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Table 2 - white">
    <p:bg>
      <p:bgPr>
        <a:solidFill>
          <a:schemeClr val="bg1"/>
        </a:solidFill>
        <a:effectLst/>
      </p:bgPr>
    </p:bg>
    <p:spTree>
      <p:nvGrpSpPr>
        <p:cNvPr id="1" name=""/>
        <p:cNvGrpSpPr/>
        <p:nvPr/>
      </p:nvGrpSpPr>
      <p:grpSpPr>
        <a:xfrm>
          <a:off x="0" y="0"/>
          <a:ext cx="0" cy="0"/>
          <a:chOff x="0" y="0"/>
          <a:chExt cx="0" cy="0"/>
        </a:xfrm>
      </p:grpSpPr>
      <p:sp>
        <p:nvSpPr>
          <p:cNvPr id="11" name="Title 12">
            <a:extLst>
              <a:ext uri="{FF2B5EF4-FFF2-40B4-BE49-F238E27FC236}">
                <a16:creationId xmlns:a16="http://schemas.microsoft.com/office/drawing/2014/main" id="{97074ACA-8B9A-6828-EB22-89939485877D}"/>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graphicFrame>
        <p:nvGraphicFramePr>
          <p:cNvPr id="7" name="Table Placeholder 6">
            <a:extLst>
              <a:ext uri="{FF2B5EF4-FFF2-40B4-BE49-F238E27FC236}">
                <a16:creationId xmlns:a16="http://schemas.microsoft.com/office/drawing/2014/main" id="{C282B898-14C0-6D4B-21AA-35D79774ED9D}"/>
              </a:ext>
            </a:extLst>
          </p:cNvPr>
          <p:cNvGraphicFramePr>
            <a:graphicFrameLocks/>
          </p:cNvGraphicFramePr>
          <p:nvPr userDrawn="1">
            <p:extLst>
              <p:ext uri="{D42A27DB-BD31-4B8C-83A1-F6EECF244321}">
                <p14:modId xmlns:p14="http://schemas.microsoft.com/office/powerpoint/2010/main" val="757834029"/>
              </p:ext>
            </p:extLst>
          </p:nvPr>
        </p:nvGraphicFramePr>
        <p:xfrm>
          <a:off x="731520" y="1325086"/>
          <a:ext cx="10604900" cy="4381500"/>
        </p:xfrm>
        <a:graphic>
          <a:graphicData uri="http://schemas.openxmlformats.org/drawingml/2006/table">
            <a:tbl>
              <a:tblPr firstRow="1" bandRow="1">
                <a:tableStyleId>{5C22544A-7EE6-4342-B048-85BDC9FD1C3A}</a:tableStyleId>
              </a:tblPr>
              <a:tblGrid>
                <a:gridCol w="2120980">
                  <a:extLst>
                    <a:ext uri="{9D8B030D-6E8A-4147-A177-3AD203B41FA5}">
                      <a16:colId xmlns:a16="http://schemas.microsoft.com/office/drawing/2014/main" val="3164625399"/>
                    </a:ext>
                  </a:extLst>
                </a:gridCol>
                <a:gridCol w="2120980">
                  <a:extLst>
                    <a:ext uri="{9D8B030D-6E8A-4147-A177-3AD203B41FA5}">
                      <a16:colId xmlns:a16="http://schemas.microsoft.com/office/drawing/2014/main" val="1440686562"/>
                    </a:ext>
                  </a:extLst>
                </a:gridCol>
                <a:gridCol w="2120980">
                  <a:extLst>
                    <a:ext uri="{9D8B030D-6E8A-4147-A177-3AD203B41FA5}">
                      <a16:colId xmlns:a16="http://schemas.microsoft.com/office/drawing/2014/main" val="3924201202"/>
                    </a:ext>
                  </a:extLst>
                </a:gridCol>
                <a:gridCol w="2120980">
                  <a:extLst>
                    <a:ext uri="{9D8B030D-6E8A-4147-A177-3AD203B41FA5}">
                      <a16:colId xmlns:a16="http://schemas.microsoft.com/office/drawing/2014/main" val="2632204285"/>
                    </a:ext>
                  </a:extLst>
                </a:gridCol>
                <a:gridCol w="2120980">
                  <a:extLst>
                    <a:ext uri="{9D8B030D-6E8A-4147-A177-3AD203B41FA5}">
                      <a16:colId xmlns:a16="http://schemas.microsoft.com/office/drawing/2014/main" val="3326274086"/>
                    </a:ext>
                  </a:extLst>
                </a:gridCol>
              </a:tblGrid>
              <a:tr h="7302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0" i="0">
                        <a:solidFill>
                          <a:schemeClr val="accent1"/>
                        </a:solidFill>
                        <a:latin typeface="Franklin Gothic Medium" panose="020B06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0" i="0">
                        <a:solidFill>
                          <a:schemeClr val="accent1"/>
                        </a:solidFill>
                        <a:latin typeface="Franklin Gothic Medium" panose="020B06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0" i="0">
                        <a:solidFill>
                          <a:schemeClr val="accent1"/>
                        </a:solidFill>
                        <a:latin typeface="Franklin Gothic Medium" panose="020B06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1"/>
                        </a:solidFill>
                        <a:effectLst/>
                        <a:uLnTx/>
                        <a:uFillTx/>
                        <a:latin typeface="Franklin Gothic Medium" panose="020B0603020102020204" pitchFamily="34" charset="0"/>
                        <a:ea typeface="+mn-ea"/>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1"/>
                        </a:solidFill>
                        <a:effectLst/>
                        <a:uLnTx/>
                        <a:uFillTx/>
                        <a:latin typeface="Franklin Gothic Medium" panose="020B0603020102020204" pitchFamily="34" charset="0"/>
                        <a:ea typeface="+mn-ea"/>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extLst>
                  <a:ext uri="{0D108BD9-81ED-4DB2-BD59-A6C34878D82A}">
                    <a16:rowId xmlns:a16="http://schemas.microsoft.com/office/drawing/2014/main" val="1556055900"/>
                  </a:ext>
                </a:extLst>
              </a:tr>
              <a:tr h="7302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0" i="0">
                        <a:solidFill>
                          <a:schemeClr val="accent1"/>
                        </a:solidFill>
                        <a:latin typeface="Franklin Gothic Medium" panose="020B06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extLst>
                  <a:ext uri="{0D108BD9-81ED-4DB2-BD59-A6C34878D82A}">
                    <a16:rowId xmlns:a16="http://schemas.microsoft.com/office/drawing/2014/main" val="3740471777"/>
                  </a:ext>
                </a:extLst>
              </a:tr>
              <a:tr h="7302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1"/>
                        </a:solidFill>
                        <a:effectLst/>
                        <a:uLnTx/>
                        <a:uFillTx/>
                        <a:latin typeface="Franklin Gothic Medium" panose="020B0603020102020204" pitchFamily="34" charset="0"/>
                        <a:ea typeface="+mn-ea"/>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extLst>
                  <a:ext uri="{0D108BD9-81ED-4DB2-BD59-A6C34878D82A}">
                    <a16:rowId xmlns:a16="http://schemas.microsoft.com/office/drawing/2014/main" val="4128160816"/>
                  </a:ext>
                </a:extLst>
              </a:tr>
              <a:tr h="7302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1"/>
                        </a:solidFill>
                        <a:effectLst/>
                        <a:uLnTx/>
                        <a:uFillTx/>
                        <a:latin typeface="Franklin Gothic Medium" panose="020B0603020102020204" pitchFamily="34" charset="0"/>
                        <a:ea typeface="+mn-ea"/>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extLst>
                  <a:ext uri="{0D108BD9-81ED-4DB2-BD59-A6C34878D82A}">
                    <a16:rowId xmlns:a16="http://schemas.microsoft.com/office/drawing/2014/main" val="3370330837"/>
                  </a:ext>
                </a:extLst>
              </a:tr>
              <a:tr h="7302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1"/>
                        </a:solidFill>
                        <a:effectLst/>
                        <a:uLnTx/>
                        <a:uFillTx/>
                        <a:latin typeface="Franklin Gothic Medium" panose="020B0603020102020204" pitchFamily="34" charset="0"/>
                        <a:ea typeface="+mn-ea"/>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extLst>
                  <a:ext uri="{0D108BD9-81ED-4DB2-BD59-A6C34878D82A}">
                    <a16:rowId xmlns:a16="http://schemas.microsoft.com/office/drawing/2014/main" val="860132463"/>
                  </a:ext>
                </a:extLst>
              </a:tr>
              <a:tr h="7302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1"/>
                        </a:solidFill>
                        <a:effectLst/>
                        <a:uLnTx/>
                        <a:uFillTx/>
                        <a:latin typeface="Franklin Gothic Medium" panose="020B0603020102020204" pitchFamily="34" charset="0"/>
                        <a:ea typeface="+mn-ea"/>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extLst>
                  <a:ext uri="{0D108BD9-81ED-4DB2-BD59-A6C34878D82A}">
                    <a16:rowId xmlns:a16="http://schemas.microsoft.com/office/drawing/2014/main" val="852805695"/>
                  </a:ext>
                </a:extLst>
              </a:tr>
            </a:tbl>
          </a:graphicData>
        </a:graphic>
      </p:graphicFrame>
      <p:sp>
        <p:nvSpPr>
          <p:cNvPr id="16" name="Text Placeholder 16">
            <a:extLst>
              <a:ext uri="{FF2B5EF4-FFF2-40B4-BE49-F238E27FC236}">
                <a16:creationId xmlns:a16="http://schemas.microsoft.com/office/drawing/2014/main" id="{5A53004F-611B-FDFE-A535-415CF2A2A442}"/>
              </a:ext>
            </a:extLst>
          </p:cNvPr>
          <p:cNvSpPr>
            <a:spLocks noGrp="1"/>
          </p:cNvSpPr>
          <p:nvPr>
            <p:ph type="body" sz="quarter" idx="18" hasCustomPrompt="1"/>
          </p:nvPr>
        </p:nvSpPr>
        <p:spPr>
          <a:xfrm>
            <a:off x="778713" y="1385412"/>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31" name="Text Placeholder 16">
            <a:extLst>
              <a:ext uri="{FF2B5EF4-FFF2-40B4-BE49-F238E27FC236}">
                <a16:creationId xmlns:a16="http://schemas.microsoft.com/office/drawing/2014/main" id="{493C5514-CA36-2022-8C3F-286BC254E0AB}"/>
              </a:ext>
            </a:extLst>
          </p:cNvPr>
          <p:cNvSpPr>
            <a:spLocks noGrp="1"/>
          </p:cNvSpPr>
          <p:nvPr>
            <p:ph type="body" sz="quarter" idx="24" hasCustomPrompt="1"/>
          </p:nvPr>
        </p:nvSpPr>
        <p:spPr>
          <a:xfrm>
            <a:off x="2895189" y="1385412"/>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32" name="Text Placeholder 16">
            <a:extLst>
              <a:ext uri="{FF2B5EF4-FFF2-40B4-BE49-F238E27FC236}">
                <a16:creationId xmlns:a16="http://schemas.microsoft.com/office/drawing/2014/main" id="{D9F9A5E9-1AFA-3ED3-2110-57397573DD4B}"/>
              </a:ext>
            </a:extLst>
          </p:cNvPr>
          <p:cNvSpPr>
            <a:spLocks noGrp="1"/>
          </p:cNvSpPr>
          <p:nvPr>
            <p:ph type="body" sz="quarter" idx="25" hasCustomPrompt="1"/>
          </p:nvPr>
        </p:nvSpPr>
        <p:spPr>
          <a:xfrm>
            <a:off x="5021940" y="1385412"/>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33" name="Text Placeholder 16">
            <a:extLst>
              <a:ext uri="{FF2B5EF4-FFF2-40B4-BE49-F238E27FC236}">
                <a16:creationId xmlns:a16="http://schemas.microsoft.com/office/drawing/2014/main" id="{23B423B6-4182-57FD-6A4A-95F04320D42D}"/>
              </a:ext>
            </a:extLst>
          </p:cNvPr>
          <p:cNvSpPr>
            <a:spLocks noGrp="1"/>
          </p:cNvSpPr>
          <p:nvPr>
            <p:ph type="body" sz="quarter" idx="26" hasCustomPrompt="1"/>
          </p:nvPr>
        </p:nvSpPr>
        <p:spPr>
          <a:xfrm>
            <a:off x="7138416" y="1385412"/>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34" name="Text Placeholder 16">
            <a:extLst>
              <a:ext uri="{FF2B5EF4-FFF2-40B4-BE49-F238E27FC236}">
                <a16:creationId xmlns:a16="http://schemas.microsoft.com/office/drawing/2014/main" id="{AA93C553-964D-0850-3B26-DFAB97A487A5}"/>
              </a:ext>
            </a:extLst>
          </p:cNvPr>
          <p:cNvSpPr>
            <a:spLocks noGrp="1"/>
          </p:cNvSpPr>
          <p:nvPr>
            <p:ph type="body" sz="quarter" idx="27" hasCustomPrompt="1"/>
          </p:nvPr>
        </p:nvSpPr>
        <p:spPr>
          <a:xfrm>
            <a:off x="9265166" y="1385412"/>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18" name="Text Placeholder 16">
            <a:extLst>
              <a:ext uri="{FF2B5EF4-FFF2-40B4-BE49-F238E27FC236}">
                <a16:creationId xmlns:a16="http://schemas.microsoft.com/office/drawing/2014/main" id="{CF3BB985-22C8-E75A-0B82-FDA22F8549C6}"/>
              </a:ext>
            </a:extLst>
          </p:cNvPr>
          <p:cNvSpPr>
            <a:spLocks noGrp="1"/>
          </p:cNvSpPr>
          <p:nvPr>
            <p:ph type="body" sz="quarter" idx="19" hasCustomPrompt="1"/>
          </p:nvPr>
        </p:nvSpPr>
        <p:spPr>
          <a:xfrm>
            <a:off x="778713" y="2114877"/>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35" name="Text Placeholder 16">
            <a:extLst>
              <a:ext uri="{FF2B5EF4-FFF2-40B4-BE49-F238E27FC236}">
                <a16:creationId xmlns:a16="http://schemas.microsoft.com/office/drawing/2014/main" id="{72B3CF17-C4C5-40E3-F64E-2382395E7CE8}"/>
              </a:ext>
            </a:extLst>
          </p:cNvPr>
          <p:cNvSpPr>
            <a:spLocks noGrp="1"/>
          </p:cNvSpPr>
          <p:nvPr>
            <p:ph type="body" sz="quarter" idx="28" hasCustomPrompt="1"/>
          </p:nvPr>
        </p:nvSpPr>
        <p:spPr>
          <a:xfrm>
            <a:off x="2895189" y="211487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36" name="Text Placeholder 16">
            <a:extLst>
              <a:ext uri="{FF2B5EF4-FFF2-40B4-BE49-F238E27FC236}">
                <a16:creationId xmlns:a16="http://schemas.microsoft.com/office/drawing/2014/main" id="{6C3B6EC8-4D67-BCC0-84E5-F933B9A0DD49}"/>
              </a:ext>
            </a:extLst>
          </p:cNvPr>
          <p:cNvSpPr>
            <a:spLocks noGrp="1"/>
          </p:cNvSpPr>
          <p:nvPr>
            <p:ph type="body" sz="quarter" idx="29" hasCustomPrompt="1"/>
          </p:nvPr>
        </p:nvSpPr>
        <p:spPr>
          <a:xfrm>
            <a:off x="5021940" y="211487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37" name="Text Placeholder 16">
            <a:extLst>
              <a:ext uri="{FF2B5EF4-FFF2-40B4-BE49-F238E27FC236}">
                <a16:creationId xmlns:a16="http://schemas.microsoft.com/office/drawing/2014/main" id="{04D61AC1-0A6A-95CE-BC08-4DB5710EF354}"/>
              </a:ext>
            </a:extLst>
          </p:cNvPr>
          <p:cNvSpPr>
            <a:spLocks noGrp="1"/>
          </p:cNvSpPr>
          <p:nvPr>
            <p:ph type="body" sz="quarter" idx="30" hasCustomPrompt="1"/>
          </p:nvPr>
        </p:nvSpPr>
        <p:spPr>
          <a:xfrm>
            <a:off x="7138416" y="211487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38" name="Text Placeholder 16">
            <a:extLst>
              <a:ext uri="{FF2B5EF4-FFF2-40B4-BE49-F238E27FC236}">
                <a16:creationId xmlns:a16="http://schemas.microsoft.com/office/drawing/2014/main" id="{AB68D2E9-3F94-568C-7FC0-052314AB30BF}"/>
              </a:ext>
            </a:extLst>
          </p:cNvPr>
          <p:cNvSpPr>
            <a:spLocks noGrp="1"/>
          </p:cNvSpPr>
          <p:nvPr>
            <p:ph type="body" sz="quarter" idx="31" hasCustomPrompt="1"/>
          </p:nvPr>
        </p:nvSpPr>
        <p:spPr>
          <a:xfrm>
            <a:off x="9265166" y="211487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19" name="Text Placeholder 16">
            <a:extLst>
              <a:ext uri="{FF2B5EF4-FFF2-40B4-BE49-F238E27FC236}">
                <a16:creationId xmlns:a16="http://schemas.microsoft.com/office/drawing/2014/main" id="{06A989F8-DE09-8DEE-287F-84814C4ED793}"/>
              </a:ext>
            </a:extLst>
          </p:cNvPr>
          <p:cNvSpPr>
            <a:spLocks noGrp="1"/>
          </p:cNvSpPr>
          <p:nvPr>
            <p:ph type="body" sz="quarter" idx="20" hasCustomPrompt="1"/>
          </p:nvPr>
        </p:nvSpPr>
        <p:spPr>
          <a:xfrm>
            <a:off x="778713" y="2844342"/>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39" name="Text Placeholder 16">
            <a:extLst>
              <a:ext uri="{FF2B5EF4-FFF2-40B4-BE49-F238E27FC236}">
                <a16:creationId xmlns:a16="http://schemas.microsoft.com/office/drawing/2014/main" id="{EE72BC0C-BACD-F75B-D125-277F715670C3}"/>
              </a:ext>
            </a:extLst>
          </p:cNvPr>
          <p:cNvSpPr>
            <a:spLocks noGrp="1"/>
          </p:cNvSpPr>
          <p:nvPr>
            <p:ph type="body" sz="quarter" idx="32" hasCustomPrompt="1"/>
          </p:nvPr>
        </p:nvSpPr>
        <p:spPr>
          <a:xfrm>
            <a:off x="2895189" y="2844342"/>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0" name="Text Placeholder 16">
            <a:extLst>
              <a:ext uri="{FF2B5EF4-FFF2-40B4-BE49-F238E27FC236}">
                <a16:creationId xmlns:a16="http://schemas.microsoft.com/office/drawing/2014/main" id="{DEB2A0EA-CE33-EF74-B02A-E26385EF76F0}"/>
              </a:ext>
            </a:extLst>
          </p:cNvPr>
          <p:cNvSpPr>
            <a:spLocks noGrp="1"/>
          </p:cNvSpPr>
          <p:nvPr>
            <p:ph type="body" sz="quarter" idx="33" hasCustomPrompt="1"/>
          </p:nvPr>
        </p:nvSpPr>
        <p:spPr>
          <a:xfrm>
            <a:off x="5021940" y="2844342"/>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1" name="Text Placeholder 16">
            <a:extLst>
              <a:ext uri="{FF2B5EF4-FFF2-40B4-BE49-F238E27FC236}">
                <a16:creationId xmlns:a16="http://schemas.microsoft.com/office/drawing/2014/main" id="{CBE7E743-EC4A-6B86-55F0-039EFE0B0EAD}"/>
              </a:ext>
            </a:extLst>
          </p:cNvPr>
          <p:cNvSpPr>
            <a:spLocks noGrp="1"/>
          </p:cNvSpPr>
          <p:nvPr>
            <p:ph type="body" sz="quarter" idx="34" hasCustomPrompt="1"/>
          </p:nvPr>
        </p:nvSpPr>
        <p:spPr>
          <a:xfrm>
            <a:off x="7138416" y="2844342"/>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2" name="Text Placeholder 16">
            <a:extLst>
              <a:ext uri="{FF2B5EF4-FFF2-40B4-BE49-F238E27FC236}">
                <a16:creationId xmlns:a16="http://schemas.microsoft.com/office/drawing/2014/main" id="{63FDCCFA-E7D1-5BDC-7785-A6533504D746}"/>
              </a:ext>
            </a:extLst>
          </p:cNvPr>
          <p:cNvSpPr>
            <a:spLocks noGrp="1"/>
          </p:cNvSpPr>
          <p:nvPr>
            <p:ph type="body" sz="quarter" idx="35" hasCustomPrompt="1"/>
          </p:nvPr>
        </p:nvSpPr>
        <p:spPr>
          <a:xfrm>
            <a:off x="9265166" y="2844342"/>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28" name="Text Placeholder 16">
            <a:extLst>
              <a:ext uri="{FF2B5EF4-FFF2-40B4-BE49-F238E27FC236}">
                <a16:creationId xmlns:a16="http://schemas.microsoft.com/office/drawing/2014/main" id="{8C4BB113-D81B-76AD-0A9D-92AC2936DB63}"/>
              </a:ext>
            </a:extLst>
          </p:cNvPr>
          <p:cNvSpPr>
            <a:spLocks noGrp="1"/>
          </p:cNvSpPr>
          <p:nvPr>
            <p:ph type="body" sz="quarter" idx="21" hasCustomPrompt="1"/>
          </p:nvPr>
        </p:nvSpPr>
        <p:spPr>
          <a:xfrm>
            <a:off x="778713" y="3573807"/>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43" name="Text Placeholder 16">
            <a:extLst>
              <a:ext uri="{FF2B5EF4-FFF2-40B4-BE49-F238E27FC236}">
                <a16:creationId xmlns:a16="http://schemas.microsoft.com/office/drawing/2014/main" id="{4F9344F0-00A6-16F2-8919-1C4FA0853558}"/>
              </a:ext>
            </a:extLst>
          </p:cNvPr>
          <p:cNvSpPr>
            <a:spLocks noGrp="1"/>
          </p:cNvSpPr>
          <p:nvPr>
            <p:ph type="body" sz="quarter" idx="36" hasCustomPrompt="1"/>
          </p:nvPr>
        </p:nvSpPr>
        <p:spPr>
          <a:xfrm>
            <a:off x="2895189" y="357380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4" name="Text Placeholder 16">
            <a:extLst>
              <a:ext uri="{FF2B5EF4-FFF2-40B4-BE49-F238E27FC236}">
                <a16:creationId xmlns:a16="http://schemas.microsoft.com/office/drawing/2014/main" id="{AE0EEB87-C93A-5BAA-10DF-828FADB09A11}"/>
              </a:ext>
            </a:extLst>
          </p:cNvPr>
          <p:cNvSpPr>
            <a:spLocks noGrp="1"/>
          </p:cNvSpPr>
          <p:nvPr>
            <p:ph type="body" sz="quarter" idx="37" hasCustomPrompt="1"/>
          </p:nvPr>
        </p:nvSpPr>
        <p:spPr>
          <a:xfrm>
            <a:off x="5021940" y="357380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5" name="Text Placeholder 16">
            <a:extLst>
              <a:ext uri="{FF2B5EF4-FFF2-40B4-BE49-F238E27FC236}">
                <a16:creationId xmlns:a16="http://schemas.microsoft.com/office/drawing/2014/main" id="{2848B0A3-E503-F570-B3A4-E1ED7E513D7E}"/>
              </a:ext>
            </a:extLst>
          </p:cNvPr>
          <p:cNvSpPr>
            <a:spLocks noGrp="1"/>
          </p:cNvSpPr>
          <p:nvPr>
            <p:ph type="body" sz="quarter" idx="38" hasCustomPrompt="1"/>
          </p:nvPr>
        </p:nvSpPr>
        <p:spPr>
          <a:xfrm>
            <a:off x="7138416" y="357380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6" name="Text Placeholder 16">
            <a:extLst>
              <a:ext uri="{FF2B5EF4-FFF2-40B4-BE49-F238E27FC236}">
                <a16:creationId xmlns:a16="http://schemas.microsoft.com/office/drawing/2014/main" id="{76B084BD-86BE-8E46-BAC8-297DF3911160}"/>
              </a:ext>
            </a:extLst>
          </p:cNvPr>
          <p:cNvSpPr>
            <a:spLocks noGrp="1"/>
          </p:cNvSpPr>
          <p:nvPr>
            <p:ph type="body" sz="quarter" idx="39" hasCustomPrompt="1"/>
          </p:nvPr>
        </p:nvSpPr>
        <p:spPr>
          <a:xfrm>
            <a:off x="9265166" y="357380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29" name="Text Placeholder 16">
            <a:extLst>
              <a:ext uri="{FF2B5EF4-FFF2-40B4-BE49-F238E27FC236}">
                <a16:creationId xmlns:a16="http://schemas.microsoft.com/office/drawing/2014/main" id="{5C3B6F58-A81A-744E-3279-D3BA9DFD7E6C}"/>
              </a:ext>
            </a:extLst>
          </p:cNvPr>
          <p:cNvSpPr>
            <a:spLocks noGrp="1"/>
          </p:cNvSpPr>
          <p:nvPr>
            <p:ph type="body" sz="quarter" idx="22" hasCustomPrompt="1"/>
          </p:nvPr>
        </p:nvSpPr>
        <p:spPr>
          <a:xfrm>
            <a:off x="778713" y="4313546"/>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47" name="Text Placeholder 16">
            <a:extLst>
              <a:ext uri="{FF2B5EF4-FFF2-40B4-BE49-F238E27FC236}">
                <a16:creationId xmlns:a16="http://schemas.microsoft.com/office/drawing/2014/main" id="{31F8CE73-D9BC-DDEC-0528-049C937648DD}"/>
              </a:ext>
            </a:extLst>
          </p:cNvPr>
          <p:cNvSpPr>
            <a:spLocks noGrp="1"/>
          </p:cNvSpPr>
          <p:nvPr>
            <p:ph type="body" sz="quarter" idx="40" hasCustomPrompt="1"/>
          </p:nvPr>
        </p:nvSpPr>
        <p:spPr>
          <a:xfrm>
            <a:off x="2895189" y="4313546"/>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8" name="Text Placeholder 16">
            <a:extLst>
              <a:ext uri="{FF2B5EF4-FFF2-40B4-BE49-F238E27FC236}">
                <a16:creationId xmlns:a16="http://schemas.microsoft.com/office/drawing/2014/main" id="{9948B5AC-B5E4-B150-CDBC-F3F87F46F01E}"/>
              </a:ext>
            </a:extLst>
          </p:cNvPr>
          <p:cNvSpPr>
            <a:spLocks noGrp="1"/>
          </p:cNvSpPr>
          <p:nvPr>
            <p:ph type="body" sz="quarter" idx="41" hasCustomPrompt="1"/>
          </p:nvPr>
        </p:nvSpPr>
        <p:spPr>
          <a:xfrm>
            <a:off x="5021940" y="4313546"/>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9" name="Text Placeholder 16">
            <a:extLst>
              <a:ext uri="{FF2B5EF4-FFF2-40B4-BE49-F238E27FC236}">
                <a16:creationId xmlns:a16="http://schemas.microsoft.com/office/drawing/2014/main" id="{DB054BED-35D3-E03E-A549-28F905C87643}"/>
              </a:ext>
            </a:extLst>
          </p:cNvPr>
          <p:cNvSpPr>
            <a:spLocks noGrp="1"/>
          </p:cNvSpPr>
          <p:nvPr>
            <p:ph type="body" sz="quarter" idx="42" hasCustomPrompt="1"/>
          </p:nvPr>
        </p:nvSpPr>
        <p:spPr>
          <a:xfrm>
            <a:off x="7138416" y="4313546"/>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50" name="Text Placeholder 16">
            <a:extLst>
              <a:ext uri="{FF2B5EF4-FFF2-40B4-BE49-F238E27FC236}">
                <a16:creationId xmlns:a16="http://schemas.microsoft.com/office/drawing/2014/main" id="{94FEB640-453C-444F-85A2-2548518C8D48}"/>
              </a:ext>
            </a:extLst>
          </p:cNvPr>
          <p:cNvSpPr>
            <a:spLocks noGrp="1"/>
          </p:cNvSpPr>
          <p:nvPr>
            <p:ph type="body" sz="quarter" idx="43" hasCustomPrompt="1"/>
          </p:nvPr>
        </p:nvSpPr>
        <p:spPr>
          <a:xfrm>
            <a:off x="9265166" y="4313546"/>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30" name="Text Placeholder 16">
            <a:extLst>
              <a:ext uri="{FF2B5EF4-FFF2-40B4-BE49-F238E27FC236}">
                <a16:creationId xmlns:a16="http://schemas.microsoft.com/office/drawing/2014/main" id="{757F1272-B71A-ADEC-D2FD-3DCAED1D748D}"/>
              </a:ext>
            </a:extLst>
          </p:cNvPr>
          <p:cNvSpPr>
            <a:spLocks noGrp="1"/>
          </p:cNvSpPr>
          <p:nvPr>
            <p:ph type="body" sz="quarter" idx="23" hasCustomPrompt="1"/>
          </p:nvPr>
        </p:nvSpPr>
        <p:spPr>
          <a:xfrm>
            <a:off x="778713" y="5043011"/>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51" name="Text Placeholder 16">
            <a:extLst>
              <a:ext uri="{FF2B5EF4-FFF2-40B4-BE49-F238E27FC236}">
                <a16:creationId xmlns:a16="http://schemas.microsoft.com/office/drawing/2014/main" id="{7E2B95B9-7896-9780-434D-C23D25C1024E}"/>
              </a:ext>
            </a:extLst>
          </p:cNvPr>
          <p:cNvSpPr>
            <a:spLocks noGrp="1"/>
          </p:cNvSpPr>
          <p:nvPr>
            <p:ph type="body" sz="quarter" idx="44" hasCustomPrompt="1"/>
          </p:nvPr>
        </p:nvSpPr>
        <p:spPr>
          <a:xfrm>
            <a:off x="2895189" y="5043011"/>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52" name="Text Placeholder 16">
            <a:extLst>
              <a:ext uri="{FF2B5EF4-FFF2-40B4-BE49-F238E27FC236}">
                <a16:creationId xmlns:a16="http://schemas.microsoft.com/office/drawing/2014/main" id="{264ECF47-3E84-65F5-AD48-B40C7CF95D80}"/>
              </a:ext>
            </a:extLst>
          </p:cNvPr>
          <p:cNvSpPr>
            <a:spLocks noGrp="1"/>
          </p:cNvSpPr>
          <p:nvPr>
            <p:ph type="body" sz="quarter" idx="45" hasCustomPrompt="1"/>
          </p:nvPr>
        </p:nvSpPr>
        <p:spPr>
          <a:xfrm>
            <a:off x="5021940" y="5043011"/>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53" name="Text Placeholder 16">
            <a:extLst>
              <a:ext uri="{FF2B5EF4-FFF2-40B4-BE49-F238E27FC236}">
                <a16:creationId xmlns:a16="http://schemas.microsoft.com/office/drawing/2014/main" id="{EC38A83E-056A-8048-AA84-E0B71C43B2A5}"/>
              </a:ext>
            </a:extLst>
          </p:cNvPr>
          <p:cNvSpPr>
            <a:spLocks noGrp="1"/>
          </p:cNvSpPr>
          <p:nvPr>
            <p:ph type="body" sz="quarter" idx="46" hasCustomPrompt="1"/>
          </p:nvPr>
        </p:nvSpPr>
        <p:spPr>
          <a:xfrm>
            <a:off x="7138416" y="5043011"/>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54" name="Text Placeholder 16">
            <a:extLst>
              <a:ext uri="{FF2B5EF4-FFF2-40B4-BE49-F238E27FC236}">
                <a16:creationId xmlns:a16="http://schemas.microsoft.com/office/drawing/2014/main" id="{2F2B814B-0DC8-B77C-3C0C-F1B7CA4C717B}"/>
              </a:ext>
            </a:extLst>
          </p:cNvPr>
          <p:cNvSpPr>
            <a:spLocks noGrp="1"/>
          </p:cNvSpPr>
          <p:nvPr>
            <p:ph type="body" sz="quarter" idx="47" hasCustomPrompt="1"/>
          </p:nvPr>
        </p:nvSpPr>
        <p:spPr>
          <a:xfrm>
            <a:off x="9265166" y="5043011"/>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2" name="Slide Number Placeholder 16">
            <a:extLst>
              <a:ext uri="{FF2B5EF4-FFF2-40B4-BE49-F238E27FC236}">
                <a16:creationId xmlns:a16="http://schemas.microsoft.com/office/drawing/2014/main" id="{3B61F359-FFF2-4119-F082-3FBEDE3D8D63}"/>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02B711F-8E66-B641-B920-A2560F2F64F0}"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96F62079-6F7C-5CE0-7F4D-4DF9093EDA89}"/>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62883941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Text + Image - white A">
    <p:bg>
      <p:bgPr>
        <a:solidFill>
          <a:schemeClr val="bg1"/>
        </a:solidFill>
        <a:effectLst/>
      </p:bgPr>
    </p:bg>
    <p:spTree>
      <p:nvGrpSpPr>
        <p:cNvPr id="1" name=""/>
        <p:cNvGrpSpPr/>
        <p:nvPr/>
      </p:nvGrpSpPr>
      <p:grpSpPr>
        <a:xfrm>
          <a:off x="0" y="0"/>
          <a:ext cx="0" cy="0"/>
          <a:chOff x="0" y="0"/>
          <a:chExt cx="0" cy="0"/>
        </a:xfrm>
      </p:grpSpPr>
      <p:sp>
        <p:nvSpPr>
          <p:cNvPr id="26" name="Title 5">
            <a:extLst>
              <a:ext uri="{FF2B5EF4-FFF2-40B4-BE49-F238E27FC236}">
                <a16:creationId xmlns:a16="http://schemas.microsoft.com/office/drawing/2014/main" id="{EA5A135C-4EBA-2752-FE25-DF9A2F1AA455}"/>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27" name="Content Placeholder 3">
            <a:extLst>
              <a:ext uri="{FF2B5EF4-FFF2-40B4-BE49-F238E27FC236}">
                <a16:creationId xmlns:a16="http://schemas.microsoft.com/office/drawing/2014/main" id="{DFD0BED1-A6AD-CA4B-527D-5A2831B352F7}"/>
              </a:ext>
            </a:extLst>
          </p:cNvPr>
          <p:cNvSpPr>
            <a:spLocks noGrp="1"/>
          </p:cNvSpPr>
          <p:nvPr>
            <p:ph sz="half" idx="14" hasCustomPrompt="1"/>
          </p:nvPr>
        </p:nvSpPr>
        <p:spPr>
          <a:xfrm>
            <a:off x="731520" y="1188720"/>
            <a:ext cx="3158309" cy="5029200"/>
          </a:xfrm>
          <a:prstGeom prst="rect">
            <a:avLst/>
          </a:prstGeom>
        </p:spPr>
        <p:txBody>
          <a:bodyPr>
            <a:normAutofit/>
          </a:bodyPr>
          <a:lstStyle>
            <a:lvl1pPr marL="137160" indent="-137160">
              <a:buClr>
                <a:schemeClr val="accent1"/>
              </a:buClr>
              <a:defRPr sz="1800" b="0" i="0">
                <a:solidFill>
                  <a:schemeClr val="tx2"/>
                </a:solidFill>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Click to edit photo description</a:t>
            </a:r>
          </a:p>
          <a:p>
            <a:pPr lvl="0"/>
            <a:r>
              <a:rPr lang="en-US"/>
              <a:t>Click to edit photo description</a:t>
            </a:r>
          </a:p>
          <a:p>
            <a:pPr lvl="0"/>
            <a:r>
              <a:rPr lang="en-US"/>
              <a:t>Click to edit photo description</a:t>
            </a:r>
          </a:p>
        </p:txBody>
      </p:sp>
      <p:sp>
        <p:nvSpPr>
          <p:cNvPr id="2" name="Picture Placeholder 2">
            <a:extLst>
              <a:ext uri="{FF2B5EF4-FFF2-40B4-BE49-F238E27FC236}">
                <a16:creationId xmlns:a16="http://schemas.microsoft.com/office/drawing/2014/main" id="{84DF61E3-2E44-67A8-96E7-D5141E81C208}"/>
              </a:ext>
            </a:extLst>
          </p:cNvPr>
          <p:cNvSpPr>
            <a:spLocks noGrp="1"/>
          </p:cNvSpPr>
          <p:nvPr>
            <p:ph type="pic" sz="quarter" idx="15"/>
          </p:nvPr>
        </p:nvSpPr>
        <p:spPr>
          <a:xfrm>
            <a:off x="4107335" y="1188720"/>
            <a:ext cx="7315200" cy="4442688"/>
          </a:xfrm>
          <a:prstGeom prst="roundRect">
            <a:avLst>
              <a:gd name="adj" fmla="val 2115"/>
            </a:avLst>
          </a:prstGeom>
          <a:noFill/>
          <a:effectLst>
            <a:softEdge rad="0"/>
          </a:effectLst>
        </p:spPr>
        <p:txBody>
          <a:bodyPr>
            <a:normAutofit/>
          </a:bodyPr>
          <a:lstStyle>
            <a:lvl1pPr marL="0" indent="0">
              <a:buNone/>
              <a:defRPr sz="1800" b="0" i="0">
                <a:solidFill>
                  <a:schemeClr val="tx2"/>
                </a:solidFill>
                <a:latin typeface="Franklin Gothic Book" panose="020B0503020102020204" pitchFamily="34" charset="0"/>
              </a:defRPr>
            </a:lvl1pPr>
          </a:lstStyle>
          <a:p>
            <a:r>
              <a:rPr lang="en-US"/>
              <a:t>Click icon to add picture</a:t>
            </a:r>
          </a:p>
        </p:txBody>
      </p:sp>
      <p:sp>
        <p:nvSpPr>
          <p:cNvPr id="12" name="Text Placeholder 2">
            <a:extLst>
              <a:ext uri="{FF2B5EF4-FFF2-40B4-BE49-F238E27FC236}">
                <a16:creationId xmlns:a16="http://schemas.microsoft.com/office/drawing/2014/main" id="{DA8DA6B5-5257-77A3-C08E-64376F0E44BB}"/>
              </a:ext>
            </a:extLst>
          </p:cNvPr>
          <p:cNvSpPr>
            <a:spLocks noGrp="1"/>
          </p:cNvSpPr>
          <p:nvPr>
            <p:ph type="body" sz="quarter" idx="19" hasCustomPrompt="1"/>
          </p:nvPr>
        </p:nvSpPr>
        <p:spPr>
          <a:xfrm>
            <a:off x="4107335" y="5814288"/>
            <a:ext cx="7315200" cy="403632"/>
          </a:xfrm>
          <a:prstGeom prst="rect">
            <a:avLst/>
          </a:prstGeom>
        </p:spPr>
        <p:txBody>
          <a:bodyPr anchor="b">
            <a:noAutofit/>
          </a:bodyPr>
          <a:lstStyle>
            <a:lvl1pPr marL="0" indent="0" algn="ctr">
              <a:buNone/>
              <a:defRPr sz="1800" b="0" i="0">
                <a:solidFill>
                  <a:schemeClr val="tx2"/>
                </a:solidFill>
                <a:latin typeface="Franklin Gothic Book" panose="020B0503020102020204" pitchFamily="34" charset="0"/>
              </a:defRPr>
            </a:lvl1pPr>
          </a:lstStyle>
          <a:p>
            <a:pPr lvl="0"/>
            <a:r>
              <a:rPr lang="en-US"/>
              <a:t>Click to edit image caption</a:t>
            </a:r>
          </a:p>
        </p:txBody>
      </p:sp>
      <p:sp>
        <p:nvSpPr>
          <p:cNvPr id="3" name="Slide Number Placeholder 16">
            <a:extLst>
              <a:ext uri="{FF2B5EF4-FFF2-40B4-BE49-F238E27FC236}">
                <a16:creationId xmlns:a16="http://schemas.microsoft.com/office/drawing/2014/main" id="{A2D07E32-AC75-435B-215C-21F077FF0C5D}"/>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CC89B83-B6CA-7743-9DA2-EBD1A9779D35}"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06C9D8F0-5283-B933-30A3-BD6FE10C4F8D}"/>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7929061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Text + Image - white B">
    <p:bg>
      <p:bgPr>
        <a:solidFill>
          <a:schemeClr val="bg1"/>
        </a:solidFill>
        <a:effectLst/>
      </p:bgPr>
    </p:bg>
    <p:spTree>
      <p:nvGrpSpPr>
        <p:cNvPr id="1" name=""/>
        <p:cNvGrpSpPr/>
        <p:nvPr/>
      </p:nvGrpSpPr>
      <p:grpSpPr>
        <a:xfrm>
          <a:off x="0" y="0"/>
          <a:ext cx="0" cy="0"/>
          <a:chOff x="0" y="0"/>
          <a:chExt cx="0" cy="0"/>
        </a:xfrm>
      </p:grpSpPr>
      <p:sp>
        <p:nvSpPr>
          <p:cNvPr id="29" name="Title 5">
            <a:extLst>
              <a:ext uri="{FF2B5EF4-FFF2-40B4-BE49-F238E27FC236}">
                <a16:creationId xmlns:a16="http://schemas.microsoft.com/office/drawing/2014/main" id="{4B407C68-0244-3998-A014-48BB83F44260}"/>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10" name="Picture Placeholder 2">
            <a:extLst>
              <a:ext uri="{FF2B5EF4-FFF2-40B4-BE49-F238E27FC236}">
                <a16:creationId xmlns:a16="http://schemas.microsoft.com/office/drawing/2014/main" id="{914D0C7D-29E3-021F-EB3D-3B78212A3BD6}"/>
              </a:ext>
            </a:extLst>
          </p:cNvPr>
          <p:cNvSpPr>
            <a:spLocks noGrp="1"/>
          </p:cNvSpPr>
          <p:nvPr>
            <p:ph type="pic" sz="quarter" idx="15"/>
          </p:nvPr>
        </p:nvSpPr>
        <p:spPr>
          <a:xfrm>
            <a:off x="731520" y="1371600"/>
            <a:ext cx="5093208" cy="3840480"/>
          </a:xfrm>
          <a:prstGeom prst="roundRect">
            <a:avLst>
              <a:gd name="adj" fmla="val 3778"/>
            </a:avLst>
          </a:prstGeom>
          <a:noFill/>
          <a:effectLst>
            <a:softEdge rad="0"/>
          </a:effectLst>
        </p:spPr>
        <p:txBody>
          <a:bodyPr anchor="ctr">
            <a:normAutofit/>
          </a:bodyPr>
          <a:lstStyle>
            <a:lvl1pPr marL="0" indent="0" algn="ctr">
              <a:buNone/>
              <a:defRPr sz="1800" b="0" i="0">
                <a:solidFill>
                  <a:srgbClr val="636466"/>
                </a:solidFill>
                <a:latin typeface="Franklin Gothic Book" panose="020B0503020102020204" pitchFamily="34" charset="0"/>
              </a:defRPr>
            </a:lvl1pPr>
          </a:lstStyle>
          <a:p>
            <a:r>
              <a:rPr lang="en-US"/>
              <a:t>Click icon to add picture</a:t>
            </a:r>
          </a:p>
        </p:txBody>
      </p:sp>
      <p:sp>
        <p:nvSpPr>
          <p:cNvPr id="9" name="Text Placeholder 16">
            <a:extLst>
              <a:ext uri="{FF2B5EF4-FFF2-40B4-BE49-F238E27FC236}">
                <a16:creationId xmlns:a16="http://schemas.microsoft.com/office/drawing/2014/main" id="{3247F0B0-80B3-11E1-940C-761D861FF139}"/>
              </a:ext>
            </a:extLst>
          </p:cNvPr>
          <p:cNvSpPr>
            <a:spLocks noGrp="1"/>
          </p:cNvSpPr>
          <p:nvPr>
            <p:ph type="body" sz="quarter" idx="23" hasCustomPrompt="1"/>
          </p:nvPr>
        </p:nvSpPr>
        <p:spPr>
          <a:xfrm>
            <a:off x="731520" y="5431181"/>
            <a:ext cx="5095263" cy="364089"/>
          </a:xfrm>
          <a:prstGeom prst="rect">
            <a:avLst/>
          </a:prstGeom>
        </p:spPr>
        <p:txBody>
          <a:bodyPr anchor="t">
            <a:noAutofit/>
          </a:bodyPr>
          <a:lstStyle>
            <a:lvl1pPr marL="0" indent="0" algn="ctr">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Click to edit image caption</a:t>
            </a:r>
          </a:p>
        </p:txBody>
      </p:sp>
      <p:sp>
        <p:nvSpPr>
          <p:cNvPr id="8" name="Picture Placeholder 2">
            <a:extLst>
              <a:ext uri="{FF2B5EF4-FFF2-40B4-BE49-F238E27FC236}">
                <a16:creationId xmlns:a16="http://schemas.microsoft.com/office/drawing/2014/main" id="{464A8268-82D4-5D96-7ED7-FD1E0E3C81BA}"/>
              </a:ext>
            </a:extLst>
          </p:cNvPr>
          <p:cNvSpPr>
            <a:spLocks noGrp="1"/>
          </p:cNvSpPr>
          <p:nvPr>
            <p:ph type="pic" sz="quarter" idx="29"/>
          </p:nvPr>
        </p:nvSpPr>
        <p:spPr>
          <a:xfrm>
            <a:off x="6336792" y="1371600"/>
            <a:ext cx="5093208" cy="3840480"/>
          </a:xfrm>
          <a:prstGeom prst="roundRect">
            <a:avLst>
              <a:gd name="adj" fmla="val 3778"/>
            </a:avLst>
          </a:prstGeom>
          <a:noFill/>
          <a:effectLst>
            <a:softEdge rad="0"/>
          </a:effectLst>
        </p:spPr>
        <p:txBody>
          <a:bodyPr anchor="ctr">
            <a:normAutofit/>
          </a:bodyPr>
          <a:lstStyle>
            <a:lvl1pPr marL="0" indent="0" algn="ctr">
              <a:buNone/>
              <a:defRPr sz="1800" b="0" i="0">
                <a:solidFill>
                  <a:srgbClr val="636466"/>
                </a:solidFill>
                <a:latin typeface="Franklin Gothic Book" panose="020B0503020102020204" pitchFamily="34" charset="0"/>
              </a:defRPr>
            </a:lvl1pPr>
          </a:lstStyle>
          <a:p>
            <a:r>
              <a:rPr lang="en-US"/>
              <a:t>Click icon to add picture</a:t>
            </a:r>
          </a:p>
        </p:txBody>
      </p:sp>
      <p:sp>
        <p:nvSpPr>
          <p:cNvPr id="11" name="Text Placeholder 16">
            <a:extLst>
              <a:ext uri="{FF2B5EF4-FFF2-40B4-BE49-F238E27FC236}">
                <a16:creationId xmlns:a16="http://schemas.microsoft.com/office/drawing/2014/main" id="{4C7C2297-8917-7C91-2BC3-A5820EC6BB72}"/>
              </a:ext>
            </a:extLst>
          </p:cNvPr>
          <p:cNvSpPr>
            <a:spLocks noGrp="1"/>
          </p:cNvSpPr>
          <p:nvPr>
            <p:ph type="body" sz="quarter" idx="24" hasCustomPrompt="1"/>
          </p:nvPr>
        </p:nvSpPr>
        <p:spPr>
          <a:xfrm>
            <a:off x="6336792" y="5431181"/>
            <a:ext cx="5095263" cy="364089"/>
          </a:xfrm>
          <a:prstGeom prst="rect">
            <a:avLst/>
          </a:prstGeom>
        </p:spPr>
        <p:txBody>
          <a:bodyPr anchor="t">
            <a:noAutofit/>
          </a:bodyPr>
          <a:lstStyle>
            <a:lvl1pPr marL="0" indent="0" algn="ctr">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Click to edit image caption</a:t>
            </a:r>
          </a:p>
        </p:txBody>
      </p:sp>
      <p:sp>
        <p:nvSpPr>
          <p:cNvPr id="2" name="Slide Number Placeholder 16">
            <a:extLst>
              <a:ext uri="{FF2B5EF4-FFF2-40B4-BE49-F238E27FC236}">
                <a16:creationId xmlns:a16="http://schemas.microsoft.com/office/drawing/2014/main" id="{71EE4E40-A1C8-9392-7C81-66C79317A201}"/>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C793C25-466F-5742-9C92-75166948D26E}"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BC3A23E2-79F3-482C-F70A-4E1985389E0D}"/>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1453390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Timeline 1">
    <p:bg>
      <p:bgPr>
        <a:solidFill>
          <a:schemeClr val="bg1"/>
        </a:solidFill>
        <a:effectLst/>
      </p:bgPr>
    </p:bg>
    <p:spTree>
      <p:nvGrpSpPr>
        <p:cNvPr id="1" name=""/>
        <p:cNvGrpSpPr/>
        <p:nvPr/>
      </p:nvGrpSpPr>
      <p:grpSpPr>
        <a:xfrm>
          <a:off x="0" y="0"/>
          <a:ext cx="0" cy="0"/>
          <a:chOff x="0" y="0"/>
          <a:chExt cx="0" cy="0"/>
        </a:xfrm>
      </p:grpSpPr>
      <p:sp>
        <p:nvSpPr>
          <p:cNvPr id="32" name="Title 4">
            <a:extLst>
              <a:ext uri="{FF2B5EF4-FFF2-40B4-BE49-F238E27FC236}">
                <a16:creationId xmlns:a16="http://schemas.microsoft.com/office/drawing/2014/main" id="{E6FFEFD8-BEB6-0848-71A7-AA9DE2379958}"/>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41" name="Freeform: Shape 8">
            <a:extLst>
              <a:ext uri="{FF2B5EF4-FFF2-40B4-BE49-F238E27FC236}">
                <a16:creationId xmlns:a16="http://schemas.microsoft.com/office/drawing/2014/main" id="{FA320E95-9D1A-8CAC-C0CA-3922E6DA80D3}"/>
              </a:ext>
              <a:ext uri="{C183D7F6-B498-43B3-948B-1728B52AA6E4}">
                <adec:decorative xmlns:adec="http://schemas.microsoft.com/office/drawing/2017/decorative" val="1"/>
              </a:ext>
            </a:extLst>
          </p:cNvPr>
          <p:cNvSpPr/>
          <p:nvPr userDrawn="1"/>
        </p:nvSpPr>
        <p:spPr>
          <a:xfrm flipV="1">
            <a:off x="5092279" y="1698630"/>
            <a:ext cx="1831860" cy="3988301"/>
          </a:xfrm>
          <a:custGeom>
            <a:avLst/>
            <a:gdLst>
              <a:gd name="connsiteX0" fmla="*/ 1134319 w 2268638"/>
              <a:gd name="connsiteY0" fmla="*/ 0 h 5034987"/>
              <a:gd name="connsiteX1" fmla="*/ 2268638 w 2268638"/>
              <a:gd name="connsiteY1" fmla="*/ 1134319 h 5034987"/>
              <a:gd name="connsiteX2" fmla="*/ 2268637 w 2268638"/>
              <a:gd name="connsiteY2" fmla="*/ 5034987 h 5034987"/>
              <a:gd name="connsiteX3" fmla="*/ 0 w 2268638"/>
              <a:gd name="connsiteY3" fmla="*/ 5034987 h 5034987"/>
              <a:gd name="connsiteX4" fmla="*/ 0 w 2268638"/>
              <a:gd name="connsiteY4" fmla="*/ 1134319 h 5034987"/>
              <a:gd name="connsiteX5" fmla="*/ 1134319 w 2268638"/>
              <a:gd name="connsiteY5" fmla="*/ 0 h 5034987"/>
              <a:gd name="connsiteX0" fmla="*/ 1134319 w 2268638"/>
              <a:gd name="connsiteY0" fmla="*/ 0 h 5034987"/>
              <a:gd name="connsiteX1" fmla="*/ 2268638 w 2268638"/>
              <a:gd name="connsiteY1" fmla="*/ 1134319 h 5034987"/>
              <a:gd name="connsiteX2" fmla="*/ 2268637 w 2268638"/>
              <a:gd name="connsiteY2" fmla="*/ 5034987 h 5034987"/>
              <a:gd name="connsiteX3" fmla="*/ 486137 w 2268638"/>
              <a:gd name="connsiteY3" fmla="*/ 5023412 h 5034987"/>
              <a:gd name="connsiteX4" fmla="*/ 0 w 2268638"/>
              <a:gd name="connsiteY4" fmla="*/ 5034987 h 5034987"/>
              <a:gd name="connsiteX5" fmla="*/ 0 w 2268638"/>
              <a:gd name="connsiteY5" fmla="*/ 1134319 h 5034987"/>
              <a:gd name="connsiteX6" fmla="*/ 1134319 w 2268638"/>
              <a:gd name="connsiteY6" fmla="*/ 0 h 5034987"/>
              <a:gd name="connsiteX0" fmla="*/ 486137 w 2268638"/>
              <a:gd name="connsiteY0" fmla="*/ 5023412 h 5114852"/>
              <a:gd name="connsiteX1" fmla="*/ 0 w 2268638"/>
              <a:gd name="connsiteY1" fmla="*/ 5034987 h 5114852"/>
              <a:gd name="connsiteX2" fmla="*/ 0 w 2268638"/>
              <a:gd name="connsiteY2" fmla="*/ 1134319 h 5114852"/>
              <a:gd name="connsiteX3" fmla="*/ 1134319 w 2268638"/>
              <a:gd name="connsiteY3" fmla="*/ 0 h 5114852"/>
              <a:gd name="connsiteX4" fmla="*/ 2268638 w 2268638"/>
              <a:gd name="connsiteY4" fmla="*/ 1134319 h 5114852"/>
              <a:gd name="connsiteX5" fmla="*/ 2268637 w 2268638"/>
              <a:gd name="connsiteY5" fmla="*/ 5034987 h 5114852"/>
              <a:gd name="connsiteX6" fmla="*/ 577577 w 2268638"/>
              <a:gd name="connsiteY6" fmla="*/ 5114852 h 5114852"/>
              <a:gd name="connsiteX0" fmla="*/ 486137 w 2268638"/>
              <a:gd name="connsiteY0" fmla="*/ 5023412 h 5034987"/>
              <a:gd name="connsiteX1" fmla="*/ 0 w 2268638"/>
              <a:gd name="connsiteY1" fmla="*/ 5034987 h 5034987"/>
              <a:gd name="connsiteX2" fmla="*/ 0 w 2268638"/>
              <a:gd name="connsiteY2" fmla="*/ 1134319 h 5034987"/>
              <a:gd name="connsiteX3" fmla="*/ 1134319 w 2268638"/>
              <a:gd name="connsiteY3" fmla="*/ 0 h 5034987"/>
              <a:gd name="connsiteX4" fmla="*/ 2268638 w 2268638"/>
              <a:gd name="connsiteY4" fmla="*/ 1134319 h 5034987"/>
              <a:gd name="connsiteX5" fmla="*/ 2268637 w 2268638"/>
              <a:gd name="connsiteY5" fmla="*/ 5034987 h 5034987"/>
              <a:gd name="connsiteX0" fmla="*/ 0 w 2268638"/>
              <a:gd name="connsiteY0" fmla="*/ 5034987 h 5034987"/>
              <a:gd name="connsiteX1" fmla="*/ 0 w 2268638"/>
              <a:gd name="connsiteY1" fmla="*/ 1134319 h 5034987"/>
              <a:gd name="connsiteX2" fmla="*/ 1134319 w 2268638"/>
              <a:gd name="connsiteY2" fmla="*/ 0 h 5034987"/>
              <a:gd name="connsiteX3" fmla="*/ 2268638 w 2268638"/>
              <a:gd name="connsiteY3" fmla="*/ 1134319 h 5034987"/>
              <a:gd name="connsiteX4" fmla="*/ 2268637 w 2268638"/>
              <a:gd name="connsiteY4" fmla="*/ 5034987 h 5034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8638" h="5034987">
                <a:moveTo>
                  <a:pt x="0" y="5034987"/>
                </a:moveTo>
                <a:lnTo>
                  <a:pt x="0" y="1134319"/>
                </a:lnTo>
                <a:cubicBezTo>
                  <a:pt x="0" y="507852"/>
                  <a:pt x="507852" y="0"/>
                  <a:pt x="1134319" y="0"/>
                </a:cubicBezTo>
                <a:cubicBezTo>
                  <a:pt x="1760786" y="0"/>
                  <a:pt x="2268638" y="507852"/>
                  <a:pt x="2268638" y="1134319"/>
                </a:cubicBezTo>
                <a:cubicBezTo>
                  <a:pt x="2268638" y="2434542"/>
                  <a:pt x="2268637" y="3734764"/>
                  <a:pt x="2268637" y="5034987"/>
                </a:cubicBezTo>
              </a:path>
            </a:pathLst>
          </a:custGeom>
          <a:noFill/>
          <a:ln w="31750">
            <a:solidFill>
              <a:schemeClr val="accent2"/>
            </a:solidFill>
            <a:prstDash val="sysDot"/>
            <a:tailEnd type="arrow"/>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8" name="Rectangle 18">
            <a:extLst>
              <a:ext uri="{FF2B5EF4-FFF2-40B4-BE49-F238E27FC236}">
                <a16:creationId xmlns:a16="http://schemas.microsoft.com/office/drawing/2014/main" id="{3972B19A-ABBE-522D-5318-233EE7DB389E}"/>
              </a:ext>
              <a:ext uri="{C183D7F6-B498-43B3-948B-1728B52AA6E4}">
                <adec:decorative xmlns:adec="http://schemas.microsoft.com/office/drawing/2017/decorative" val="1"/>
              </a:ext>
            </a:extLst>
          </p:cNvPr>
          <p:cNvSpPr>
            <a:spLocks noChangeArrowheads="1"/>
          </p:cNvSpPr>
          <p:nvPr userDrawn="1"/>
        </p:nvSpPr>
        <p:spPr bwMode="auto">
          <a:xfrm>
            <a:off x="4461340" y="2203437"/>
            <a:ext cx="468000" cy="468000"/>
          </a:xfrm>
          <a:prstGeom prst="rect">
            <a:avLst/>
          </a:prstGeom>
          <a:solidFill>
            <a:schemeClr val="accent2"/>
          </a:solid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b="1" noProof="1">
              <a:solidFill>
                <a:schemeClr val="bg2"/>
              </a:solidFill>
              <a:latin typeface="+mj-lt"/>
              <a:ea typeface="+mj-ea"/>
            </a:endParaRPr>
          </a:p>
        </p:txBody>
      </p:sp>
      <p:sp>
        <p:nvSpPr>
          <p:cNvPr id="2" name="Text Placeholder 6">
            <a:extLst>
              <a:ext uri="{FF2B5EF4-FFF2-40B4-BE49-F238E27FC236}">
                <a16:creationId xmlns:a16="http://schemas.microsoft.com/office/drawing/2014/main" id="{EBBF0081-EF91-49E9-5972-5D7AB79A9C39}"/>
              </a:ext>
            </a:extLst>
          </p:cNvPr>
          <p:cNvSpPr>
            <a:spLocks noGrp="1"/>
          </p:cNvSpPr>
          <p:nvPr>
            <p:ph type="body" sz="quarter" idx="25" hasCustomPrompt="1"/>
          </p:nvPr>
        </p:nvSpPr>
        <p:spPr>
          <a:xfrm>
            <a:off x="4461107" y="2203099"/>
            <a:ext cx="462842" cy="468312"/>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10" name="Text Placeholder 10">
            <a:extLst>
              <a:ext uri="{FF2B5EF4-FFF2-40B4-BE49-F238E27FC236}">
                <a16:creationId xmlns:a16="http://schemas.microsoft.com/office/drawing/2014/main" id="{EAD74991-B043-8404-9B79-A20724A6BBE6}"/>
              </a:ext>
            </a:extLst>
          </p:cNvPr>
          <p:cNvSpPr>
            <a:spLocks noGrp="1"/>
          </p:cNvSpPr>
          <p:nvPr>
            <p:ph type="body" sz="quarter" idx="13" hasCustomPrompt="1"/>
          </p:nvPr>
        </p:nvSpPr>
        <p:spPr>
          <a:xfrm>
            <a:off x="764758" y="1681250"/>
            <a:ext cx="3530468" cy="739384"/>
          </a:xfrm>
        </p:spPr>
        <p:txBody>
          <a:bodyPr anchor="b"/>
          <a:lstStyle>
            <a:lvl1pPr marL="0" indent="0" algn="r">
              <a:lnSpc>
                <a:spcPct val="100000"/>
              </a:lnSpc>
              <a:buNone/>
              <a:defRPr sz="1800" b="0" i="0">
                <a:solidFill>
                  <a:schemeClr val="tx2"/>
                </a:solidFill>
                <a:latin typeface="Franklin Gothic Medium" panose="020B0603020102020204" pitchFamily="34" charset="0"/>
              </a:defRPr>
            </a:lvl1pPr>
            <a:lvl2pPr algn="r">
              <a:lnSpc>
                <a:spcPct val="100000"/>
              </a:lnSpc>
              <a:defRPr sz="1800" b="1">
                <a:latin typeface="+mj-lt"/>
              </a:defRPr>
            </a:lvl2pPr>
            <a:lvl3pPr algn="r">
              <a:lnSpc>
                <a:spcPct val="100000"/>
              </a:lnSpc>
              <a:defRPr sz="1800" b="1">
                <a:latin typeface="+mj-lt"/>
              </a:defRPr>
            </a:lvl3pPr>
            <a:lvl4pPr algn="r">
              <a:lnSpc>
                <a:spcPct val="100000"/>
              </a:lnSpc>
              <a:defRPr sz="1800" b="1">
                <a:latin typeface="+mj-lt"/>
              </a:defRPr>
            </a:lvl4pPr>
            <a:lvl5pPr algn="r">
              <a:lnSpc>
                <a:spcPct val="100000"/>
              </a:lnSpc>
              <a:defRPr sz="1800" b="1">
                <a:latin typeface="+mj-lt"/>
              </a:defRPr>
            </a:lvl5p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11" name="Text Placeholder 10">
            <a:extLst>
              <a:ext uri="{FF2B5EF4-FFF2-40B4-BE49-F238E27FC236}">
                <a16:creationId xmlns:a16="http://schemas.microsoft.com/office/drawing/2014/main" id="{F7B17236-5191-B7A2-65EB-6B6AEE3913B5}"/>
              </a:ext>
            </a:extLst>
          </p:cNvPr>
          <p:cNvSpPr>
            <a:spLocks noGrp="1"/>
          </p:cNvSpPr>
          <p:nvPr>
            <p:ph type="body" sz="quarter" idx="14" hasCustomPrompt="1"/>
          </p:nvPr>
        </p:nvSpPr>
        <p:spPr>
          <a:xfrm>
            <a:off x="764760" y="2455721"/>
            <a:ext cx="3530466" cy="559032"/>
          </a:xfrm>
        </p:spPr>
        <p:txBody>
          <a:bodyPr anchor="t">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12" name="Rectangle 40">
            <a:extLst>
              <a:ext uri="{FF2B5EF4-FFF2-40B4-BE49-F238E27FC236}">
                <a16:creationId xmlns:a16="http://schemas.microsoft.com/office/drawing/2014/main" id="{8EB2E0E3-4D4A-5B6F-5480-A8AEB7B8A5C6}"/>
              </a:ext>
              <a:ext uri="{C183D7F6-B498-43B3-948B-1728B52AA6E4}">
                <adec:decorative xmlns:adec="http://schemas.microsoft.com/office/drawing/2017/decorative" val="1"/>
              </a:ext>
            </a:extLst>
          </p:cNvPr>
          <p:cNvSpPr>
            <a:spLocks noChangeArrowheads="1"/>
          </p:cNvSpPr>
          <p:nvPr userDrawn="1"/>
        </p:nvSpPr>
        <p:spPr bwMode="auto">
          <a:xfrm>
            <a:off x="4461340" y="3528561"/>
            <a:ext cx="468000" cy="468000"/>
          </a:xfrm>
          <a:prstGeom prst="rect">
            <a:avLst/>
          </a:prstGeom>
          <a:solidFill>
            <a:schemeClr val="accent2"/>
          </a:solid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sz="1100" b="1" noProof="1">
              <a:solidFill>
                <a:schemeClr val="bg2"/>
              </a:solidFill>
              <a:latin typeface="+mj-lt"/>
              <a:ea typeface="+mj-ea"/>
            </a:endParaRPr>
          </a:p>
        </p:txBody>
      </p:sp>
      <p:sp>
        <p:nvSpPr>
          <p:cNvPr id="3" name="Text Placeholder 6">
            <a:extLst>
              <a:ext uri="{FF2B5EF4-FFF2-40B4-BE49-F238E27FC236}">
                <a16:creationId xmlns:a16="http://schemas.microsoft.com/office/drawing/2014/main" id="{C65FDF79-3448-6632-8F98-02CA7705FE96}"/>
              </a:ext>
            </a:extLst>
          </p:cNvPr>
          <p:cNvSpPr>
            <a:spLocks noGrp="1"/>
          </p:cNvSpPr>
          <p:nvPr>
            <p:ph type="body" sz="quarter" idx="26" hasCustomPrompt="1"/>
          </p:nvPr>
        </p:nvSpPr>
        <p:spPr>
          <a:xfrm>
            <a:off x="4461107" y="3526520"/>
            <a:ext cx="462842" cy="468312"/>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14" name="Text Placeholder 10">
            <a:extLst>
              <a:ext uri="{FF2B5EF4-FFF2-40B4-BE49-F238E27FC236}">
                <a16:creationId xmlns:a16="http://schemas.microsoft.com/office/drawing/2014/main" id="{3F82DED4-F32A-F143-FC0E-AD8CAE360AFC}"/>
              </a:ext>
            </a:extLst>
          </p:cNvPr>
          <p:cNvSpPr>
            <a:spLocks noGrp="1"/>
          </p:cNvSpPr>
          <p:nvPr>
            <p:ph type="body" sz="quarter" idx="18" hasCustomPrompt="1"/>
          </p:nvPr>
        </p:nvSpPr>
        <p:spPr>
          <a:xfrm>
            <a:off x="764130" y="3011717"/>
            <a:ext cx="3530468" cy="739384"/>
          </a:xfrm>
        </p:spPr>
        <p:txBody>
          <a:bodyPr anchor="b"/>
          <a:lstStyle>
            <a:lvl1pPr marL="0" indent="0" algn="r">
              <a:lnSpc>
                <a:spcPct val="100000"/>
              </a:lnSpc>
              <a:buNone/>
              <a:defRPr sz="1800" b="0" i="0">
                <a:solidFill>
                  <a:schemeClr val="tx2"/>
                </a:solidFill>
                <a:latin typeface="Franklin Gothic Medium" panose="020B0603020102020204" pitchFamily="34" charset="0"/>
              </a:defRPr>
            </a:lvl1pPr>
            <a:lvl2pPr algn="r">
              <a:lnSpc>
                <a:spcPct val="100000"/>
              </a:lnSpc>
              <a:defRPr sz="1800" b="1">
                <a:latin typeface="+mj-lt"/>
              </a:defRPr>
            </a:lvl2pPr>
            <a:lvl3pPr algn="r">
              <a:lnSpc>
                <a:spcPct val="100000"/>
              </a:lnSpc>
              <a:defRPr sz="1800" b="1">
                <a:latin typeface="+mj-lt"/>
              </a:defRPr>
            </a:lvl3pPr>
            <a:lvl4pPr algn="r">
              <a:lnSpc>
                <a:spcPct val="100000"/>
              </a:lnSpc>
              <a:defRPr sz="1800" b="1">
                <a:latin typeface="+mj-lt"/>
              </a:defRPr>
            </a:lvl4pPr>
            <a:lvl5pPr algn="r">
              <a:lnSpc>
                <a:spcPct val="100000"/>
              </a:lnSpc>
              <a:defRPr sz="1800" b="1">
                <a:latin typeface="+mj-lt"/>
              </a:defRPr>
            </a:lvl5p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15" name="Text Placeholder 10">
            <a:extLst>
              <a:ext uri="{FF2B5EF4-FFF2-40B4-BE49-F238E27FC236}">
                <a16:creationId xmlns:a16="http://schemas.microsoft.com/office/drawing/2014/main" id="{D7E680CA-2984-C6C0-2A24-6638FCEDE6F9}"/>
              </a:ext>
            </a:extLst>
          </p:cNvPr>
          <p:cNvSpPr>
            <a:spLocks noGrp="1"/>
          </p:cNvSpPr>
          <p:nvPr>
            <p:ph type="body" sz="quarter" idx="17" hasCustomPrompt="1"/>
          </p:nvPr>
        </p:nvSpPr>
        <p:spPr>
          <a:xfrm>
            <a:off x="764132" y="3786188"/>
            <a:ext cx="3530466" cy="559032"/>
          </a:xfrm>
        </p:spPr>
        <p:txBody>
          <a:bodyPr anchor="t">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16" name="Rectangle 48">
            <a:extLst>
              <a:ext uri="{FF2B5EF4-FFF2-40B4-BE49-F238E27FC236}">
                <a16:creationId xmlns:a16="http://schemas.microsoft.com/office/drawing/2014/main" id="{C449EC81-92FF-D352-0B4C-E8D7A0A3A0FC}"/>
              </a:ext>
              <a:ext uri="{C183D7F6-B498-43B3-948B-1728B52AA6E4}">
                <adec:decorative xmlns:adec="http://schemas.microsoft.com/office/drawing/2017/decorative" val="1"/>
              </a:ext>
            </a:extLst>
          </p:cNvPr>
          <p:cNvSpPr>
            <a:spLocks noChangeArrowheads="1"/>
          </p:cNvSpPr>
          <p:nvPr userDrawn="1"/>
        </p:nvSpPr>
        <p:spPr bwMode="auto">
          <a:xfrm>
            <a:off x="4461340" y="4853776"/>
            <a:ext cx="468000" cy="468000"/>
          </a:xfrm>
          <a:prstGeom prst="rect">
            <a:avLst/>
          </a:prstGeom>
          <a:solidFill>
            <a:schemeClr val="accent2"/>
          </a:solid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sz="1100" b="1" noProof="1">
              <a:solidFill>
                <a:schemeClr val="bg2"/>
              </a:solidFill>
              <a:latin typeface="+mj-lt"/>
              <a:ea typeface="+mj-ea"/>
            </a:endParaRPr>
          </a:p>
        </p:txBody>
      </p:sp>
      <p:sp>
        <p:nvSpPr>
          <p:cNvPr id="4" name="Text Placeholder 6">
            <a:extLst>
              <a:ext uri="{FF2B5EF4-FFF2-40B4-BE49-F238E27FC236}">
                <a16:creationId xmlns:a16="http://schemas.microsoft.com/office/drawing/2014/main" id="{F762BF82-541E-403E-F6ED-B05C066CEBF9}"/>
              </a:ext>
            </a:extLst>
          </p:cNvPr>
          <p:cNvSpPr>
            <a:spLocks noGrp="1"/>
          </p:cNvSpPr>
          <p:nvPr>
            <p:ph type="body" sz="quarter" idx="27" hasCustomPrompt="1"/>
          </p:nvPr>
        </p:nvSpPr>
        <p:spPr>
          <a:xfrm>
            <a:off x="4461107" y="4849942"/>
            <a:ext cx="462842" cy="468312"/>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18" name="Text Placeholder 10">
            <a:extLst>
              <a:ext uri="{FF2B5EF4-FFF2-40B4-BE49-F238E27FC236}">
                <a16:creationId xmlns:a16="http://schemas.microsoft.com/office/drawing/2014/main" id="{3DBC8797-4506-B43F-1D39-6F15A4FBE55D}"/>
              </a:ext>
            </a:extLst>
          </p:cNvPr>
          <p:cNvSpPr>
            <a:spLocks noGrp="1"/>
          </p:cNvSpPr>
          <p:nvPr>
            <p:ph type="body" sz="quarter" idx="22" hasCustomPrompt="1"/>
          </p:nvPr>
        </p:nvSpPr>
        <p:spPr>
          <a:xfrm>
            <a:off x="764130" y="4336946"/>
            <a:ext cx="3530468" cy="739384"/>
          </a:xfrm>
        </p:spPr>
        <p:txBody>
          <a:bodyPr anchor="b"/>
          <a:lstStyle>
            <a:lvl1pPr marL="0" indent="0" algn="r">
              <a:lnSpc>
                <a:spcPct val="100000"/>
              </a:lnSpc>
              <a:buNone/>
              <a:defRPr sz="1800" b="0" i="0">
                <a:solidFill>
                  <a:schemeClr val="tx2"/>
                </a:solidFill>
                <a:latin typeface="Franklin Gothic Medium" panose="020B0603020102020204" pitchFamily="34" charset="0"/>
              </a:defRPr>
            </a:lvl1pPr>
            <a:lvl2pPr algn="r">
              <a:lnSpc>
                <a:spcPct val="100000"/>
              </a:lnSpc>
              <a:defRPr sz="1800" b="1">
                <a:latin typeface="+mj-lt"/>
              </a:defRPr>
            </a:lvl2pPr>
            <a:lvl3pPr algn="r">
              <a:lnSpc>
                <a:spcPct val="100000"/>
              </a:lnSpc>
              <a:defRPr sz="1800" b="1">
                <a:latin typeface="+mj-lt"/>
              </a:defRPr>
            </a:lvl3pPr>
            <a:lvl4pPr algn="r">
              <a:lnSpc>
                <a:spcPct val="100000"/>
              </a:lnSpc>
              <a:defRPr sz="1800" b="1">
                <a:latin typeface="+mj-lt"/>
              </a:defRPr>
            </a:lvl4pPr>
            <a:lvl5pPr algn="r">
              <a:lnSpc>
                <a:spcPct val="100000"/>
              </a:lnSpc>
              <a:defRPr sz="1800" b="1">
                <a:latin typeface="+mj-lt"/>
              </a:defRPr>
            </a:lvl5p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19" name="Text Placeholder 10">
            <a:extLst>
              <a:ext uri="{FF2B5EF4-FFF2-40B4-BE49-F238E27FC236}">
                <a16:creationId xmlns:a16="http://schemas.microsoft.com/office/drawing/2014/main" id="{19532766-5D74-459E-D58E-19891FBE0AAC}"/>
              </a:ext>
            </a:extLst>
          </p:cNvPr>
          <p:cNvSpPr>
            <a:spLocks noGrp="1"/>
          </p:cNvSpPr>
          <p:nvPr>
            <p:ph type="body" sz="quarter" idx="21" hasCustomPrompt="1"/>
          </p:nvPr>
        </p:nvSpPr>
        <p:spPr>
          <a:xfrm>
            <a:off x="764132" y="5111417"/>
            <a:ext cx="3530466" cy="559032"/>
          </a:xfrm>
        </p:spPr>
        <p:txBody>
          <a:bodyPr anchor="t">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20" name="Rectangle 89">
            <a:extLst>
              <a:ext uri="{FF2B5EF4-FFF2-40B4-BE49-F238E27FC236}">
                <a16:creationId xmlns:a16="http://schemas.microsoft.com/office/drawing/2014/main" id="{4179447E-8A92-89D9-748F-2E0C33236AE7}"/>
              </a:ext>
              <a:ext uri="{C183D7F6-B498-43B3-948B-1728B52AA6E4}">
                <adec:decorative xmlns:adec="http://schemas.microsoft.com/office/drawing/2017/decorative" val="1"/>
              </a:ext>
            </a:extLst>
          </p:cNvPr>
          <p:cNvSpPr>
            <a:spLocks noChangeArrowheads="1"/>
          </p:cNvSpPr>
          <p:nvPr userDrawn="1"/>
        </p:nvSpPr>
        <p:spPr bwMode="auto">
          <a:xfrm>
            <a:off x="7113799" y="4853776"/>
            <a:ext cx="468000" cy="468000"/>
          </a:xfrm>
          <a:prstGeom prst="rect">
            <a:avLst/>
          </a:prstGeom>
          <a:solidFill>
            <a:schemeClr val="accent2"/>
          </a:solid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b="1" i="0" noProof="1">
              <a:solidFill>
                <a:schemeClr val="bg2"/>
              </a:solidFill>
              <a:latin typeface="Franklin Gothic Demi" panose="020B0603020102020204" pitchFamily="34" charset="0"/>
              <a:ea typeface="+mj-ea"/>
            </a:endParaRPr>
          </a:p>
        </p:txBody>
      </p:sp>
      <p:sp>
        <p:nvSpPr>
          <p:cNvPr id="5" name="Text Placeholder 6">
            <a:extLst>
              <a:ext uri="{FF2B5EF4-FFF2-40B4-BE49-F238E27FC236}">
                <a16:creationId xmlns:a16="http://schemas.microsoft.com/office/drawing/2014/main" id="{775CEBDE-3E59-F491-A0B6-5BC7C7F7601A}"/>
              </a:ext>
            </a:extLst>
          </p:cNvPr>
          <p:cNvSpPr>
            <a:spLocks noGrp="1"/>
          </p:cNvSpPr>
          <p:nvPr>
            <p:ph type="body" sz="quarter" idx="30" hasCustomPrompt="1"/>
          </p:nvPr>
        </p:nvSpPr>
        <p:spPr>
          <a:xfrm>
            <a:off x="7113171" y="4849942"/>
            <a:ext cx="462842" cy="468312"/>
          </a:xfrm>
          <a:noFill/>
        </p:spPr>
        <p:txBody>
          <a:bodyPr anchor="ctr">
            <a:noAutofit/>
          </a:bodyPr>
          <a:lstStyle>
            <a:lvl1pPr marL="0" indent="0" algn="ctr">
              <a:spcBef>
                <a:spcPts val="0"/>
              </a:spcBef>
              <a:buNone/>
              <a:defRPr sz="1800" b="1">
                <a:solidFill>
                  <a:schemeClr val="bg1"/>
                </a:solidFill>
                <a:latin typeface="+mj-lt"/>
              </a:defRPr>
            </a:lvl1pPr>
          </a:lstStyle>
          <a:p>
            <a:pPr lvl="0"/>
            <a:r>
              <a:rPr lang="en-US" altLang="zh-CN"/>
              <a:t>#</a:t>
            </a:r>
            <a:endParaRPr lang="zh-CN" altLang="en-US"/>
          </a:p>
        </p:txBody>
      </p:sp>
      <p:sp>
        <p:nvSpPr>
          <p:cNvPr id="22" name="Text Placeholder 10">
            <a:extLst>
              <a:ext uri="{FF2B5EF4-FFF2-40B4-BE49-F238E27FC236}">
                <a16:creationId xmlns:a16="http://schemas.microsoft.com/office/drawing/2014/main" id="{F843A475-038E-ACC1-C5D3-B2BFC340B969}"/>
              </a:ext>
            </a:extLst>
          </p:cNvPr>
          <p:cNvSpPr>
            <a:spLocks noGrp="1"/>
          </p:cNvSpPr>
          <p:nvPr>
            <p:ph type="body" sz="quarter" idx="24" hasCustomPrompt="1"/>
          </p:nvPr>
        </p:nvSpPr>
        <p:spPr>
          <a:xfrm>
            <a:off x="7749500" y="4336946"/>
            <a:ext cx="3530468" cy="739384"/>
          </a:xfrm>
        </p:spPr>
        <p:txBody>
          <a:bodyPr anchor="b"/>
          <a:lstStyle>
            <a:lvl1pPr marL="0" indent="0" algn="l">
              <a:lnSpc>
                <a:spcPct val="100000"/>
              </a:lnSpc>
              <a:buNone/>
              <a:defRPr sz="1800" b="0" i="0">
                <a:solidFill>
                  <a:schemeClr val="tx2"/>
                </a:solidFill>
                <a:latin typeface="Franklin Gothic Medium" panose="020B0603020102020204" pitchFamily="34" charset="0"/>
              </a:defRPr>
            </a:lvl1pPr>
            <a:lvl2pPr algn="l">
              <a:lnSpc>
                <a:spcPct val="100000"/>
              </a:lnSpc>
              <a:defRPr sz="1800" b="1">
                <a:latin typeface="+mj-lt"/>
              </a:defRPr>
            </a:lvl2pPr>
            <a:lvl3pPr algn="l">
              <a:lnSpc>
                <a:spcPct val="100000"/>
              </a:lnSpc>
              <a:defRPr sz="1800" b="1">
                <a:latin typeface="+mj-lt"/>
              </a:defRPr>
            </a:lvl3pPr>
            <a:lvl4pPr algn="l">
              <a:lnSpc>
                <a:spcPct val="100000"/>
              </a:lnSpc>
              <a:defRPr sz="1800" b="1">
                <a:latin typeface="+mj-lt"/>
              </a:defRPr>
            </a:lvl4pPr>
            <a:lvl5pPr algn="l">
              <a:lnSpc>
                <a:spcPct val="100000"/>
              </a:lnSpc>
              <a:defRPr sz="1800" b="1">
                <a:latin typeface="+mj-lt"/>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3" name="Text Placeholder 10">
            <a:extLst>
              <a:ext uri="{FF2B5EF4-FFF2-40B4-BE49-F238E27FC236}">
                <a16:creationId xmlns:a16="http://schemas.microsoft.com/office/drawing/2014/main" id="{0F5BD29D-F635-9DE3-863D-DDDFCA72795F}"/>
              </a:ext>
            </a:extLst>
          </p:cNvPr>
          <p:cNvSpPr>
            <a:spLocks noGrp="1"/>
          </p:cNvSpPr>
          <p:nvPr>
            <p:ph type="body" sz="quarter" idx="23" hasCustomPrompt="1"/>
          </p:nvPr>
        </p:nvSpPr>
        <p:spPr>
          <a:xfrm>
            <a:off x="7749502" y="5111417"/>
            <a:ext cx="3530466" cy="559032"/>
          </a:xfrm>
        </p:spPr>
        <p:txBody>
          <a:bodyPr anchor="t">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40" name="Oval 91">
            <a:extLst>
              <a:ext uri="{FF2B5EF4-FFF2-40B4-BE49-F238E27FC236}">
                <a16:creationId xmlns:a16="http://schemas.microsoft.com/office/drawing/2014/main" id="{A3905924-F874-4E2F-5BF6-56C9B8675DCA}"/>
              </a:ext>
              <a:ext uri="{C183D7F6-B498-43B3-948B-1728B52AA6E4}">
                <adec:decorative xmlns:adec="http://schemas.microsoft.com/office/drawing/2017/decorative" val="1"/>
              </a:ext>
            </a:extLst>
          </p:cNvPr>
          <p:cNvSpPr/>
          <p:nvPr userDrawn="1"/>
        </p:nvSpPr>
        <p:spPr>
          <a:xfrm flipH="1">
            <a:off x="6811475" y="5023772"/>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4" name="Rectangle 81">
            <a:extLst>
              <a:ext uri="{FF2B5EF4-FFF2-40B4-BE49-F238E27FC236}">
                <a16:creationId xmlns:a16="http://schemas.microsoft.com/office/drawing/2014/main" id="{4255A0D5-A885-E173-10EE-C0AE827E8064}"/>
              </a:ext>
              <a:ext uri="{C183D7F6-B498-43B3-948B-1728B52AA6E4}">
                <adec:decorative xmlns:adec="http://schemas.microsoft.com/office/drawing/2017/decorative" val="1"/>
              </a:ext>
            </a:extLst>
          </p:cNvPr>
          <p:cNvSpPr>
            <a:spLocks noChangeArrowheads="1"/>
          </p:cNvSpPr>
          <p:nvPr userDrawn="1"/>
        </p:nvSpPr>
        <p:spPr bwMode="auto">
          <a:xfrm>
            <a:off x="7113799" y="3528561"/>
            <a:ext cx="468000" cy="468000"/>
          </a:xfrm>
          <a:prstGeom prst="rect">
            <a:avLst/>
          </a:prstGeom>
          <a:solidFill>
            <a:schemeClr val="accent2"/>
          </a:solid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b="1" i="0" noProof="1">
              <a:solidFill>
                <a:schemeClr val="bg2"/>
              </a:solidFill>
              <a:latin typeface="Franklin Gothic Demi" panose="020B0603020102020204" pitchFamily="34" charset="0"/>
              <a:ea typeface="+mj-ea"/>
            </a:endParaRPr>
          </a:p>
        </p:txBody>
      </p:sp>
      <p:sp>
        <p:nvSpPr>
          <p:cNvPr id="6" name="Text Placeholder 6">
            <a:extLst>
              <a:ext uri="{FF2B5EF4-FFF2-40B4-BE49-F238E27FC236}">
                <a16:creationId xmlns:a16="http://schemas.microsoft.com/office/drawing/2014/main" id="{0957AE0F-94DD-15FB-0A92-E9EEB233F266}"/>
              </a:ext>
            </a:extLst>
          </p:cNvPr>
          <p:cNvSpPr>
            <a:spLocks noGrp="1"/>
          </p:cNvSpPr>
          <p:nvPr>
            <p:ph type="body" sz="quarter" idx="29" hasCustomPrompt="1"/>
          </p:nvPr>
        </p:nvSpPr>
        <p:spPr>
          <a:xfrm>
            <a:off x="7113171" y="3526521"/>
            <a:ext cx="462842" cy="468312"/>
          </a:xfrm>
          <a:noFill/>
        </p:spPr>
        <p:txBody>
          <a:bodyPr anchor="ctr">
            <a:noAutofit/>
          </a:bodyPr>
          <a:lstStyle>
            <a:lvl1pPr marL="0" indent="0" algn="ctr">
              <a:spcBef>
                <a:spcPts val="0"/>
              </a:spcBef>
              <a:buNone/>
              <a:defRPr sz="1800" b="1">
                <a:solidFill>
                  <a:schemeClr val="bg1"/>
                </a:solidFill>
                <a:latin typeface="+mj-lt"/>
              </a:defRPr>
            </a:lvl1pPr>
          </a:lstStyle>
          <a:p>
            <a:pPr lvl="0"/>
            <a:r>
              <a:rPr lang="en-US" altLang="zh-CN"/>
              <a:t>#</a:t>
            </a:r>
            <a:endParaRPr lang="zh-CN" altLang="en-US"/>
          </a:p>
        </p:txBody>
      </p:sp>
      <p:sp>
        <p:nvSpPr>
          <p:cNvPr id="26" name="Text Placeholder 10">
            <a:extLst>
              <a:ext uri="{FF2B5EF4-FFF2-40B4-BE49-F238E27FC236}">
                <a16:creationId xmlns:a16="http://schemas.microsoft.com/office/drawing/2014/main" id="{703B05C1-6727-7798-D74B-BECC6D4B702C}"/>
              </a:ext>
            </a:extLst>
          </p:cNvPr>
          <p:cNvSpPr>
            <a:spLocks noGrp="1"/>
          </p:cNvSpPr>
          <p:nvPr>
            <p:ph type="body" sz="quarter" idx="20" hasCustomPrompt="1"/>
          </p:nvPr>
        </p:nvSpPr>
        <p:spPr>
          <a:xfrm>
            <a:off x="7749500" y="3011717"/>
            <a:ext cx="3530468" cy="739384"/>
          </a:xfrm>
        </p:spPr>
        <p:txBody>
          <a:bodyPr anchor="b"/>
          <a:lstStyle>
            <a:lvl1pPr marL="0" indent="0" algn="l">
              <a:lnSpc>
                <a:spcPct val="100000"/>
              </a:lnSpc>
              <a:buNone/>
              <a:defRPr sz="1800" b="0" i="0">
                <a:solidFill>
                  <a:schemeClr val="tx2"/>
                </a:solidFill>
                <a:latin typeface="Franklin Gothic Medium" panose="020B0603020102020204" pitchFamily="34" charset="0"/>
              </a:defRPr>
            </a:lvl1pPr>
            <a:lvl2pPr algn="l">
              <a:lnSpc>
                <a:spcPct val="100000"/>
              </a:lnSpc>
              <a:defRPr sz="1800" b="1">
                <a:latin typeface="+mj-lt"/>
              </a:defRPr>
            </a:lvl2pPr>
            <a:lvl3pPr algn="l">
              <a:lnSpc>
                <a:spcPct val="100000"/>
              </a:lnSpc>
              <a:defRPr sz="1800" b="1">
                <a:latin typeface="+mj-lt"/>
              </a:defRPr>
            </a:lvl3pPr>
            <a:lvl4pPr algn="l">
              <a:lnSpc>
                <a:spcPct val="100000"/>
              </a:lnSpc>
              <a:defRPr sz="1800" b="1">
                <a:latin typeface="+mj-lt"/>
              </a:defRPr>
            </a:lvl4pPr>
            <a:lvl5pPr algn="l">
              <a:lnSpc>
                <a:spcPct val="100000"/>
              </a:lnSpc>
              <a:defRPr sz="1800" b="1">
                <a:latin typeface="+mj-lt"/>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7" name="Text Placeholder 10">
            <a:extLst>
              <a:ext uri="{FF2B5EF4-FFF2-40B4-BE49-F238E27FC236}">
                <a16:creationId xmlns:a16="http://schemas.microsoft.com/office/drawing/2014/main" id="{3497AE24-8292-BDC1-497F-480832C778CB}"/>
              </a:ext>
            </a:extLst>
          </p:cNvPr>
          <p:cNvSpPr>
            <a:spLocks noGrp="1"/>
          </p:cNvSpPr>
          <p:nvPr>
            <p:ph type="body" sz="quarter" idx="19" hasCustomPrompt="1"/>
          </p:nvPr>
        </p:nvSpPr>
        <p:spPr>
          <a:xfrm>
            <a:off x="7749502" y="3786188"/>
            <a:ext cx="3530466" cy="559032"/>
          </a:xfrm>
        </p:spPr>
        <p:txBody>
          <a:bodyPr anchor="t">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39" name="Oval 83">
            <a:extLst>
              <a:ext uri="{FF2B5EF4-FFF2-40B4-BE49-F238E27FC236}">
                <a16:creationId xmlns:a16="http://schemas.microsoft.com/office/drawing/2014/main" id="{24C7B25D-BF57-C339-DFE4-7F293C68F3FD}"/>
              </a:ext>
              <a:ext uri="{C183D7F6-B498-43B3-948B-1728B52AA6E4}">
                <adec:decorative xmlns:adec="http://schemas.microsoft.com/office/drawing/2017/decorative" val="1"/>
              </a:ext>
            </a:extLst>
          </p:cNvPr>
          <p:cNvSpPr/>
          <p:nvPr userDrawn="1"/>
        </p:nvSpPr>
        <p:spPr>
          <a:xfrm flipH="1">
            <a:off x="6858041" y="3698557"/>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8" name="Rectangle 56">
            <a:extLst>
              <a:ext uri="{FF2B5EF4-FFF2-40B4-BE49-F238E27FC236}">
                <a16:creationId xmlns:a16="http://schemas.microsoft.com/office/drawing/2014/main" id="{BE136486-B304-5F5F-F5B7-56C30E37EC0A}"/>
              </a:ext>
              <a:ext uri="{C183D7F6-B498-43B3-948B-1728B52AA6E4}">
                <adec:decorative xmlns:adec="http://schemas.microsoft.com/office/drawing/2017/decorative" val="1"/>
              </a:ext>
            </a:extLst>
          </p:cNvPr>
          <p:cNvSpPr>
            <a:spLocks noChangeArrowheads="1"/>
          </p:cNvSpPr>
          <p:nvPr userDrawn="1"/>
        </p:nvSpPr>
        <p:spPr bwMode="auto">
          <a:xfrm>
            <a:off x="7113799" y="2203437"/>
            <a:ext cx="468000" cy="468000"/>
          </a:xfrm>
          <a:prstGeom prst="rect">
            <a:avLst/>
          </a:prstGeom>
          <a:solidFill>
            <a:schemeClr val="accent2"/>
          </a:solid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b="1" noProof="1">
              <a:solidFill>
                <a:schemeClr val="bg2"/>
              </a:solidFill>
              <a:latin typeface="+mj-lt"/>
              <a:ea typeface="+mj-ea"/>
            </a:endParaRPr>
          </a:p>
        </p:txBody>
      </p:sp>
      <p:sp>
        <p:nvSpPr>
          <p:cNvPr id="7" name="Text Placeholder 6">
            <a:extLst>
              <a:ext uri="{FF2B5EF4-FFF2-40B4-BE49-F238E27FC236}">
                <a16:creationId xmlns:a16="http://schemas.microsoft.com/office/drawing/2014/main" id="{C8091A4C-157E-E6FF-551F-9CEE14F92949}"/>
              </a:ext>
            </a:extLst>
          </p:cNvPr>
          <p:cNvSpPr>
            <a:spLocks noGrp="1"/>
          </p:cNvSpPr>
          <p:nvPr>
            <p:ph type="body" sz="quarter" idx="28" hasCustomPrompt="1"/>
          </p:nvPr>
        </p:nvSpPr>
        <p:spPr>
          <a:xfrm>
            <a:off x="7113171" y="2203099"/>
            <a:ext cx="462842" cy="468312"/>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30" name="Text Placeholder 10">
            <a:extLst>
              <a:ext uri="{FF2B5EF4-FFF2-40B4-BE49-F238E27FC236}">
                <a16:creationId xmlns:a16="http://schemas.microsoft.com/office/drawing/2014/main" id="{4F673188-90DB-13BB-6AAC-671788E1CC12}"/>
              </a:ext>
            </a:extLst>
          </p:cNvPr>
          <p:cNvSpPr>
            <a:spLocks noGrp="1"/>
          </p:cNvSpPr>
          <p:nvPr>
            <p:ph type="body" sz="quarter" idx="16" hasCustomPrompt="1"/>
          </p:nvPr>
        </p:nvSpPr>
        <p:spPr>
          <a:xfrm>
            <a:off x="7750128" y="1681250"/>
            <a:ext cx="3530468" cy="739384"/>
          </a:xfrm>
        </p:spPr>
        <p:txBody>
          <a:bodyPr anchor="b"/>
          <a:lstStyle>
            <a:lvl1pPr marL="0" indent="0" algn="l">
              <a:lnSpc>
                <a:spcPct val="100000"/>
              </a:lnSpc>
              <a:buNone/>
              <a:defRPr sz="1800" b="0" i="0">
                <a:solidFill>
                  <a:schemeClr val="tx2"/>
                </a:solidFill>
                <a:latin typeface="Franklin Gothic Medium" panose="020B0603020102020204" pitchFamily="34" charset="0"/>
              </a:defRPr>
            </a:lvl1pPr>
            <a:lvl2pPr algn="l">
              <a:lnSpc>
                <a:spcPct val="100000"/>
              </a:lnSpc>
              <a:defRPr sz="1800" b="1">
                <a:latin typeface="+mj-lt"/>
              </a:defRPr>
            </a:lvl2pPr>
            <a:lvl3pPr algn="l">
              <a:lnSpc>
                <a:spcPct val="100000"/>
              </a:lnSpc>
              <a:defRPr sz="1800" b="1">
                <a:latin typeface="+mj-lt"/>
              </a:defRPr>
            </a:lvl3pPr>
            <a:lvl4pPr algn="l">
              <a:lnSpc>
                <a:spcPct val="100000"/>
              </a:lnSpc>
              <a:defRPr sz="1800" b="1">
                <a:latin typeface="+mj-lt"/>
              </a:defRPr>
            </a:lvl4pPr>
            <a:lvl5pPr algn="l">
              <a:lnSpc>
                <a:spcPct val="100000"/>
              </a:lnSpc>
              <a:defRPr sz="1800" b="1">
                <a:latin typeface="+mj-lt"/>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31" name="Text Placeholder 10">
            <a:extLst>
              <a:ext uri="{FF2B5EF4-FFF2-40B4-BE49-F238E27FC236}">
                <a16:creationId xmlns:a16="http://schemas.microsoft.com/office/drawing/2014/main" id="{C67CCFEA-CBA6-64F3-6B32-C12BA60964A4}"/>
              </a:ext>
            </a:extLst>
          </p:cNvPr>
          <p:cNvSpPr>
            <a:spLocks noGrp="1"/>
          </p:cNvSpPr>
          <p:nvPr>
            <p:ph type="body" sz="quarter" idx="15" hasCustomPrompt="1"/>
          </p:nvPr>
        </p:nvSpPr>
        <p:spPr>
          <a:xfrm>
            <a:off x="7750130" y="2455721"/>
            <a:ext cx="3530466" cy="559032"/>
          </a:xfrm>
        </p:spPr>
        <p:txBody>
          <a:bodyPr anchor="t">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38" name="Oval 58">
            <a:extLst>
              <a:ext uri="{FF2B5EF4-FFF2-40B4-BE49-F238E27FC236}">
                <a16:creationId xmlns:a16="http://schemas.microsoft.com/office/drawing/2014/main" id="{49A05A0A-7029-BF67-F85B-D5CA241A5401}"/>
              </a:ext>
              <a:ext uri="{C183D7F6-B498-43B3-948B-1728B52AA6E4}">
                <adec:decorative xmlns:adec="http://schemas.microsoft.com/office/drawing/2017/decorative" val="1"/>
              </a:ext>
            </a:extLst>
          </p:cNvPr>
          <p:cNvSpPr/>
          <p:nvPr userDrawn="1"/>
        </p:nvSpPr>
        <p:spPr>
          <a:xfrm flipH="1">
            <a:off x="6858041" y="2373433"/>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37" name="Oval 50">
            <a:extLst>
              <a:ext uri="{FF2B5EF4-FFF2-40B4-BE49-F238E27FC236}">
                <a16:creationId xmlns:a16="http://schemas.microsoft.com/office/drawing/2014/main" id="{010662C9-32B6-E707-1191-9B75A075F0CC}"/>
              </a:ext>
              <a:ext uri="{C183D7F6-B498-43B3-948B-1728B52AA6E4}">
                <adec:decorative xmlns:adec="http://schemas.microsoft.com/office/drawing/2017/decorative" val="1"/>
              </a:ext>
            </a:extLst>
          </p:cNvPr>
          <p:cNvSpPr/>
          <p:nvPr userDrawn="1"/>
        </p:nvSpPr>
        <p:spPr>
          <a:xfrm>
            <a:off x="5074841" y="5023772"/>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36" name="Oval 42">
            <a:extLst>
              <a:ext uri="{FF2B5EF4-FFF2-40B4-BE49-F238E27FC236}">
                <a16:creationId xmlns:a16="http://schemas.microsoft.com/office/drawing/2014/main" id="{93AF6526-59AB-36B1-243C-C481E1D844D2}"/>
              </a:ext>
              <a:ext uri="{C183D7F6-B498-43B3-948B-1728B52AA6E4}">
                <adec:decorative xmlns:adec="http://schemas.microsoft.com/office/drawing/2017/decorative" val="1"/>
              </a:ext>
            </a:extLst>
          </p:cNvPr>
          <p:cNvSpPr/>
          <p:nvPr userDrawn="1"/>
        </p:nvSpPr>
        <p:spPr>
          <a:xfrm>
            <a:off x="5028275" y="3698557"/>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35" name="Oval 14">
            <a:extLst>
              <a:ext uri="{FF2B5EF4-FFF2-40B4-BE49-F238E27FC236}">
                <a16:creationId xmlns:a16="http://schemas.microsoft.com/office/drawing/2014/main" id="{46DF6B73-AADC-C8D4-6487-B9C2B7E64E39}"/>
              </a:ext>
              <a:ext uri="{C183D7F6-B498-43B3-948B-1728B52AA6E4}">
                <adec:decorative xmlns:adec="http://schemas.microsoft.com/office/drawing/2017/decorative" val="1"/>
              </a:ext>
            </a:extLst>
          </p:cNvPr>
          <p:cNvSpPr/>
          <p:nvPr userDrawn="1"/>
        </p:nvSpPr>
        <p:spPr>
          <a:xfrm>
            <a:off x="5028275" y="2373433"/>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9" name="Slide Number Placeholder 16">
            <a:extLst>
              <a:ext uri="{FF2B5EF4-FFF2-40B4-BE49-F238E27FC236}">
                <a16:creationId xmlns:a16="http://schemas.microsoft.com/office/drawing/2014/main" id="{DD1B2D61-556F-7BF3-DA53-B0281BB99DF7}"/>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A702771-82AA-884C-A55F-18766A953131}"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3" name="Picture 12" descr="Central Piedmont Community College logo icon">
            <a:extLst>
              <a:ext uri="{FF2B5EF4-FFF2-40B4-BE49-F238E27FC236}">
                <a16:creationId xmlns:a16="http://schemas.microsoft.com/office/drawing/2014/main" id="{93615E04-B320-B6CF-4FE9-4DD3983841D9}"/>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9159833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meline 1 - gold bard">
    <p:bg>
      <p:bgPr>
        <a:solidFill>
          <a:schemeClr val="bg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F4CD8D33-1FE8-6491-507A-9A3EF5C7F90E}"/>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3" name="Title 4">
            <a:extLst>
              <a:ext uri="{FF2B5EF4-FFF2-40B4-BE49-F238E27FC236}">
                <a16:creationId xmlns:a16="http://schemas.microsoft.com/office/drawing/2014/main" id="{BFC33CEA-C49A-7EE9-7617-D691F9686A2D}"/>
              </a:ext>
            </a:extLst>
          </p:cNvPr>
          <p:cNvSpPr>
            <a:spLocks noGrp="1"/>
          </p:cNvSpPr>
          <p:nvPr>
            <p:ph type="title" hasCustomPrompt="1"/>
          </p:nvPr>
        </p:nvSpPr>
        <p:spPr>
          <a:xfrm>
            <a:off x="731520" y="457200"/>
            <a:ext cx="10698480" cy="640080"/>
          </a:xfrm>
        </p:spPr>
        <p:txBody>
          <a:bodyPr tIns="0" bIns="0"/>
          <a:lstStyle>
            <a:lvl1pPr>
              <a:defRPr b="1" i="0">
                <a:solidFill>
                  <a:schemeClr val="tx2"/>
                </a:solidFill>
              </a:defRPr>
            </a:lvl1pPr>
          </a:lstStyle>
          <a:p>
            <a:r>
              <a:rPr lang="en-US"/>
              <a:t>Click to edit title</a:t>
            </a:r>
          </a:p>
        </p:txBody>
      </p:sp>
      <p:sp>
        <p:nvSpPr>
          <p:cNvPr id="2" name="Freeform: Shape 8">
            <a:extLst>
              <a:ext uri="{FF2B5EF4-FFF2-40B4-BE49-F238E27FC236}">
                <a16:creationId xmlns:a16="http://schemas.microsoft.com/office/drawing/2014/main" id="{37E31FCC-D78D-52A7-6331-00FF22A3E989}"/>
              </a:ext>
              <a:ext uri="{C183D7F6-B498-43B3-948B-1728B52AA6E4}">
                <adec:decorative xmlns:adec="http://schemas.microsoft.com/office/drawing/2017/decorative" val="1"/>
              </a:ext>
            </a:extLst>
          </p:cNvPr>
          <p:cNvSpPr/>
          <p:nvPr userDrawn="1"/>
        </p:nvSpPr>
        <p:spPr>
          <a:xfrm flipV="1">
            <a:off x="5168000" y="1561967"/>
            <a:ext cx="1831860" cy="3988301"/>
          </a:xfrm>
          <a:custGeom>
            <a:avLst/>
            <a:gdLst>
              <a:gd name="connsiteX0" fmla="*/ 1134319 w 2268638"/>
              <a:gd name="connsiteY0" fmla="*/ 0 h 5034987"/>
              <a:gd name="connsiteX1" fmla="*/ 2268638 w 2268638"/>
              <a:gd name="connsiteY1" fmla="*/ 1134319 h 5034987"/>
              <a:gd name="connsiteX2" fmla="*/ 2268637 w 2268638"/>
              <a:gd name="connsiteY2" fmla="*/ 5034987 h 5034987"/>
              <a:gd name="connsiteX3" fmla="*/ 0 w 2268638"/>
              <a:gd name="connsiteY3" fmla="*/ 5034987 h 5034987"/>
              <a:gd name="connsiteX4" fmla="*/ 0 w 2268638"/>
              <a:gd name="connsiteY4" fmla="*/ 1134319 h 5034987"/>
              <a:gd name="connsiteX5" fmla="*/ 1134319 w 2268638"/>
              <a:gd name="connsiteY5" fmla="*/ 0 h 5034987"/>
              <a:gd name="connsiteX0" fmla="*/ 1134319 w 2268638"/>
              <a:gd name="connsiteY0" fmla="*/ 0 h 5034987"/>
              <a:gd name="connsiteX1" fmla="*/ 2268638 w 2268638"/>
              <a:gd name="connsiteY1" fmla="*/ 1134319 h 5034987"/>
              <a:gd name="connsiteX2" fmla="*/ 2268637 w 2268638"/>
              <a:gd name="connsiteY2" fmla="*/ 5034987 h 5034987"/>
              <a:gd name="connsiteX3" fmla="*/ 486137 w 2268638"/>
              <a:gd name="connsiteY3" fmla="*/ 5023412 h 5034987"/>
              <a:gd name="connsiteX4" fmla="*/ 0 w 2268638"/>
              <a:gd name="connsiteY4" fmla="*/ 5034987 h 5034987"/>
              <a:gd name="connsiteX5" fmla="*/ 0 w 2268638"/>
              <a:gd name="connsiteY5" fmla="*/ 1134319 h 5034987"/>
              <a:gd name="connsiteX6" fmla="*/ 1134319 w 2268638"/>
              <a:gd name="connsiteY6" fmla="*/ 0 h 5034987"/>
              <a:gd name="connsiteX0" fmla="*/ 486137 w 2268638"/>
              <a:gd name="connsiteY0" fmla="*/ 5023412 h 5114852"/>
              <a:gd name="connsiteX1" fmla="*/ 0 w 2268638"/>
              <a:gd name="connsiteY1" fmla="*/ 5034987 h 5114852"/>
              <a:gd name="connsiteX2" fmla="*/ 0 w 2268638"/>
              <a:gd name="connsiteY2" fmla="*/ 1134319 h 5114852"/>
              <a:gd name="connsiteX3" fmla="*/ 1134319 w 2268638"/>
              <a:gd name="connsiteY3" fmla="*/ 0 h 5114852"/>
              <a:gd name="connsiteX4" fmla="*/ 2268638 w 2268638"/>
              <a:gd name="connsiteY4" fmla="*/ 1134319 h 5114852"/>
              <a:gd name="connsiteX5" fmla="*/ 2268637 w 2268638"/>
              <a:gd name="connsiteY5" fmla="*/ 5034987 h 5114852"/>
              <a:gd name="connsiteX6" fmla="*/ 577577 w 2268638"/>
              <a:gd name="connsiteY6" fmla="*/ 5114852 h 5114852"/>
              <a:gd name="connsiteX0" fmla="*/ 486137 w 2268638"/>
              <a:gd name="connsiteY0" fmla="*/ 5023412 h 5034987"/>
              <a:gd name="connsiteX1" fmla="*/ 0 w 2268638"/>
              <a:gd name="connsiteY1" fmla="*/ 5034987 h 5034987"/>
              <a:gd name="connsiteX2" fmla="*/ 0 w 2268638"/>
              <a:gd name="connsiteY2" fmla="*/ 1134319 h 5034987"/>
              <a:gd name="connsiteX3" fmla="*/ 1134319 w 2268638"/>
              <a:gd name="connsiteY3" fmla="*/ 0 h 5034987"/>
              <a:gd name="connsiteX4" fmla="*/ 2268638 w 2268638"/>
              <a:gd name="connsiteY4" fmla="*/ 1134319 h 5034987"/>
              <a:gd name="connsiteX5" fmla="*/ 2268637 w 2268638"/>
              <a:gd name="connsiteY5" fmla="*/ 5034987 h 5034987"/>
              <a:gd name="connsiteX0" fmla="*/ 0 w 2268638"/>
              <a:gd name="connsiteY0" fmla="*/ 5034987 h 5034987"/>
              <a:gd name="connsiteX1" fmla="*/ 0 w 2268638"/>
              <a:gd name="connsiteY1" fmla="*/ 1134319 h 5034987"/>
              <a:gd name="connsiteX2" fmla="*/ 1134319 w 2268638"/>
              <a:gd name="connsiteY2" fmla="*/ 0 h 5034987"/>
              <a:gd name="connsiteX3" fmla="*/ 2268638 w 2268638"/>
              <a:gd name="connsiteY3" fmla="*/ 1134319 h 5034987"/>
              <a:gd name="connsiteX4" fmla="*/ 2268637 w 2268638"/>
              <a:gd name="connsiteY4" fmla="*/ 5034987 h 5034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8638" h="5034987">
                <a:moveTo>
                  <a:pt x="0" y="5034987"/>
                </a:moveTo>
                <a:lnTo>
                  <a:pt x="0" y="1134319"/>
                </a:lnTo>
                <a:cubicBezTo>
                  <a:pt x="0" y="507852"/>
                  <a:pt x="507852" y="0"/>
                  <a:pt x="1134319" y="0"/>
                </a:cubicBezTo>
                <a:cubicBezTo>
                  <a:pt x="1760786" y="0"/>
                  <a:pt x="2268638" y="507852"/>
                  <a:pt x="2268638" y="1134319"/>
                </a:cubicBezTo>
                <a:cubicBezTo>
                  <a:pt x="2268638" y="2434542"/>
                  <a:pt x="2268637" y="3734764"/>
                  <a:pt x="2268637" y="5034987"/>
                </a:cubicBezTo>
              </a:path>
            </a:pathLst>
          </a:custGeom>
          <a:noFill/>
          <a:ln w="31750">
            <a:solidFill>
              <a:schemeClr val="accent2"/>
            </a:solidFill>
            <a:prstDash val="sysDot"/>
            <a:headEnd type="oval" w="sm" len="sm"/>
            <a:tailEnd type="arrow"/>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54" name="Rectangle: Rounded Corners 71">
            <a:extLst>
              <a:ext uri="{FF2B5EF4-FFF2-40B4-BE49-F238E27FC236}">
                <a16:creationId xmlns:a16="http://schemas.microsoft.com/office/drawing/2014/main" id="{353BC2D0-503F-1A6F-BA37-13DD47BE2C4F}"/>
              </a:ext>
              <a:ext uri="{C183D7F6-B498-43B3-948B-1728B52AA6E4}">
                <adec:decorative xmlns:adec="http://schemas.microsoft.com/office/drawing/2017/decorative" val="1"/>
              </a:ext>
            </a:extLst>
          </p:cNvPr>
          <p:cNvSpPr/>
          <p:nvPr userDrawn="1"/>
        </p:nvSpPr>
        <p:spPr>
          <a:xfrm flipH="1">
            <a:off x="4930001" y="1749495"/>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58" name="Text Placeholder 6">
            <a:extLst>
              <a:ext uri="{FF2B5EF4-FFF2-40B4-BE49-F238E27FC236}">
                <a16:creationId xmlns:a16="http://schemas.microsoft.com/office/drawing/2014/main" id="{DA53E35E-FD8A-CE42-1BA2-E08123ADD0FA}"/>
              </a:ext>
            </a:extLst>
          </p:cNvPr>
          <p:cNvSpPr>
            <a:spLocks noGrp="1"/>
          </p:cNvSpPr>
          <p:nvPr>
            <p:ph type="body" sz="quarter" idx="25" hasCustomPrompt="1"/>
          </p:nvPr>
        </p:nvSpPr>
        <p:spPr>
          <a:xfrm>
            <a:off x="4974336" y="1795215"/>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7" name="Text Placeholder 10">
            <a:extLst>
              <a:ext uri="{FF2B5EF4-FFF2-40B4-BE49-F238E27FC236}">
                <a16:creationId xmlns:a16="http://schemas.microsoft.com/office/drawing/2014/main" id="{1262B88E-7C7F-2458-C20A-AAB4CE5E7739}"/>
              </a:ext>
            </a:extLst>
          </p:cNvPr>
          <p:cNvSpPr>
            <a:spLocks noGrp="1"/>
          </p:cNvSpPr>
          <p:nvPr>
            <p:ph type="body" sz="quarter" idx="14" hasCustomPrompt="1"/>
          </p:nvPr>
        </p:nvSpPr>
        <p:spPr>
          <a:xfrm>
            <a:off x="731519" y="1729552"/>
            <a:ext cx="4023360" cy="559032"/>
          </a:xfrm>
        </p:spPr>
        <p:txBody>
          <a:bodyPr lIns="0" tIns="0" rIns="0" bIns="0" anchor="ctr" anchorCtr="0">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55" name="Rectangle: Rounded Corners 71">
            <a:extLst>
              <a:ext uri="{FF2B5EF4-FFF2-40B4-BE49-F238E27FC236}">
                <a16:creationId xmlns:a16="http://schemas.microsoft.com/office/drawing/2014/main" id="{F3324157-AC41-28BE-A053-85943AAFBE60}"/>
              </a:ext>
              <a:ext uri="{C183D7F6-B498-43B3-948B-1728B52AA6E4}">
                <adec:decorative xmlns:adec="http://schemas.microsoft.com/office/drawing/2017/decorative" val="1"/>
              </a:ext>
            </a:extLst>
          </p:cNvPr>
          <p:cNvSpPr/>
          <p:nvPr userDrawn="1"/>
        </p:nvSpPr>
        <p:spPr>
          <a:xfrm flipH="1">
            <a:off x="4928422" y="2682659"/>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59" name="Text Placeholder 6">
            <a:extLst>
              <a:ext uri="{FF2B5EF4-FFF2-40B4-BE49-F238E27FC236}">
                <a16:creationId xmlns:a16="http://schemas.microsoft.com/office/drawing/2014/main" id="{7F9DA259-2B5B-6ECF-750D-2125CCE7786C}"/>
              </a:ext>
            </a:extLst>
          </p:cNvPr>
          <p:cNvSpPr>
            <a:spLocks noGrp="1"/>
          </p:cNvSpPr>
          <p:nvPr>
            <p:ph type="body" sz="quarter" idx="41" hasCustomPrompt="1"/>
          </p:nvPr>
        </p:nvSpPr>
        <p:spPr>
          <a:xfrm>
            <a:off x="4974336" y="2723540"/>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3" name="Text Placeholder 10">
            <a:extLst>
              <a:ext uri="{FF2B5EF4-FFF2-40B4-BE49-F238E27FC236}">
                <a16:creationId xmlns:a16="http://schemas.microsoft.com/office/drawing/2014/main" id="{6F8229D2-3E96-1A42-B129-24027BF452AC}"/>
              </a:ext>
            </a:extLst>
          </p:cNvPr>
          <p:cNvSpPr>
            <a:spLocks noGrp="1"/>
          </p:cNvSpPr>
          <p:nvPr>
            <p:ph type="body" sz="quarter" idx="30" hasCustomPrompt="1"/>
          </p:nvPr>
        </p:nvSpPr>
        <p:spPr>
          <a:xfrm>
            <a:off x="731519" y="2640990"/>
            <a:ext cx="4023360" cy="559032"/>
          </a:xfrm>
        </p:spPr>
        <p:txBody>
          <a:bodyPr lIns="0" tIns="0" rIns="0" bIns="0" anchor="ctr" anchorCtr="0">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56" name="Rectangle: Rounded Corners 71">
            <a:extLst>
              <a:ext uri="{FF2B5EF4-FFF2-40B4-BE49-F238E27FC236}">
                <a16:creationId xmlns:a16="http://schemas.microsoft.com/office/drawing/2014/main" id="{E307CDFE-F0D7-1F16-D1AE-8C1DEB3D6AA0}"/>
              </a:ext>
              <a:ext uri="{C183D7F6-B498-43B3-948B-1728B52AA6E4}">
                <adec:decorative xmlns:adec="http://schemas.microsoft.com/office/drawing/2017/decorative" val="1"/>
              </a:ext>
            </a:extLst>
          </p:cNvPr>
          <p:cNvSpPr/>
          <p:nvPr userDrawn="1"/>
        </p:nvSpPr>
        <p:spPr>
          <a:xfrm flipH="1">
            <a:off x="4925452" y="3510162"/>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60" name="Text Placeholder 6">
            <a:extLst>
              <a:ext uri="{FF2B5EF4-FFF2-40B4-BE49-F238E27FC236}">
                <a16:creationId xmlns:a16="http://schemas.microsoft.com/office/drawing/2014/main" id="{86E216A9-DE86-175D-E23C-E9CE0F0A92DE}"/>
              </a:ext>
            </a:extLst>
          </p:cNvPr>
          <p:cNvSpPr>
            <a:spLocks noGrp="1"/>
          </p:cNvSpPr>
          <p:nvPr>
            <p:ph type="body" sz="quarter" idx="42" hasCustomPrompt="1"/>
          </p:nvPr>
        </p:nvSpPr>
        <p:spPr>
          <a:xfrm>
            <a:off x="4969380" y="3552244"/>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5" name="Text Placeholder 10">
            <a:extLst>
              <a:ext uri="{FF2B5EF4-FFF2-40B4-BE49-F238E27FC236}">
                <a16:creationId xmlns:a16="http://schemas.microsoft.com/office/drawing/2014/main" id="{31071083-ED88-9C8F-FFA2-81F22B5B941C}"/>
              </a:ext>
            </a:extLst>
          </p:cNvPr>
          <p:cNvSpPr>
            <a:spLocks noGrp="1"/>
          </p:cNvSpPr>
          <p:nvPr>
            <p:ph type="body" sz="quarter" idx="34" hasCustomPrompt="1"/>
          </p:nvPr>
        </p:nvSpPr>
        <p:spPr>
          <a:xfrm>
            <a:off x="740918" y="3532253"/>
            <a:ext cx="4023360" cy="559032"/>
          </a:xfrm>
        </p:spPr>
        <p:txBody>
          <a:bodyPr lIns="0" tIns="0" rIns="0" bIns="0" anchor="ctr" anchorCtr="0">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57" name="Rectangle: Rounded Corners 71">
            <a:extLst>
              <a:ext uri="{FF2B5EF4-FFF2-40B4-BE49-F238E27FC236}">
                <a16:creationId xmlns:a16="http://schemas.microsoft.com/office/drawing/2014/main" id="{90897122-5D0B-78CC-4833-47F1234746E0}"/>
              </a:ext>
              <a:ext uri="{C183D7F6-B498-43B3-948B-1728B52AA6E4}">
                <adec:decorative xmlns:adec="http://schemas.microsoft.com/office/drawing/2017/decorative" val="1"/>
              </a:ext>
            </a:extLst>
          </p:cNvPr>
          <p:cNvSpPr/>
          <p:nvPr userDrawn="1"/>
        </p:nvSpPr>
        <p:spPr>
          <a:xfrm flipH="1">
            <a:off x="4923873" y="4443326"/>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61" name="Text Placeholder 6">
            <a:extLst>
              <a:ext uri="{FF2B5EF4-FFF2-40B4-BE49-F238E27FC236}">
                <a16:creationId xmlns:a16="http://schemas.microsoft.com/office/drawing/2014/main" id="{4FEA499E-8861-56CA-3A87-694D36C9EDD6}"/>
              </a:ext>
            </a:extLst>
          </p:cNvPr>
          <p:cNvSpPr>
            <a:spLocks noGrp="1"/>
          </p:cNvSpPr>
          <p:nvPr>
            <p:ph type="body" sz="quarter" idx="43" hasCustomPrompt="1"/>
          </p:nvPr>
        </p:nvSpPr>
        <p:spPr>
          <a:xfrm>
            <a:off x="4969380" y="4498227"/>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7" name="Text Placeholder 10">
            <a:extLst>
              <a:ext uri="{FF2B5EF4-FFF2-40B4-BE49-F238E27FC236}">
                <a16:creationId xmlns:a16="http://schemas.microsoft.com/office/drawing/2014/main" id="{3BC6B644-94F8-E487-46B8-218421E71EEF}"/>
              </a:ext>
            </a:extLst>
          </p:cNvPr>
          <p:cNvSpPr>
            <a:spLocks noGrp="1"/>
          </p:cNvSpPr>
          <p:nvPr>
            <p:ph type="body" sz="quarter" idx="38" hasCustomPrompt="1"/>
          </p:nvPr>
        </p:nvSpPr>
        <p:spPr>
          <a:xfrm>
            <a:off x="731519" y="4418874"/>
            <a:ext cx="4023360" cy="559032"/>
          </a:xfrm>
        </p:spPr>
        <p:txBody>
          <a:bodyPr lIns="0" tIns="0" rIns="0" bIns="0" anchor="ctr" anchorCtr="0">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62" name="Rectangle: Rounded Corners 71">
            <a:extLst>
              <a:ext uri="{FF2B5EF4-FFF2-40B4-BE49-F238E27FC236}">
                <a16:creationId xmlns:a16="http://schemas.microsoft.com/office/drawing/2014/main" id="{9708834A-DACC-211F-7F4A-1CDC3A5F6EDC}"/>
              </a:ext>
              <a:ext uri="{C183D7F6-B498-43B3-948B-1728B52AA6E4}">
                <adec:decorative xmlns:adec="http://schemas.microsoft.com/office/drawing/2017/decorative" val="1"/>
              </a:ext>
            </a:extLst>
          </p:cNvPr>
          <p:cNvSpPr/>
          <p:nvPr userDrawn="1"/>
        </p:nvSpPr>
        <p:spPr>
          <a:xfrm flipH="1">
            <a:off x="6772645" y="1749495"/>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66" name="Text Placeholder 6">
            <a:extLst>
              <a:ext uri="{FF2B5EF4-FFF2-40B4-BE49-F238E27FC236}">
                <a16:creationId xmlns:a16="http://schemas.microsoft.com/office/drawing/2014/main" id="{B3CD824F-D635-21DF-C38C-812F32519897}"/>
              </a:ext>
            </a:extLst>
          </p:cNvPr>
          <p:cNvSpPr>
            <a:spLocks noGrp="1"/>
          </p:cNvSpPr>
          <p:nvPr>
            <p:ph type="body" sz="quarter" idx="44" hasCustomPrompt="1"/>
          </p:nvPr>
        </p:nvSpPr>
        <p:spPr>
          <a:xfrm>
            <a:off x="6816980" y="1795215"/>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2" name="Text Placeholder 10">
            <a:extLst>
              <a:ext uri="{FF2B5EF4-FFF2-40B4-BE49-F238E27FC236}">
                <a16:creationId xmlns:a16="http://schemas.microsoft.com/office/drawing/2014/main" id="{EE284D05-F5FB-9861-AD62-AAC76F1F47BC}"/>
              </a:ext>
            </a:extLst>
          </p:cNvPr>
          <p:cNvSpPr>
            <a:spLocks noGrp="1"/>
          </p:cNvSpPr>
          <p:nvPr>
            <p:ph type="body" sz="quarter" idx="15" hasCustomPrompt="1"/>
          </p:nvPr>
        </p:nvSpPr>
        <p:spPr>
          <a:xfrm>
            <a:off x="7397241" y="1729552"/>
            <a:ext cx="4023360" cy="559032"/>
          </a:xfrm>
        </p:spPr>
        <p:txBody>
          <a:bodyPr lIns="0" tIns="0" rIns="0" bIns="0" anchor="ctr" anchorCtr="0">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63" name="Rectangle: Rounded Corners 71">
            <a:extLst>
              <a:ext uri="{FF2B5EF4-FFF2-40B4-BE49-F238E27FC236}">
                <a16:creationId xmlns:a16="http://schemas.microsoft.com/office/drawing/2014/main" id="{94A8DFE2-4988-61D6-9C49-27757A7272C2}"/>
              </a:ext>
              <a:ext uri="{C183D7F6-B498-43B3-948B-1728B52AA6E4}">
                <adec:decorative xmlns:adec="http://schemas.microsoft.com/office/drawing/2017/decorative" val="1"/>
              </a:ext>
            </a:extLst>
          </p:cNvPr>
          <p:cNvSpPr/>
          <p:nvPr userDrawn="1"/>
        </p:nvSpPr>
        <p:spPr>
          <a:xfrm flipH="1">
            <a:off x="6771066" y="2682659"/>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67" name="Text Placeholder 6">
            <a:extLst>
              <a:ext uri="{FF2B5EF4-FFF2-40B4-BE49-F238E27FC236}">
                <a16:creationId xmlns:a16="http://schemas.microsoft.com/office/drawing/2014/main" id="{39BD2083-008A-EF3A-5CE8-6E1E77CCA175}"/>
              </a:ext>
            </a:extLst>
          </p:cNvPr>
          <p:cNvSpPr>
            <a:spLocks noGrp="1"/>
          </p:cNvSpPr>
          <p:nvPr>
            <p:ph type="body" sz="quarter" idx="45" hasCustomPrompt="1"/>
          </p:nvPr>
        </p:nvSpPr>
        <p:spPr>
          <a:xfrm>
            <a:off x="6816980" y="2723540"/>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4" name="Text Placeholder 10">
            <a:extLst>
              <a:ext uri="{FF2B5EF4-FFF2-40B4-BE49-F238E27FC236}">
                <a16:creationId xmlns:a16="http://schemas.microsoft.com/office/drawing/2014/main" id="{EE52AADE-0F0D-1EBB-4C39-FDEB30E6D856}"/>
              </a:ext>
            </a:extLst>
          </p:cNvPr>
          <p:cNvSpPr>
            <a:spLocks noGrp="1"/>
          </p:cNvSpPr>
          <p:nvPr>
            <p:ph type="body" sz="quarter" idx="32" hasCustomPrompt="1"/>
          </p:nvPr>
        </p:nvSpPr>
        <p:spPr>
          <a:xfrm>
            <a:off x="7397241" y="2625993"/>
            <a:ext cx="4023360" cy="559032"/>
          </a:xfrm>
        </p:spPr>
        <p:txBody>
          <a:bodyPr lIns="0" tIns="0" rIns="0" bIns="0" anchor="ctr" anchorCtr="0">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64" name="Rectangle: Rounded Corners 71">
            <a:extLst>
              <a:ext uri="{FF2B5EF4-FFF2-40B4-BE49-F238E27FC236}">
                <a16:creationId xmlns:a16="http://schemas.microsoft.com/office/drawing/2014/main" id="{A39EA845-2D5D-6BDE-62F5-BC9704C6D56E}"/>
              </a:ext>
              <a:ext uri="{C183D7F6-B498-43B3-948B-1728B52AA6E4}">
                <adec:decorative xmlns:adec="http://schemas.microsoft.com/office/drawing/2017/decorative" val="1"/>
              </a:ext>
            </a:extLst>
          </p:cNvPr>
          <p:cNvSpPr/>
          <p:nvPr userDrawn="1"/>
        </p:nvSpPr>
        <p:spPr>
          <a:xfrm flipH="1">
            <a:off x="6768096" y="3510162"/>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68" name="Text Placeholder 6">
            <a:extLst>
              <a:ext uri="{FF2B5EF4-FFF2-40B4-BE49-F238E27FC236}">
                <a16:creationId xmlns:a16="http://schemas.microsoft.com/office/drawing/2014/main" id="{494BD10E-9C34-7D6C-495A-054E3AC63A42}"/>
              </a:ext>
            </a:extLst>
          </p:cNvPr>
          <p:cNvSpPr>
            <a:spLocks noGrp="1"/>
          </p:cNvSpPr>
          <p:nvPr>
            <p:ph type="body" sz="quarter" idx="46" hasCustomPrompt="1"/>
          </p:nvPr>
        </p:nvSpPr>
        <p:spPr>
          <a:xfrm>
            <a:off x="6812024" y="3552244"/>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6" name="Text Placeholder 10">
            <a:extLst>
              <a:ext uri="{FF2B5EF4-FFF2-40B4-BE49-F238E27FC236}">
                <a16:creationId xmlns:a16="http://schemas.microsoft.com/office/drawing/2014/main" id="{F4A71584-C29C-7E8D-A475-B838C5C38426}"/>
              </a:ext>
            </a:extLst>
          </p:cNvPr>
          <p:cNvSpPr>
            <a:spLocks noGrp="1"/>
          </p:cNvSpPr>
          <p:nvPr>
            <p:ph type="body" sz="quarter" idx="36" hasCustomPrompt="1"/>
          </p:nvPr>
        </p:nvSpPr>
        <p:spPr>
          <a:xfrm>
            <a:off x="7406640" y="3522434"/>
            <a:ext cx="4023360" cy="559032"/>
          </a:xfrm>
        </p:spPr>
        <p:txBody>
          <a:bodyPr lIns="0" tIns="0" rIns="0" bIns="0" anchor="ctr" anchorCtr="0">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65" name="Rectangle: Rounded Corners 71">
            <a:extLst>
              <a:ext uri="{FF2B5EF4-FFF2-40B4-BE49-F238E27FC236}">
                <a16:creationId xmlns:a16="http://schemas.microsoft.com/office/drawing/2014/main" id="{3A95B99A-D74A-E4A1-EA45-0C19B6A74810}"/>
              </a:ext>
              <a:ext uri="{C183D7F6-B498-43B3-948B-1728B52AA6E4}">
                <adec:decorative xmlns:adec="http://schemas.microsoft.com/office/drawing/2017/decorative" val="1"/>
              </a:ext>
            </a:extLst>
          </p:cNvPr>
          <p:cNvSpPr/>
          <p:nvPr userDrawn="1"/>
        </p:nvSpPr>
        <p:spPr>
          <a:xfrm flipH="1">
            <a:off x="6766517" y="4443326"/>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69" name="Text Placeholder 6">
            <a:extLst>
              <a:ext uri="{FF2B5EF4-FFF2-40B4-BE49-F238E27FC236}">
                <a16:creationId xmlns:a16="http://schemas.microsoft.com/office/drawing/2014/main" id="{1B025E8F-974A-540A-1D8F-E6FF2BAB4DF8}"/>
              </a:ext>
            </a:extLst>
          </p:cNvPr>
          <p:cNvSpPr>
            <a:spLocks noGrp="1"/>
          </p:cNvSpPr>
          <p:nvPr>
            <p:ph type="body" sz="quarter" idx="47" hasCustomPrompt="1"/>
          </p:nvPr>
        </p:nvSpPr>
        <p:spPr>
          <a:xfrm>
            <a:off x="6812024" y="4498227"/>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8" name="Text Placeholder 10">
            <a:extLst>
              <a:ext uri="{FF2B5EF4-FFF2-40B4-BE49-F238E27FC236}">
                <a16:creationId xmlns:a16="http://schemas.microsoft.com/office/drawing/2014/main" id="{F7A6E710-33A0-2F02-C835-5E88BC639043}"/>
              </a:ext>
            </a:extLst>
          </p:cNvPr>
          <p:cNvSpPr>
            <a:spLocks noGrp="1"/>
          </p:cNvSpPr>
          <p:nvPr>
            <p:ph type="body" sz="quarter" idx="40" hasCustomPrompt="1"/>
          </p:nvPr>
        </p:nvSpPr>
        <p:spPr>
          <a:xfrm>
            <a:off x="7397241" y="4418874"/>
            <a:ext cx="4023360" cy="559032"/>
          </a:xfrm>
        </p:spPr>
        <p:txBody>
          <a:bodyPr lIns="0" tIns="0" rIns="0" bIns="0" anchor="ctr" anchorCtr="0">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grpSp>
        <p:nvGrpSpPr>
          <p:cNvPr id="49" name="Group 48">
            <a:extLst>
              <a:ext uri="{FF2B5EF4-FFF2-40B4-BE49-F238E27FC236}">
                <a16:creationId xmlns:a16="http://schemas.microsoft.com/office/drawing/2014/main" id="{AF85551B-6642-B429-AFBB-6E71FD0E0DD1}"/>
              </a:ext>
            </a:extLst>
          </p:cNvPr>
          <p:cNvGrpSpPr/>
          <p:nvPr userDrawn="1"/>
        </p:nvGrpSpPr>
        <p:grpSpPr>
          <a:xfrm rot="16200000">
            <a:off x="5974889" y="5482332"/>
            <a:ext cx="132797" cy="139336"/>
            <a:chOff x="4836630" y="1437486"/>
            <a:chExt cx="132797" cy="139336"/>
          </a:xfrm>
        </p:grpSpPr>
        <p:grpSp>
          <p:nvGrpSpPr>
            <p:cNvPr id="50" name="Group 49">
              <a:extLst>
                <a:ext uri="{FF2B5EF4-FFF2-40B4-BE49-F238E27FC236}">
                  <a16:creationId xmlns:a16="http://schemas.microsoft.com/office/drawing/2014/main" id="{754F887F-271B-819E-0696-3D1D6DF78827}"/>
                </a:ext>
              </a:extLst>
            </p:cNvPr>
            <p:cNvGrpSpPr/>
            <p:nvPr/>
          </p:nvGrpSpPr>
          <p:grpSpPr>
            <a:xfrm rot="10800000">
              <a:off x="4836630" y="1460534"/>
              <a:ext cx="132797" cy="116288"/>
              <a:chOff x="6427359" y="1545568"/>
              <a:chExt cx="132797" cy="116288"/>
            </a:xfrm>
          </p:grpSpPr>
          <p:cxnSp>
            <p:nvCxnSpPr>
              <p:cNvPr id="52" name="Straight Connector 51">
                <a:extLst>
                  <a:ext uri="{FF2B5EF4-FFF2-40B4-BE49-F238E27FC236}">
                    <a16:creationId xmlns:a16="http://schemas.microsoft.com/office/drawing/2014/main" id="{4F6E0866-7F88-7E6E-0704-D408BFC5EE52}"/>
                  </a:ext>
                </a:extLst>
              </p:cNvPr>
              <p:cNvCxnSpPr>
                <a:cxnSpLocks/>
              </p:cNvCxnSpPr>
              <p:nvPr/>
            </p:nvCxnSpPr>
            <p:spPr>
              <a:xfrm flipH="1">
                <a:off x="6427359" y="1545568"/>
                <a:ext cx="65596" cy="116288"/>
              </a:xfrm>
              <a:prstGeom prst="line">
                <a:avLst/>
              </a:prstGeom>
              <a:ln w="25400" cap="rnd">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09201B4F-5C7C-64BC-38F3-F6C3EDFE4014}"/>
                  </a:ext>
                </a:extLst>
              </p:cNvPr>
              <p:cNvCxnSpPr>
                <a:cxnSpLocks/>
              </p:cNvCxnSpPr>
              <p:nvPr/>
            </p:nvCxnSpPr>
            <p:spPr>
              <a:xfrm>
                <a:off x="6492955" y="1545568"/>
                <a:ext cx="67201" cy="116288"/>
              </a:xfrm>
              <a:prstGeom prst="line">
                <a:avLst/>
              </a:prstGeom>
              <a:ln w="25400" cap="rnd">
                <a:solidFill>
                  <a:schemeClr val="accent2"/>
                </a:solidFill>
              </a:ln>
            </p:spPr>
            <p:style>
              <a:lnRef idx="2">
                <a:schemeClr val="accent1"/>
              </a:lnRef>
              <a:fillRef idx="0">
                <a:schemeClr val="accent1"/>
              </a:fillRef>
              <a:effectRef idx="1">
                <a:schemeClr val="accent1"/>
              </a:effectRef>
              <a:fontRef idx="minor">
                <a:schemeClr val="tx1"/>
              </a:fontRef>
            </p:style>
          </p:cxnSp>
        </p:grpSp>
        <p:sp>
          <p:nvSpPr>
            <p:cNvPr id="51" name="Triangle 50">
              <a:extLst>
                <a:ext uri="{FF2B5EF4-FFF2-40B4-BE49-F238E27FC236}">
                  <a16:creationId xmlns:a16="http://schemas.microsoft.com/office/drawing/2014/main" id="{5E5226EA-C3FF-FA21-9AFF-AF895D76FA86}"/>
                </a:ext>
              </a:extLst>
            </p:cNvPr>
            <p:cNvSpPr/>
            <p:nvPr/>
          </p:nvSpPr>
          <p:spPr>
            <a:xfrm rot="10800000">
              <a:off x="4846681" y="1437486"/>
              <a:ext cx="114300" cy="11628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Central Piedmont Community College logo icon">
            <a:extLst>
              <a:ext uri="{FF2B5EF4-FFF2-40B4-BE49-F238E27FC236}">
                <a16:creationId xmlns:a16="http://schemas.microsoft.com/office/drawing/2014/main" id="{CC751E16-0DC2-29CC-7AC6-21102B7B2645}"/>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8" name="Slide Number Placeholder 16">
            <a:extLst>
              <a:ext uri="{FF2B5EF4-FFF2-40B4-BE49-F238E27FC236}">
                <a16:creationId xmlns:a16="http://schemas.microsoft.com/office/drawing/2014/main" id="{EF8CE25D-7AB9-FA46-0815-95A1B8FEF4FA}"/>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9101846-CBB8-CD4A-8E31-C9A9B0D5C63C}"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bg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130825170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Timeline 2">
    <p:bg>
      <p:bgPr>
        <a:solidFill>
          <a:schemeClr val="bg1"/>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EF7AB9BE-6198-35CD-A183-C7AD961380D3}"/>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cxnSp>
        <p:nvCxnSpPr>
          <p:cNvPr id="3" name="Straight Connector 2">
            <a:extLst>
              <a:ext uri="{FF2B5EF4-FFF2-40B4-BE49-F238E27FC236}">
                <a16:creationId xmlns:a16="http://schemas.microsoft.com/office/drawing/2014/main" id="{F42F090C-E45C-D2AF-C975-950429BCE14B}"/>
              </a:ext>
              <a:ext uri="{C183D7F6-B498-43B3-948B-1728B52AA6E4}">
                <adec:decorative xmlns:adec="http://schemas.microsoft.com/office/drawing/2017/decorative" val="1"/>
              </a:ext>
            </a:extLst>
          </p:cNvPr>
          <p:cNvCxnSpPr>
            <a:cxnSpLocks/>
            <a:stCxn id="8" idx="6"/>
          </p:cNvCxnSpPr>
          <p:nvPr userDrawn="1"/>
        </p:nvCxnSpPr>
        <p:spPr>
          <a:xfrm>
            <a:off x="810838" y="3777057"/>
            <a:ext cx="10566190" cy="0"/>
          </a:xfrm>
          <a:prstGeom prst="line">
            <a:avLst/>
          </a:prstGeom>
          <a:ln w="31750">
            <a:solidFill>
              <a:schemeClr val="accent2"/>
            </a:solidFill>
            <a:prstDash val="sysDot"/>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6E68B4B2-067A-4E72-8D9B-F83A2A0642D7}"/>
              </a:ext>
              <a:ext uri="{C183D7F6-B498-43B3-948B-1728B52AA6E4}">
                <adec:decorative xmlns:adec="http://schemas.microsoft.com/office/drawing/2017/decorative" val="1"/>
              </a:ext>
            </a:extLst>
          </p:cNvPr>
          <p:cNvSpPr/>
          <p:nvPr userDrawn="1"/>
        </p:nvSpPr>
        <p:spPr>
          <a:xfrm>
            <a:off x="11373537" y="3713053"/>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8" name="Pentagon 27">
            <a:extLst>
              <a:ext uri="{FF2B5EF4-FFF2-40B4-BE49-F238E27FC236}">
                <a16:creationId xmlns:a16="http://schemas.microsoft.com/office/drawing/2014/main" id="{CE48A81B-6953-C20C-C459-53CB400BCD7D}"/>
              </a:ext>
              <a:ext uri="{C183D7F6-B498-43B3-948B-1728B52AA6E4}">
                <adec:decorative xmlns:adec="http://schemas.microsoft.com/office/drawing/2017/decorative" val="1"/>
              </a:ext>
            </a:extLst>
          </p:cNvPr>
          <p:cNvSpPr/>
          <p:nvPr userDrawn="1"/>
        </p:nvSpPr>
        <p:spPr>
          <a:xfrm>
            <a:off x="9267984"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5" name="Oval 14">
            <a:extLst>
              <a:ext uri="{FF2B5EF4-FFF2-40B4-BE49-F238E27FC236}">
                <a16:creationId xmlns:a16="http://schemas.microsoft.com/office/drawing/2014/main" id="{DCB07319-52F0-AB31-B642-5CD21A2FAFD4}"/>
              </a:ext>
              <a:ext uri="{C183D7F6-B498-43B3-948B-1728B52AA6E4}">
                <adec:decorative xmlns:adec="http://schemas.microsoft.com/office/drawing/2017/decorative" val="1"/>
              </a:ext>
            </a:extLst>
          </p:cNvPr>
          <p:cNvSpPr/>
          <p:nvPr userDrawn="1"/>
        </p:nvSpPr>
        <p:spPr>
          <a:xfrm>
            <a:off x="8348532"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2" name="Pentagon 21">
            <a:extLst>
              <a:ext uri="{FF2B5EF4-FFF2-40B4-BE49-F238E27FC236}">
                <a16:creationId xmlns:a16="http://schemas.microsoft.com/office/drawing/2014/main" id="{81666104-5DDD-C345-0F08-F1CE17F08EC7}"/>
              </a:ext>
              <a:ext uri="{C183D7F6-B498-43B3-948B-1728B52AA6E4}">
                <adec:decorative xmlns:adec="http://schemas.microsoft.com/office/drawing/2017/decorative" val="1"/>
              </a:ext>
            </a:extLst>
          </p:cNvPr>
          <p:cNvSpPr/>
          <p:nvPr userDrawn="1"/>
        </p:nvSpPr>
        <p:spPr>
          <a:xfrm>
            <a:off x="6718748"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19" name="Oval 14">
            <a:extLst>
              <a:ext uri="{FF2B5EF4-FFF2-40B4-BE49-F238E27FC236}">
                <a16:creationId xmlns:a16="http://schemas.microsoft.com/office/drawing/2014/main" id="{D3F39B7A-B860-1345-FA26-81A7635AA833}"/>
              </a:ext>
              <a:ext uri="{C183D7F6-B498-43B3-948B-1728B52AA6E4}">
                <adec:decorative xmlns:adec="http://schemas.microsoft.com/office/drawing/2017/decorative" val="1"/>
              </a:ext>
            </a:extLst>
          </p:cNvPr>
          <p:cNvSpPr/>
          <p:nvPr userDrawn="1"/>
        </p:nvSpPr>
        <p:spPr>
          <a:xfrm>
            <a:off x="5799296"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15" name="Pentagon 14">
            <a:extLst>
              <a:ext uri="{FF2B5EF4-FFF2-40B4-BE49-F238E27FC236}">
                <a16:creationId xmlns:a16="http://schemas.microsoft.com/office/drawing/2014/main" id="{EDCDAA25-B081-3FC6-6E37-6B96ABB85EB7}"/>
              </a:ext>
              <a:ext uri="{C183D7F6-B498-43B3-948B-1728B52AA6E4}">
                <adec:decorative xmlns:adec="http://schemas.microsoft.com/office/drawing/2017/decorative" val="1"/>
              </a:ext>
            </a:extLst>
          </p:cNvPr>
          <p:cNvSpPr/>
          <p:nvPr userDrawn="1"/>
        </p:nvSpPr>
        <p:spPr>
          <a:xfrm>
            <a:off x="4172573"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12" name="Oval 14">
            <a:extLst>
              <a:ext uri="{FF2B5EF4-FFF2-40B4-BE49-F238E27FC236}">
                <a16:creationId xmlns:a16="http://schemas.microsoft.com/office/drawing/2014/main" id="{7E383C7D-C9D4-DF44-A376-E8D16715737E}"/>
              </a:ext>
              <a:ext uri="{C183D7F6-B498-43B3-948B-1728B52AA6E4}">
                <adec:decorative xmlns:adec="http://schemas.microsoft.com/office/drawing/2017/decorative" val="1"/>
              </a:ext>
            </a:extLst>
          </p:cNvPr>
          <p:cNvSpPr/>
          <p:nvPr userDrawn="1"/>
        </p:nvSpPr>
        <p:spPr>
          <a:xfrm>
            <a:off x="3253121"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9" name="Oval 14">
            <a:extLst>
              <a:ext uri="{FF2B5EF4-FFF2-40B4-BE49-F238E27FC236}">
                <a16:creationId xmlns:a16="http://schemas.microsoft.com/office/drawing/2014/main" id="{1A0F31B5-D927-49D7-9C2F-5ADA064DDA93}"/>
              </a:ext>
              <a:ext uri="{C183D7F6-B498-43B3-948B-1728B52AA6E4}">
                <adec:decorative xmlns:adec="http://schemas.microsoft.com/office/drawing/2017/decorative" val="1"/>
              </a:ext>
            </a:extLst>
          </p:cNvPr>
          <p:cNvSpPr/>
          <p:nvPr userDrawn="1"/>
        </p:nvSpPr>
        <p:spPr>
          <a:xfrm>
            <a:off x="1631450"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8" name="Oval 14">
            <a:extLst>
              <a:ext uri="{FF2B5EF4-FFF2-40B4-BE49-F238E27FC236}">
                <a16:creationId xmlns:a16="http://schemas.microsoft.com/office/drawing/2014/main" id="{312C32A4-D617-45AE-183C-EF48B8A735B9}"/>
              </a:ext>
              <a:ext uri="{C183D7F6-B498-43B3-948B-1728B52AA6E4}">
                <adec:decorative xmlns:adec="http://schemas.microsoft.com/office/drawing/2017/decorative" val="1"/>
              </a:ext>
            </a:extLst>
          </p:cNvPr>
          <p:cNvSpPr/>
          <p:nvPr userDrawn="1"/>
        </p:nvSpPr>
        <p:spPr>
          <a:xfrm>
            <a:off x="682830" y="3713053"/>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5" name="Text Placeholder 8">
            <a:extLst>
              <a:ext uri="{FF2B5EF4-FFF2-40B4-BE49-F238E27FC236}">
                <a16:creationId xmlns:a16="http://schemas.microsoft.com/office/drawing/2014/main" id="{15E4F978-AF7C-AA09-3FF0-2ED75A279BAE}"/>
              </a:ext>
            </a:extLst>
          </p:cNvPr>
          <p:cNvSpPr>
            <a:spLocks noGrp="1"/>
          </p:cNvSpPr>
          <p:nvPr>
            <p:ph type="body" sz="quarter" idx="22" hasCustomPrompt="1"/>
          </p:nvPr>
        </p:nvSpPr>
        <p:spPr>
          <a:xfrm>
            <a:off x="753456" y="238164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B4352082-EAA1-A62B-D4BD-19B6118DA634}"/>
              </a:ext>
            </a:extLst>
          </p:cNvPr>
          <p:cNvSpPr>
            <a:spLocks noGrp="1"/>
          </p:cNvSpPr>
          <p:nvPr>
            <p:ph type="body" sz="quarter" idx="21" hasCustomPrompt="1"/>
          </p:nvPr>
        </p:nvSpPr>
        <p:spPr>
          <a:xfrm>
            <a:off x="747362" y="280963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0" name="Text Placeholder 8">
            <a:extLst>
              <a:ext uri="{FF2B5EF4-FFF2-40B4-BE49-F238E27FC236}">
                <a16:creationId xmlns:a16="http://schemas.microsoft.com/office/drawing/2014/main" id="{5FB69AEA-0B0B-1AC2-AC26-3BB5F2E89F00}"/>
              </a:ext>
            </a:extLst>
          </p:cNvPr>
          <p:cNvSpPr>
            <a:spLocks noGrp="1"/>
          </p:cNvSpPr>
          <p:nvPr>
            <p:ph type="body" sz="quarter" idx="23" hasCustomPrompt="1"/>
          </p:nvPr>
        </p:nvSpPr>
        <p:spPr>
          <a:xfrm>
            <a:off x="1631450" y="392248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1" name="Text Placeholder 7">
            <a:extLst>
              <a:ext uri="{FF2B5EF4-FFF2-40B4-BE49-F238E27FC236}">
                <a16:creationId xmlns:a16="http://schemas.microsoft.com/office/drawing/2014/main" id="{1A5C80CA-29B7-2FCD-6F82-AFF9F4D2430C}"/>
              </a:ext>
            </a:extLst>
          </p:cNvPr>
          <p:cNvSpPr>
            <a:spLocks noGrp="1"/>
          </p:cNvSpPr>
          <p:nvPr>
            <p:ph type="body" sz="quarter" idx="24" hasCustomPrompt="1"/>
          </p:nvPr>
        </p:nvSpPr>
        <p:spPr>
          <a:xfrm>
            <a:off x="1631450" y="435047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3" name="Text Placeholder 8">
            <a:extLst>
              <a:ext uri="{FF2B5EF4-FFF2-40B4-BE49-F238E27FC236}">
                <a16:creationId xmlns:a16="http://schemas.microsoft.com/office/drawing/2014/main" id="{8768005C-CCE8-1535-1AD1-010D6460C1FB}"/>
              </a:ext>
            </a:extLst>
          </p:cNvPr>
          <p:cNvSpPr>
            <a:spLocks noGrp="1"/>
          </p:cNvSpPr>
          <p:nvPr>
            <p:ph type="body" sz="quarter" idx="25" hasCustomPrompt="1"/>
          </p:nvPr>
        </p:nvSpPr>
        <p:spPr>
          <a:xfrm>
            <a:off x="3278381" y="238164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4" name="Text Placeholder 7">
            <a:extLst>
              <a:ext uri="{FF2B5EF4-FFF2-40B4-BE49-F238E27FC236}">
                <a16:creationId xmlns:a16="http://schemas.microsoft.com/office/drawing/2014/main" id="{850D240A-1205-A4C4-2C9D-83C890C0E6F6}"/>
              </a:ext>
            </a:extLst>
          </p:cNvPr>
          <p:cNvSpPr>
            <a:spLocks noGrp="1"/>
          </p:cNvSpPr>
          <p:nvPr>
            <p:ph type="body" sz="quarter" idx="26" hasCustomPrompt="1"/>
          </p:nvPr>
        </p:nvSpPr>
        <p:spPr>
          <a:xfrm>
            <a:off x="3278381" y="280963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6" name="Text Placeholder 8">
            <a:extLst>
              <a:ext uri="{FF2B5EF4-FFF2-40B4-BE49-F238E27FC236}">
                <a16:creationId xmlns:a16="http://schemas.microsoft.com/office/drawing/2014/main" id="{7F4B9456-EC2E-B896-DFBA-96C639BA61AE}"/>
              </a:ext>
            </a:extLst>
          </p:cNvPr>
          <p:cNvSpPr>
            <a:spLocks noGrp="1"/>
          </p:cNvSpPr>
          <p:nvPr>
            <p:ph type="body" sz="quarter" idx="27" hasCustomPrompt="1"/>
          </p:nvPr>
        </p:nvSpPr>
        <p:spPr>
          <a:xfrm>
            <a:off x="4172573" y="392248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7" name="Text Placeholder 7">
            <a:extLst>
              <a:ext uri="{FF2B5EF4-FFF2-40B4-BE49-F238E27FC236}">
                <a16:creationId xmlns:a16="http://schemas.microsoft.com/office/drawing/2014/main" id="{D15CD3C7-ED05-448A-03AF-0BA951849C0E}"/>
              </a:ext>
            </a:extLst>
          </p:cNvPr>
          <p:cNvSpPr>
            <a:spLocks noGrp="1"/>
          </p:cNvSpPr>
          <p:nvPr>
            <p:ph type="body" sz="quarter" idx="28" hasCustomPrompt="1"/>
          </p:nvPr>
        </p:nvSpPr>
        <p:spPr>
          <a:xfrm>
            <a:off x="4172573" y="435047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0" name="Text Placeholder 8">
            <a:extLst>
              <a:ext uri="{FF2B5EF4-FFF2-40B4-BE49-F238E27FC236}">
                <a16:creationId xmlns:a16="http://schemas.microsoft.com/office/drawing/2014/main" id="{3A888934-5A9F-E3BB-6A0B-811220320AE6}"/>
              </a:ext>
            </a:extLst>
          </p:cNvPr>
          <p:cNvSpPr>
            <a:spLocks noGrp="1"/>
          </p:cNvSpPr>
          <p:nvPr>
            <p:ph type="body" sz="quarter" idx="29" hasCustomPrompt="1"/>
          </p:nvPr>
        </p:nvSpPr>
        <p:spPr>
          <a:xfrm>
            <a:off x="5824556" y="238164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1" name="Text Placeholder 7">
            <a:extLst>
              <a:ext uri="{FF2B5EF4-FFF2-40B4-BE49-F238E27FC236}">
                <a16:creationId xmlns:a16="http://schemas.microsoft.com/office/drawing/2014/main" id="{976D4A15-39B8-4324-CBD7-E2D52427312C}"/>
              </a:ext>
            </a:extLst>
          </p:cNvPr>
          <p:cNvSpPr>
            <a:spLocks noGrp="1"/>
          </p:cNvSpPr>
          <p:nvPr>
            <p:ph type="body" sz="quarter" idx="30" hasCustomPrompt="1"/>
          </p:nvPr>
        </p:nvSpPr>
        <p:spPr>
          <a:xfrm>
            <a:off x="5824556" y="280963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3" name="Text Placeholder 8">
            <a:extLst>
              <a:ext uri="{FF2B5EF4-FFF2-40B4-BE49-F238E27FC236}">
                <a16:creationId xmlns:a16="http://schemas.microsoft.com/office/drawing/2014/main" id="{BEC79B24-0BFA-FBFC-ADDA-262825917DC9}"/>
              </a:ext>
            </a:extLst>
          </p:cNvPr>
          <p:cNvSpPr>
            <a:spLocks noGrp="1"/>
          </p:cNvSpPr>
          <p:nvPr>
            <p:ph type="body" sz="quarter" idx="31" hasCustomPrompt="1"/>
          </p:nvPr>
        </p:nvSpPr>
        <p:spPr>
          <a:xfrm>
            <a:off x="6718748" y="392248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4" name="Text Placeholder 7">
            <a:extLst>
              <a:ext uri="{FF2B5EF4-FFF2-40B4-BE49-F238E27FC236}">
                <a16:creationId xmlns:a16="http://schemas.microsoft.com/office/drawing/2014/main" id="{4DA8CC87-C97C-A974-06BE-2B451FDE11F8}"/>
              </a:ext>
            </a:extLst>
          </p:cNvPr>
          <p:cNvSpPr>
            <a:spLocks noGrp="1"/>
          </p:cNvSpPr>
          <p:nvPr>
            <p:ph type="body" sz="quarter" idx="32" hasCustomPrompt="1"/>
          </p:nvPr>
        </p:nvSpPr>
        <p:spPr>
          <a:xfrm>
            <a:off x="6718748" y="435047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6" name="Text Placeholder 8">
            <a:extLst>
              <a:ext uri="{FF2B5EF4-FFF2-40B4-BE49-F238E27FC236}">
                <a16:creationId xmlns:a16="http://schemas.microsoft.com/office/drawing/2014/main" id="{D3F801A1-D3C9-5BF3-2152-C29C1F1E7CAF}"/>
              </a:ext>
            </a:extLst>
          </p:cNvPr>
          <p:cNvSpPr>
            <a:spLocks noGrp="1"/>
          </p:cNvSpPr>
          <p:nvPr>
            <p:ph type="body" sz="quarter" idx="33" hasCustomPrompt="1"/>
          </p:nvPr>
        </p:nvSpPr>
        <p:spPr>
          <a:xfrm>
            <a:off x="8373792" y="238164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7" name="Text Placeholder 7">
            <a:extLst>
              <a:ext uri="{FF2B5EF4-FFF2-40B4-BE49-F238E27FC236}">
                <a16:creationId xmlns:a16="http://schemas.microsoft.com/office/drawing/2014/main" id="{96C07BFA-9DC5-0764-7CD8-68E5EB618C3A}"/>
              </a:ext>
            </a:extLst>
          </p:cNvPr>
          <p:cNvSpPr>
            <a:spLocks noGrp="1"/>
          </p:cNvSpPr>
          <p:nvPr>
            <p:ph type="body" sz="quarter" idx="34" hasCustomPrompt="1"/>
          </p:nvPr>
        </p:nvSpPr>
        <p:spPr>
          <a:xfrm>
            <a:off x="8373792" y="280963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9" name="Text Placeholder 8">
            <a:extLst>
              <a:ext uri="{FF2B5EF4-FFF2-40B4-BE49-F238E27FC236}">
                <a16:creationId xmlns:a16="http://schemas.microsoft.com/office/drawing/2014/main" id="{16E2A5D4-53E5-987E-F138-6AD2B00B85A0}"/>
              </a:ext>
            </a:extLst>
          </p:cNvPr>
          <p:cNvSpPr>
            <a:spLocks noGrp="1"/>
          </p:cNvSpPr>
          <p:nvPr>
            <p:ph type="body" sz="quarter" idx="35" hasCustomPrompt="1"/>
          </p:nvPr>
        </p:nvSpPr>
        <p:spPr>
          <a:xfrm>
            <a:off x="9267984" y="392248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30" name="Text Placeholder 7">
            <a:extLst>
              <a:ext uri="{FF2B5EF4-FFF2-40B4-BE49-F238E27FC236}">
                <a16:creationId xmlns:a16="http://schemas.microsoft.com/office/drawing/2014/main" id="{51BB3739-67D3-7684-6BCE-1D543E5836AD}"/>
              </a:ext>
            </a:extLst>
          </p:cNvPr>
          <p:cNvSpPr>
            <a:spLocks noGrp="1"/>
          </p:cNvSpPr>
          <p:nvPr>
            <p:ph type="body" sz="quarter" idx="36" hasCustomPrompt="1"/>
          </p:nvPr>
        </p:nvSpPr>
        <p:spPr>
          <a:xfrm>
            <a:off x="9267984" y="435047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4" name="Slide Number Placeholder 16">
            <a:extLst>
              <a:ext uri="{FF2B5EF4-FFF2-40B4-BE49-F238E27FC236}">
                <a16:creationId xmlns:a16="http://schemas.microsoft.com/office/drawing/2014/main" id="{5A7F0128-FC25-6C3B-1206-3AEABDB9E081}"/>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7F2EC1B-10B7-2848-AC93-94D48666741C}"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7" name="Picture 6" descr="Central Piedmont Community College logo icon">
            <a:extLst>
              <a:ext uri="{FF2B5EF4-FFF2-40B4-BE49-F238E27FC236}">
                <a16:creationId xmlns:a16="http://schemas.microsoft.com/office/drawing/2014/main" id="{159595F4-CD0D-4E35-F1DD-A6BA3E6B3957}"/>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79318298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meline 2 - gold bar">
    <p:bg>
      <p:bgPr>
        <a:solidFill>
          <a:schemeClr val="bg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30AB5A4D-CBC4-5846-77EE-64182CDDD9B5}"/>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 name="Title 4">
            <a:extLst>
              <a:ext uri="{FF2B5EF4-FFF2-40B4-BE49-F238E27FC236}">
                <a16:creationId xmlns:a16="http://schemas.microsoft.com/office/drawing/2014/main" id="{EF7AB9BE-6198-35CD-A183-C7AD961380D3}"/>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cxnSp>
        <p:nvCxnSpPr>
          <p:cNvPr id="3" name="Straight Connector 2">
            <a:extLst>
              <a:ext uri="{FF2B5EF4-FFF2-40B4-BE49-F238E27FC236}">
                <a16:creationId xmlns:a16="http://schemas.microsoft.com/office/drawing/2014/main" id="{F42F090C-E45C-D2AF-C975-950429BCE14B}"/>
              </a:ext>
              <a:ext uri="{C183D7F6-B498-43B3-948B-1728B52AA6E4}">
                <adec:decorative xmlns:adec="http://schemas.microsoft.com/office/drawing/2017/decorative" val="1"/>
              </a:ext>
            </a:extLst>
          </p:cNvPr>
          <p:cNvCxnSpPr>
            <a:cxnSpLocks/>
            <a:stCxn id="8" idx="6"/>
          </p:cNvCxnSpPr>
          <p:nvPr userDrawn="1"/>
        </p:nvCxnSpPr>
        <p:spPr>
          <a:xfrm>
            <a:off x="810838" y="3459806"/>
            <a:ext cx="10566190" cy="0"/>
          </a:xfrm>
          <a:prstGeom prst="line">
            <a:avLst/>
          </a:prstGeom>
          <a:ln w="31750">
            <a:solidFill>
              <a:schemeClr val="accent2"/>
            </a:solidFill>
            <a:prstDash val="sysDot"/>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6E68B4B2-067A-4E72-8D9B-F83A2A0642D7}"/>
              </a:ext>
              <a:ext uri="{C183D7F6-B498-43B3-948B-1728B52AA6E4}">
                <adec:decorative xmlns:adec="http://schemas.microsoft.com/office/drawing/2017/decorative" val="1"/>
              </a:ext>
            </a:extLst>
          </p:cNvPr>
          <p:cNvSpPr/>
          <p:nvPr userDrawn="1"/>
        </p:nvSpPr>
        <p:spPr>
          <a:xfrm>
            <a:off x="11373537" y="3395802"/>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8" name="Pentagon 27">
            <a:extLst>
              <a:ext uri="{FF2B5EF4-FFF2-40B4-BE49-F238E27FC236}">
                <a16:creationId xmlns:a16="http://schemas.microsoft.com/office/drawing/2014/main" id="{CE48A81B-6953-C20C-C459-53CB400BCD7D}"/>
              </a:ext>
              <a:ext uri="{C183D7F6-B498-43B3-948B-1728B52AA6E4}">
                <adec:decorative xmlns:adec="http://schemas.microsoft.com/office/drawing/2017/decorative" val="1"/>
              </a:ext>
            </a:extLst>
          </p:cNvPr>
          <p:cNvSpPr/>
          <p:nvPr userDrawn="1"/>
        </p:nvSpPr>
        <p:spPr>
          <a:xfrm>
            <a:off x="9267984"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5" name="Oval 14">
            <a:extLst>
              <a:ext uri="{FF2B5EF4-FFF2-40B4-BE49-F238E27FC236}">
                <a16:creationId xmlns:a16="http://schemas.microsoft.com/office/drawing/2014/main" id="{DCB07319-52F0-AB31-B642-5CD21A2FAFD4}"/>
              </a:ext>
              <a:ext uri="{C183D7F6-B498-43B3-948B-1728B52AA6E4}">
                <adec:decorative xmlns:adec="http://schemas.microsoft.com/office/drawing/2017/decorative" val="1"/>
              </a:ext>
            </a:extLst>
          </p:cNvPr>
          <p:cNvSpPr/>
          <p:nvPr userDrawn="1"/>
        </p:nvSpPr>
        <p:spPr>
          <a:xfrm>
            <a:off x="8348532"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2" name="Pentagon 21">
            <a:extLst>
              <a:ext uri="{FF2B5EF4-FFF2-40B4-BE49-F238E27FC236}">
                <a16:creationId xmlns:a16="http://schemas.microsoft.com/office/drawing/2014/main" id="{81666104-5DDD-C345-0F08-F1CE17F08EC7}"/>
              </a:ext>
              <a:ext uri="{C183D7F6-B498-43B3-948B-1728B52AA6E4}">
                <adec:decorative xmlns:adec="http://schemas.microsoft.com/office/drawing/2017/decorative" val="1"/>
              </a:ext>
            </a:extLst>
          </p:cNvPr>
          <p:cNvSpPr/>
          <p:nvPr userDrawn="1"/>
        </p:nvSpPr>
        <p:spPr>
          <a:xfrm>
            <a:off x="6718748"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19" name="Oval 14">
            <a:extLst>
              <a:ext uri="{FF2B5EF4-FFF2-40B4-BE49-F238E27FC236}">
                <a16:creationId xmlns:a16="http://schemas.microsoft.com/office/drawing/2014/main" id="{D3F39B7A-B860-1345-FA26-81A7635AA833}"/>
              </a:ext>
              <a:ext uri="{C183D7F6-B498-43B3-948B-1728B52AA6E4}">
                <adec:decorative xmlns:adec="http://schemas.microsoft.com/office/drawing/2017/decorative" val="1"/>
              </a:ext>
            </a:extLst>
          </p:cNvPr>
          <p:cNvSpPr/>
          <p:nvPr userDrawn="1"/>
        </p:nvSpPr>
        <p:spPr>
          <a:xfrm>
            <a:off x="5799296"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15" name="Pentagon 14">
            <a:extLst>
              <a:ext uri="{FF2B5EF4-FFF2-40B4-BE49-F238E27FC236}">
                <a16:creationId xmlns:a16="http://schemas.microsoft.com/office/drawing/2014/main" id="{EDCDAA25-B081-3FC6-6E37-6B96ABB85EB7}"/>
              </a:ext>
              <a:ext uri="{C183D7F6-B498-43B3-948B-1728B52AA6E4}">
                <adec:decorative xmlns:adec="http://schemas.microsoft.com/office/drawing/2017/decorative" val="1"/>
              </a:ext>
            </a:extLst>
          </p:cNvPr>
          <p:cNvSpPr/>
          <p:nvPr userDrawn="1"/>
        </p:nvSpPr>
        <p:spPr>
          <a:xfrm>
            <a:off x="4172573"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12" name="Oval 14">
            <a:extLst>
              <a:ext uri="{FF2B5EF4-FFF2-40B4-BE49-F238E27FC236}">
                <a16:creationId xmlns:a16="http://schemas.microsoft.com/office/drawing/2014/main" id="{7E383C7D-C9D4-DF44-A376-E8D16715737E}"/>
              </a:ext>
              <a:ext uri="{C183D7F6-B498-43B3-948B-1728B52AA6E4}">
                <adec:decorative xmlns:adec="http://schemas.microsoft.com/office/drawing/2017/decorative" val="1"/>
              </a:ext>
            </a:extLst>
          </p:cNvPr>
          <p:cNvSpPr/>
          <p:nvPr userDrawn="1"/>
        </p:nvSpPr>
        <p:spPr>
          <a:xfrm>
            <a:off x="3253121"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9" name="Oval 14">
            <a:extLst>
              <a:ext uri="{FF2B5EF4-FFF2-40B4-BE49-F238E27FC236}">
                <a16:creationId xmlns:a16="http://schemas.microsoft.com/office/drawing/2014/main" id="{1A0F31B5-D927-49D7-9C2F-5ADA064DDA93}"/>
              </a:ext>
              <a:ext uri="{C183D7F6-B498-43B3-948B-1728B52AA6E4}">
                <adec:decorative xmlns:adec="http://schemas.microsoft.com/office/drawing/2017/decorative" val="1"/>
              </a:ext>
            </a:extLst>
          </p:cNvPr>
          <p:cNvSpPr/>
          <p:nvPr userDrawn="1"/>
        </p:nvSpPr>
        <p:spPr>
          <a:xfrm>
            <a:off x="1631450"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8" name="Oval 14">
            <a:extLst>
              <a:ext uri="{FF2B5EF4-FFF2-40B4-BE49-F238E27FC236}">
                <a16:creationId xmlns:a16="http://schemas.microsoft.com/office/drawing/2014/main" id="{312C32A4-D617-45AE-183C-EF48B8A735B9}"/>
              </a:ext>
              <a:ext uri="{C183D7F6-B498-43B3-948B-1728B52AA6E4}">
                <adec:decorative xmlns:adec="http://schemas.microsoft.com/office/drawing/2017/decorative" val="1"/>
              </a:ext>
            </a:extLst>
          </p:cNvPr>
          <p:cNvSpPr/>
          <p:nvPr userDrawn="1"/>
        </p:nvSpPr>
        <p:spPr>
          <a:xfrm>
            <a:off x="682830" y="3395802"/>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5" name="Text Placeholder 8">
            <a:extLst>
              <a:ext uri="{FF2B5EF4-FFF2-40B4-BE49-F238E27FC236}">
                <a16:creationId xmlns:a16="http://schemas.microsoft.com/office/drawing/2014/main" id="{15E4F978-AF7C-AA09-3FF0-2ED75A279BAE}"/>
              </a:ext>
            </a:extLst>
          </p:cNvPr>
          <p:cNvSpPr>
            <a:spLocks noGrp="1"/>
          </p:cNvSpPr>
          <p:nvPr>
            <p:ph type="body" sz="quarter" idx="22" hasCustomPrompt="1"/>
          </p:nvPr>
        </p:nvSpPr>
        <p:spPr>
          <a:xfrm>
            <a:off x="747362" y="206439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B4352082-EAA1-A62B-D4BD-19B6118DA634}"/>
              </a:ext>
            </a:extLst>
          </p:cNvPr>
          <p:cNvSpPr>
            <a:spLocks noGrp="1"/>
          </p:cNvSpPr>
          <p:nvPr>
            <p:ph type="body" sz="quarter" idx="21" hasCustomPrompt="1"/>
          </p:nvPr>
        </p:nvSpPr>
        <p:spPr>
          <a:xfrm>
            <a:off x="747362" y="249238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0" name="Text Placeholder 8">
            <a:extLst>
              <a:ext uri="{FF2B5EF4-FFF2-40B4-BE49-F238E27FC236}">
                <a16:creationId xmlns:a16="http://schemas.microsoft.com/office/drawing/2014/main" id="{5FB69AEA-0B0B-1AC2-AC26-3BB5F2E89F00}"/>
              </a:ext>
            </a:extLst>
          </p:cNvPr>
          <p:cNvSpPr>
            <a:spLocks noGrp="1"/>
          </p:cNvSpPr>
          <p:nvPr>
            <p:ph type="body" sz="quarter" idx="23" hasCustomPrompt="1"/>
          </p:nvPr>
        </p:nvSpPr>
        <p:spPr>
          <a:xfrm>
            <a:off x="1631450" y="360523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1" name="Text Placeholder 7">
            <a:extLst>
              <a:ext uri="{FF2B5EF4-FFF2-40B4-BE49-F238E27FC236}">
                <a16:creationId xmlns:a16="http://schemas.microsoft.com/office/drawing/2014/main" id="{1A5C80CA-29B7-2FCD-6F82-AFF9F4D2430C}"/>
              </a:ext>
            </a:extLst>
          </p:cNvPr>
          <p:cNvSpPr>
            <a:spLocks noGrp="1"/>
          </p:cNvSpPr>
          <p:nvPr>
            <p:ph type="body" sz="quarter" idx="24" hasCustomPrompt="1"/>
          </p:nvPr>
        </p:nvSpPr>
        <p:spPr>
          <a:xfrm>
            <a:off x="1631450" y="403322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3" name="Text Placeholder 8">
            <a:extLst>
              <a:ext uri="{FF2B5EF4-FFF2-40B4-BE49-F238E27FC236}">
                <a16:creationId xmlns:a16="http://schemas.microsoft.com/office/drawing/2014/main" id="{8768005C-CCE8-1535-1AD1-010D6460C1FB}"/>
              </a:ext>
            </a:extLst>
          </p:cNvPr>
          <p:cNvSpPr>
            <a:spLocks noGrp="1"/>
          </p:cNvSpPr>
          <p:nvPr>
            <p:ph type="body" sz="quarter" idx="25" hasCustomPrompt="1"/>
          </p:nvPr>
        </p:nvSpPr>
        <p:spPr>
          <a:xfrm>
            <a:off x="3278381" y="206439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4" name="Text Placeholder 7">
            <a:extLst>
              <a:ext uri="{FF2B5EF4-FFF2-40B4-BE49-F238E27FC236}">
                <a16:creationId xmlns:a16="http://schemas.microsoft.com/office/drawing/2014/main" id="{850D240A-1205-A4C4-2C9D-83C890C0E6F6}"/>
              </a:ext>
            </a:extLst>
          </p:cNvPr>
          <p:cNvSpPr>
            <a:spLocks noGrp="1"/>
          </p:cNvSpPr>
          <p:nvPr>
            <p:ph type="body" sz="quarter" idx="26" hasCustomPrompt="1"/>
          </p:nvPr>
        </p:nvSpPr>
        <p:spPr>
          <a:xfrm>
            <a:off x="3278381" y="249238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6" name="Text Placeholder 8">
            <a:extLst>
              <a:ext uri="{FF2B5EF4-FFF2-40B4-BE49-F238E27FC236}">
                <a16:creationId xmlns:a16="http://schemas.microsoft.com/office/drawing/2014/main" id="{7F4B9456-EC2E-B896-DFBA-96C639BA61AE}"/>
              </a:ext>
            </a:extLst>
          </p:cNvPr>
          <p:cNvSpPr>
            <a:spLocks noGrp="1"/>
          </p:cNvSpPr>
          <p:nvPr>
            <p:ph type="body" sz="quarter" idx="27" hasCustomPrompt="1"/>
          </p:nvPr>
        </p:nvSpPr>
        <p:spPr>
          <a:xfrm>
            <a:off x="4172573" y="360523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7" name="Text Placeholder 7">
            <a:extLst>
              <a:ext uri="{FF2B5EF4-FFF2-40B4-BE49-F238E27FC236}">
                <a16:creationId xmlns:a16="http://schemas.microsoft.com/office/drawing/2014/main" id="{D15CD3C7-ED05-448A-03AF-0BA951849C0E}"/>
              </a:ext>
            </a:extLst>
          </p:cNvPr>
          <p:cNvSpPr>
            <a:spLocks noGrp="1"/>
          </p:cNvSpPr>
          <p:nvPr>
            <p:ph type="body" sz="quarter" idx="28" hasCustomPrompt="1"/>
          </p:nvPr>
        </p:nvSpPr>
        <p:spPr>
          <a:xfrm>
            <a:off x="4172573" y="403322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0" name="Text Placeholder 8">
            <a:extLst>
              <a:ext uri="{FF2B5EF4-FFF2-40B4-BE49-F238E27FC236}">
                <a16:creationId xmlns:a16="http://schemas.microsoft.com/office/drawing/2014/main" id="{3A888934-5A9F-E3BB-6A0B-811220320AE6}"/>
              </a:ext>
            </a:extLst>
          </p:cNvPr>
          <p:cNvSpPr>
            <a:spLocks noGrp="1"/>
          </p:cNvSpPr>
          <p:nvPr>
            <p:ph type="body" sz="quarter" idx="29" hasCustomPrompt="1"/>
          </p:nvPr>
        </p:nvSpPr>
        <p:spPr>
          <a:xfrm>
            <a:off x="5824556" y="206439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1" name="Text Placeholder 7">
            <a:extLst>
              <a:ext uri="{FF2B5EF4-FFF2-40B4-BE49-F238E27FC236}">
                <a16:creationId xmlns:a16="http://schemas.microsoft.com/office/drawing/2014/main" id="{976D4A15-39B8-4324-CBD7-E2D52427312C}"/>
              </a:ext>
            </a:extLst>
          </p:cNvPr>
          <p:cNvSpPr>
            <a:spLocks noGrp="1"/>
          </p:cNvSpPr>
          <p:nvPr>
            <p:ph type="body" sz="quarter" idx="30" hasCustomPrompt="1"/>
          </p:nvPr>
        </p:nvSpPr>
        <p:spPr>
          <a:xfrm>
            <a:off x="5824556" y="249238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3" name="Text Placeholder 8">
            <a:extLst>
              <a:ext uri="{FF2B5EF4-FFF2-40B4-BE49-F238E27FC236}">
                <a16:creationId xmlns:a16="http://schemas.microsoft.com/office/drawing/2014/main" id="{BEC79B24-0BFA-FBFC-ADDA-262825917DC9}"/>
              </a:ext>
            </a:extLst>
          </p:cNvPr>
          <p:cNvSpPr>
            <a:spLocks noGrp="1"/>
          </p:cNvSpPr>
          <p:nvPr>
            <p:ph type="body" sz="quarter" idx="31" hasCustomPrompt="1"/>
          </p:nvPr>
        </p:nvSpPr>
        <p:spPr>
          <a:xfrm>
            <a:off x="6718748" y="360523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4" name="Text Placeholder 7">
            <a:extLst>
              <a:ext uri="{FF2B5EF4-FFF2-40B4-BE49-F238E27FC236}">
                <a16:creationId xmlns:a16="http://schemas.microsoft.com/office/drawing/2014/main" id="{4DA8CC87-C97C-A974-06BE-2B451FDE11F8}"/>
              </a:ext>
            </a:extLst>
          </p:cNvPr>
          <p:cNvSpPr>
            <a:spLocks noGrp="1"/>
          </p:cNvSpPr>
          <p:nvPr>
            <p:ph type="body" sz="quarter" idx="32" hasCustomPrompt="1"/>
          </p:nvPr>
        </p:nvSpPr>
        <p:spPr>
          <a:xfrm>
            <a:off x="6718748" y="403322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6" name="Text Placeholder 8">
            <a:extLst>
              <a:ext uri="{FF2B5EF4-FFF2-40B4-BE49-F238E27FC236}">
                <a16:creationId xmlns:a16="http://schemas.microsoft.com/office/drawing/2014/main" id="{D3F801A1-D3C9-5BF3-2152-C29C1F1E7CAF}"/>
              </a:ext>
            </a:extLst>
          </p:cNvPr>
          <p:cNvSpPr>
            <a:spLocks noGrp="1"/>
          </p:cNvSpPr>
          <p:nvPr>
            <p:ph type="body" sz="quarter" idx="33" hasCustomPrompt="1"/>
          </p:nvPr>
        </p:nvSpPr>
        <p:spPr>
          <a:xfrm>
            <a:off x="8373792" y="206439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7" name="Text Placeholder 7">
            <a:extLst>
              <a:ext uri="{FF2B5EF4-FFF2-40B4-BE49-F238E27FC236}">
                <a16:creationId xmlns:a16="http://schemas.microsoft.com/office/drawing/2014/main" id="{96C07BFA-9DC5-0764-7CD8-68E5EB618C3A}"/>
              </a:ext>
            </a:extLst>
          </p:cNvPr>
          <p:cNvSpPr>
            <a:spLocks noGrp="1"/>
          </p:cNvSpPr>
          <p:nvPr>
            <p:ph type="body" sz="quarter" idx="34" hasCustomPrompt="1"/>
          </p:nvPr>
        </p:nvSpPr>
        <p:spPr>
          <a:xfrm>
            <a:off x="8373792" y="249238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9" name="Text Placeholder 8">
            <a:extLst>
              <a:ext uri="{FF2B5EF4-FFF2-40B4-BE49-F238E27FC236}">
                <a16:creationId xmlns:a16="http://schemas.microsoft.com/office/drawing/2014/main" id="{16E2A5D4-53E5-987E-F138-6AD2B00B85A0}"/>
              </a:ext>
            </a:extLst>
          </p:cNvPr>
          <p:cNvSpPr>
            <a:spLocks noGrp="1"/>
          </p:cNvSpPr>
          <p:nvPr>
            <p:ph type="body" sz="quarter" idx="35" hasCustomPrompt="1"/>
          </p:nvPr>
        </p:nvSpPr>
        <p:spPr>
          <a:xfrm>
            <a:off x="9267984" y="360523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30" name="Text Placeholder 7">
            <a:extLst>
              <a:ext uri="{FF2B5EF4-FFF2-40B4-BE49-F238E27FC236}">
                <a16:creationId xmlns:a16="http://schemas.microsoft.com/office/drawing/2014/main" id="{51BB3739-67D3-7684-6BCE-1D543E5836AD}"/>
              </a:ext>
            </a:extLst>
          </p:cNvPr>
          <p:cNvSpPr>
            <a:spLocks noGrp="1"/>
          </p:cNvSpPr>
          <p:nvPr>
            <p:ph type="body" sz="quarter" idx="36" hasCustomPrompt="1"/>
          </p:nvPr>
        </p:nvSpPr>
        <p:spPr>
          <a:xfrm>
            <a:off x="9267984" y="403322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pic>
        <p:nvPicPr>
          <p:cNvPr id="7" name="Picture 6" descr="Central Piedmont Community College logo icon">
            <a:extLst>
              <a:ext uri="{FF2B5EF4-FFF2-40B4-BE49-F238E27FC236}">
                <a16:creationId xmlns:a16="http://schemas.microsoft.com/office/drawing/2014/main" id="{76BE68EC-6F90-2B74-7942-E92E25CD7BDC}"/>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32" name="Slide Number Placeholder 16">
            <a:extLst>
              <a:ext uri="{FF2B5EF4-FFF2-40B4-BE49-F238E27FC236}">
                <a16:creationId xmlns:a16="http://schemas.microsoft.com/office/drawing/2014/main" id="{A29E7419-499E-6FEB-D7E7-8F814D8F2278}"/>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E5E92AA-988D-8F4C-A338-4D62594484F3}"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bg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305195194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io with image">
    <p:bg>
      <p:bgPr>
        <a:solidFill>
          <a:schemeClr val="bg1"/>
        </a:solidFill>
        <a:effectLst/>
      </p:bgPr>
    </p:bg>
    <p:spTree>
      <p:nvGrpSpPr>
        <p:cNvPr id="1" name=""/>
        <p:cNvGrpSpPr/>
        <p:nvPr/>
      </p:nvGrpSpPr>
      <p:grpSpPr>
        <a:xfrm>
          <a:off x="0" y="0"/>
          <a:ext cx="0" cy="0"/>
          <a:chOff x="0" y="0"/>
          <a:chExt cx="0" cy="0"/>
        </a:xfrm>
      </p:grpSpPr>
      <p:sp>
        <p:nvSpPr>
          <p:cNvPr id="2" name="Title 18">
            <a:extLst>
              <a:ext uri="{FF2B5EF4-FFF2-40B4-BE49-F238E27FC236}">
                <a16:creationId xmlns:a16="http://schemas.microsoft.com/office/drawing/2014/main" id="{60F45C13-7A24-8E9E-1346-E35C0EF95B8D}"/>
              </a:ext>
            </a:extLst>
          </p:cNvPr>
          <p:cNvSpPr>
            <a:spLocks noGrp="1"/>
          </p:cNvSpPr>
          <p:nvPr>
            <p:ph type="title" hasCustomPrompt="1"/>
          </p:nvPr>
        </p:nvSpPr>
        <p:spPr>
          <a:xfrm>
            <a:off x="731520" y="457200"/>
            <a:ext cx="5943600" cy="640080"/>
          </a:xfrm>
        </p:spPr>
        <p:txBody>
          <a:bodyPr/>
          <a:lstStyle>
            <a:lvl1pPr>
              <a:defRPr>
                <a:solidFill>
                  <a:schemeClr val="tx2"/>
                </a:solidFill>
              </a:defRPr>
            </a:lvl1pPr>
          </a:lstStyle>
          <a:p>
            <a:r>
              <a:rPr lang="en-US"/>
              <a:t>Click to edit title</a:t>
            </a:r>
          </a:p>
        </p:txBody>
      </p:sp>
      <p:sp>
        <p:nvSpPr>
          <p:cNvPr id="8" name="Text Placeholder 7">
            <a:extLst>
              <a:ext uri="{FF2B5EF4-FFF2-40B4-BE49-F238E27FC236}">
                <a16:creationId xmlns:a16="http://schemas.microsoft.com/office/drawing/2014/main" id="{7F2D1C46-785A-471D-F9B9-9F23BC037823}"/>
              </a:ext>
            </a:extLst>
          </p:cNvPr>
          <p:cNvSpPr>
            <a:spLocks noGrp="1"/>
          </p:cNvSpPr>
          <p:nvPr>
            <p:ph type="body" sz="quarter" idx="16" hasCustomPrompt="1"/>
          </p:nvPr>
        </p:nvSpPr>
        <p:spPr>
          <a:xfrm>
            <a:off x="731838" y="1371919"/>
            <a:ext cx="5943600" cy="548640"/>
          </a:xfrm>
        </p:spPr>
        <p:txBody>
          <a:bodyPr anchor="b" anchorCtr="0">
            <a:normAutofit/>
          </a:bodyPr>
          <a:lstStyle>
            <a:lvl1pPr marL="0" indent="0">
              <a:buFontTx/>
              <a:buNone/>
              <a:defRPr sz="2000">
                <a:solidFill>
                  <a:schemeClr val="accent2"/>
                </a:solidFill>
                <a:latin typeface="Franklin Gothic Medium" panose="020B06030201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name</a:t>
            </a:r>
          </a:p>
        </p:txBody>
      </p:sp>
      <p:sp>
        <p:nvSpPr>
          <p:cNvPr id="9" name="Text Placeholder 7">
            <a:extLst>
              <a:ext uri="{FF2B5EF4-FFF2-40B4-BE49-F238E27FC236}">
                <a16:creationId xmlns:a16="http://schemas.microsoft.com/office/drawing/2014/main" id="{5FED8318-1E86-86E9-0176-8949AA5986EE}"/>
              </a:ext>
            </a:extLst>
          </p:cNvPr>
          <p:cNvSpPr>
            <a:spLocks noGrp="1"/>
          </p:cNvSpPr>
          <p:nvPr>
            <p:ph type="body" sz="quarter" idx="17" hasCustomPrompt="1"/>
          </p:nvPr>
        </p:nvSpPr>
        <p:spPr>
          <a:xfrm>
            <a:off x="731520" y="2003427"/>
            <a:ext cx="5943600" cy="548640"/>
          </a:xfrm>
        </p:spPr>
        <p:txBody>
          <a:bodyPr anchor="t" anchorCtr="0">
            <a:normAutofit/>
          </a:bodyPr>
          <a:lstStyle>
            <a:lvl1pPr marL="0" indent="0">
              <a:buFontTx/>
              <a:buNone/>
              <a:defRPr sz="1800" b="0" i="1">
                <a:solidFill>
                  <a:schemeClr val="tx1"/>
                </a:solidFill>
                <a:latin typeface="Franklin Gothic Book" panose="020B05030201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title</a:t>
            </a:r>
          </a:p>
        </p:txBody>
      </p:sp>
      <p:sp>
        <p:nvSpPr>
          <p:cNvPr id="11" name="Text Placeholder 7">
            <a:extLst>
              <a:ext uri="{FF2B5EF4-FFF2-40B4-BE49-F238E27FC236}">
                <a16:creationId xmlns:a16="http://schemas.microsoft.com/office/drawing/2014/main" id="{D0EFAA2B-C1A2-AD93-BBAF-285209940CF7}"/>
              </a:ext>
            </a:extLst>
          </p:cNvPr>
          <p:cNvSpPr>
            <a:spLocks noGrp="1"/>
          </p:cNvSpPr>
          <p:nvPr>
            <p:ph type="body" sz="quarter" idx="18" hasCustomPrompt="1"/>
          </p:nvPr>
        </p:nvSpPr>
        <p:spPr>
          <a:xfrm>
            <a:off x="731520" y="2634934"/>
            <a:ext cx="5943600" cy="3308667"/>
          </a:xfrm>
        </p:spPr>
        <p:txBody>
          <a:bodyPr anchor="t" anchorCtr="0">
            <a:normAutofit/>
          </a:bodyPr>
          <a:lstStyle>
            <a:lvl1pPr marL="0" indent="0">
              <a:buFontTx/>
              <a:buNone/>
              <a:defRPr sz="1800" b="0" i="0">
                <a:solidFill>
                  <a:schemeClr val="tx2"/>
                </a:solidFill>
                <a:latin typeface="Baskerville Old Face" panose="02020602080505020303" pitchFamily="18"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bio</a:t>
            </a:r>
          </a:p>
        </p:txBody>
      </p:sp>
      <p:sp>
        <p:nvSpPr>
          <p:cNvPr id="7" name="Picture Placeholder 8">
            <a:extLst>
              <a:ext uri="{FF2B5EF4-FFF2-40B4-BE49-F238E27FC236}">
                <a16:creationId xmlns:a16="http://schemas.microsoft.com/office/drawing/2014/main" id="{92D8D0D7-5D0A-D53C-95DD-E0496E05E63F}"/>
              </a:ext>
            </a:extLst>
          </p:cNvPr>
          <p:cNvSpPr>
            <a:spLocks noGrp="1"/>
          </p:cNvSpPr>
          <p:nvPr>
            <p:ph type="pic" sz="quarter" idx="15"/>
          </p:nvPr>
        </p:nvSpPr>
        <p:spPr>
          <a:xfrm>
            <a:off x="6858000" y="457201"/>
            <a:ext cx="4572000" cy="5486400"/>
          </a:xfrm>
          <a:solidFill>
            <a:schemeClr val="bg2"/>
          </a:solidFill>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2" name="Slide Number Placeholder 16">
            <a:extLst>
              <a:ext uri="{FF2B5EF4-FFF2-40B4-BE49-F238E27FC236}">
                <a16:creationId xmlns:a16="http://schemas.microsoft.com/office/drawing/2014/main" id="{B30C1B00-84E4-644C-9520-17B139454D6D}"/>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100DF2A-61D6-F849-AD4A-B60C3D646C97}"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3" name="Picture 12" descr="Central Piedmont Community College logo icon">
            <a:extLst>
              <a:ext uri="{FF2B5EF4-FFF2-40B4-BE49-F238E27FC236}">
                <a16:creationId xmlns:a16="http://schemas.microsoft.com/office/drawing/2014/main" id="{00F7CA59-7FC9-05A3-60B6-3EAB277A30BB}"/>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18327944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Ltr-size Flyer">
    <p:bg>
      <p:bgPr>
        <a:solidFill>
          <a:schemeClr val="bg1"/>
        </a:solidFill>
        <a:effectLst/>
      </p:bgPr>
    </p:bg>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5" name="Picture Placeholder 4">
            <a:extLst>
              <a:ext uri="{FF2B5EF4-FFF2-40B4-BE49-F238E27FC236}">
                <a16:creationId xmlns:a16="http://schemas.microsoft.com/office/drawing/2014/main" id="{3409C414-1FC3-ACC8-F0CC-DFC5EFCB5A2F}"/>
              </a:ext>
            </a:extLst>
          </p:cNvPr>
          <p:cNvSpPr>
            <a:spLocks noGrp="1"/>
          </p:cNvSpPr>
          <p:nvPr>
            <p:ph type="pic" sz="quarter" idx="10"/>
          </p:nvPr>
        </p:nvSpPr>
        <p:spPr>
          <a:xfrm>
            <a:off x="731837" y="1371600"/>
            <a:ext cx="3521262" cy="4556927"/>
          </a:xfrm>
          <a:solidFill>
            <a:schemeClr val="bg1"/>
          </a:solidFill>
          <a:effectLst>
            <a:glow rad="101600">
              <a:schemeClr val="tx2">
                <a:alpha val="40000"/>
              </a:schemeClr>
            </a:glow>
          </a:effectLst>
        </p:spPr>
        <p:txBody>
          <a:bodyPr anchor="ctr"/>
          <a:lstStyle>
            <a:lvl1pPr marL="0" indent="0" algn="ctr">
              <a:buFontTx/>
              <a:buNone/>
              <a:defRPr/>
            </a:lvl1pPr>
          </a:lstStyle>
          <a:p>
            <a:endParaRPr lang="en-US"/>
          </a:p>
        </p:txBody>
      </p:sp>
      <p:sp>
        <p:nvSpPr>
          <p:cNvPr id="7" name="Text Placeholder 6">
            <a:extLst>
              <a:ext uri="{FF2B5EF4-FFF2-40B4-BE49-F238E27FC236}">
                <a16:creationId xmlns:a16="http://schemas.microsoft.com/office/drawing/2014/main" id="{89049D71-E9BD-A447-7441-1AE4DDEAE9AD}"/>
              </a:ext>
            </a:extLst>
          </p:cNvPr>
          <p:cNvSpPr>
            <a:spLocks noGrp="1"/>
          </p:cNvSpPr>
          <p:nvPr>
            <p:ph type="body" sz="quarter" idx="11"/>
          </p:nvPr>
        </p:nvSpPr>
        <p:spPr>
          <a:xfrm>
            <a:off x="4480560" y="1371600"/>
            <a:ext cx="6949440" cy="4572000"/>
          </a:xfrm>
        </p:spPr>
        <p:txBody>
          <a:bodyPr>
            <a:normAutofit/>
          </a:bodyPr>
          <a:lstStyle>
            <a:lvl1pPr marL="182880" indent="-182880">
              <a:defRPr sz="1800"/>
            </a:lvl1pPr>
            <a:lvl2pPr marL="457200" indent="0">
              <a:buNone/>
              <a:defRPr/>
            </a:lvl2pPr>
          </a:lstStyle>
          <a:p>
            <a:pPr lvl="0"/>
            <a:r>
              <a:rPr lang="en-US"/>
              <a:t>Click to edit Master text styles</a:t>
            </a:r>
          </a:p>
        </p:txBody>
      </p:sp>
      <p:sp>
        <p:nvSpPr>
          <p:cNvPr id="2" name="Slide Number Placeholder 16">
            <a:extLst>
              <a:ext uri="{FF2B5EF4-FFF2-40B4-BE49-F238E27FC236}">
                <a16:creationId xmlns:a16="http://schemas.microsoft.com/office/drawing/2014/main" id="{DBADF7D0-5B73-6489-AB9C-C4C53747266B}"/>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070B05-760B-E04F-BEA9-E1D65C232568}"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B076CFBE-5E0B-6DCA-1CBC-9A44D34221B9}"/>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09126491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Smart Phone 1">
    <p:bg>
      <p:bgPr>
        <a:solidFill>
          <a:schemeClr val="bg1"/>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9A75F080-0E31-5A7A-DA84-A3AEC8C9DB90}"/>
              </a:ext>
            </a:extLst>
          </p:cNvPr>
          <p:cNvSpPr>
            <a:spLocks noGrp="1"/>
          </p:cNvSpPr>
          <p:nvPr>
            <p:ph type="title" hasCustomPrompt="1"/>
          </p:nvPr>
        </p:nvSpPr>
        <p:spPr>
          <a:xfrm>
            <a:off x="4297321" y="457200"/>
            <a:ext cx="7040880" cy="640080"/>
          </a:xfrm>
        </p:spPr>
        <p:txBody>
          <a:bodyPr lIns="0"/>
          <a:lstStyle>
            <a:lvl1pPr>
              <a:defRPr b="1" i="0">
                <a:solidFill>
                  <a:schemeClr val="tx2"/>
                </a:solidFill>
              </a:defRPr>
            </a:lvl1pPr>
          </a:lstStyle>
          <a:p>
            <a:r>
              <a:rPr lang="en-US"/>
              <a:t>Click to edit title</a:t>
            </a:r>
          </a:p>
        </p:txBody>
      </p:sp>
      <p:sp>
        <p:nvSpPr>
          <p:cNvPr id="13" name="Content Placeholder 11">
            <a:extLst>
              <a:ext uri="{FF2B5EF4-FFF2-40B4-BE49-F238E27FC236}">
                <a16:creationId xmlns:a16="http://schemas.microsoft.com/office/drawing/2014/main" id="{3308CB01-E373-8CDB-7A3E-D3736DAC3B0F}"/>
              </a:ext>
            </a:extLst>
          </p:cNvPr>
          <p:cNvSpPr>
            <a:spLocks noGrp="1"/>
          </p:cNvSpPr>
          <p:nvPr>
            <p:ph sz="quarter" idx="24" hasCustomPrompt="1"/>
          </p:nvPr>
        </p:nvSpPr>
        <p:spPr>
          <a:xfrm>
            <a:off x="981570" y="727821"/>
            <a:ext cx="2364868" cy="5079098"/>
          </a:xfrm>
          <a:prstGeom prst="roundRect">
            <a:avLst>
              <a:gd name="adj" fmla="val 12597"/>
            </a:avLst>
          </a:prstGeom>
          <a:solidFill>
            <a:schemeClr val="bg1"/>
          </a:solidFill>
        </p:spPr>
        <p:txBody>
          <a:bodyPr anchor="ctr">
            <a:normAutofit/>
          </a:bodyPr>
          <a:lstStyle>
            <a:lvl1pPr marL="0" indent="0" algn="ctr">
              <a:buNone/>
              <a:defRPr sz="1800"/>
            </a:lvl1pPr>
          </a:lstStyle>
          <a:p>
            <a:pPr lvl="0"/>
            <a:r>
              <a:rPr lang="en-US"/>
              <a:t>Add picture or video</a:t>
            </a:r>
          </a:p>
        </p:txBody>
      </p:sp>
      <p:pic>
        <p:nvPicPr>
          <p:cNvPr id="80" name="Picture 79" descr="Cell phone">
            <a:extLst>
              <a:ext uri="{FF2B5EF4-FFF2-40B4-BE49-F238E27FC236}">
                <a16:creationId xmlns:a16="http://schemas.microsoft.com/office/drawing/2014/main" id="{AC12EE55-FB31-C09C-3AF4-637682A444A3}"/>
              </a:ext>
            </a:extLst>
          </p:cNvPr>
          <p:cNvPicPr>
            <a:picLocks noChangeAspect="1"/>
          </p:cNvPicPr>
          <p:nvPr userDrawn="1"/>
        </p:nvPicPr>
        <p:blipFill>
          <a:blip r:embed="rId2"/>
          <a:stretch>
            <a:fillRect/>
          </a:stretch>
        </p:blipFill>
        <p:spPr>
          <a:xfrm>
            <a:off x="711622" y="382115"/>
            <a:ext cx="2900064" cy="5774462"/>
          </a:xfrm>
          <a:prstGeom prst="rect">
            <a:avLst/>
          </a:prstGeom>
        </p:spPr>
      </p:pic>
      <p:sp>
        <p:nvSpPr>
          <p:cNvPr id="5" name="Rectangle: Rounded Corners 67">
            <a:extLst>
              <a:ext uri="{FF2B5EF4-FFF2-40B4-BE49-F238E27FC236}">
                <a16:creationId xmlns:a16="http://schemas.microsoft.com/office/drawing/2014/main" id="{36B0642C-D962-F5E5-7932-53B6606CC76E}"/>
              </a:ext>
              <a:ext uri="{C183D7F6-B498-43B3-948B-1728B52AA6E4}">
                <adec:decorative xmlns:adec="http://schemas.microsoft.com/office/drawing/2017/decorative" val="1"/>
              </a:ext>
            </a:extLst>
          </p:cNvPr>
          <p:cNvSpPr/>
          <p:nvPr userDrawn="1"/>
        </p:nvSpPr>
        <p:spPr>
          <a:xfrm>
            <a:off x="4573854" y="1591034"/>
            <a:ext cx="6767057" cy="1093924"/>
          </a:xfrm>
          <a:prstGeom prst="roundRect">
            <a:avLst>
              <a:gd name="adj" fmla="val 822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j-lt"/>
              <a:cs typeface="Arial" panose="020B0604020202020204" pitchFamily="34" charset="0"/>
            </a:endParaRPr>
          </a:p>
        </p:txBody>
      </p:sp>
      <p:sp>
        <p:nvSpPr>
          <p:cNvPr id="6" name="Rectangle: Rounded Corners 71">
            <a:extLst>
              <a:ext uri="{FF2B5EF4-FFF2-40B4-BE49-F238E27FC236}">
                <a16:creationId xmlns:a16="http://schemas.microsoft.com/office/drawing/2014/main" id="{C7E58337-8CBA-9982-3565-0758FAB0C112}"/>
              </a:ext>
              <a:ext uri="{C183D7F6-B498-43B3-948B-1728B52AA6E4}">
                <adec:decorative xmlns:adec="http://schemas.microsoft.com/office/drawing/2017/decorative" val="1"/>
              </a:ext>
            </a:extLst>
          </p:cNvPr>
          <p:cNvSpPr/>
          <p:nvPr userDrawn="1"/>
        </p:nvSpPr>
        <p:spPr>
          <a:xfrm flipH="1">
            <a:off x="4258145" y="1816112"/>
            <a:ext cx="643768" cy="643768"/>
          </a:xfrm>
          <a:prstGeom prst="roundRect">
            <a:avLst>
              <a:gd name="adj" fmla="val 10288"/>
            </a:avLst>
          </a:prstGeom>
          <a:solidFill>
            <a:schemeClr val="accent1"/>
          </a:solidFill>
          <a:ln w="25400">
            <a:solidFill>
              <a:schemeClr val="bg1"/>
            </a:solid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tx1">
                  <a:lumMod val="75000"/>
                  <a:lumOff val="25000"/>
                </a:schemeClr>
              </a:solidFill>
              <a:latin typeface="+mj-lt"/>
              <a:cs typeface="Arial" panose="020B0604020202020204" pitchFamily="34" charset="0"/>
            </a:endParaRPr>
          </a:p>
        </p:txBody>
      </p:sp>
      <p:sp>
        <p:nvSpPr>
          <p:cNvPr id="7" name="Text Placeholder 9">
            <a:extLst>
              <a:ext uri="{FF2B5EF4-FFF2-40B4-BE49-F238E27FC236}">
                <a16:creationId xmlns:a16="http://schemas.microsoft.com/office/drawing/2014/main" id="{C9928A73-C211-04CE-E02C-CDA00A15C246}"/>
              </a:ext>
            </a:extLst>
          </p:cNvPr>
          <p:cNvSpPr>
            <a:spLocks noGrp="1"/>
          </p:cNvSpPr>
          <p:nvPr>
            <p:ph type="body" sz="quarter" idx="20" hasCustomPrompt="1"/>
          </p:nvPr>
        </p:nvSpPr>
        <p:spPr>
          <a:xfrm>
            <a:off x="4366669" y="1948116"/>
            <a:ext cx="461986" cy="379760"/>
          </a:xfrm>
        </p:spPr>
        <p:txBody>
          <a:bodyPr>
            <a:noAutofit/>
          </a:bodyPr>
          <a:lstStyle>
            <a:lvl1pPr marL="0" indent="0" algn="ctr">
              <a:buNone/>
              <a:defRPr sz="24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a:t>
            </a:r>
          </a:p>
        </p:txBody>
      </p:sp>
      <p:sp>
        <p:nvSpPr>
          <p:cNvPr id="8" name="Text Placeholder 9">
            <a:extLst>
              <a:ext uri="{FF2B5EF4-FFF2-40B4-BE49-F238E27FC236}">
                <a16:creationId xmlns:a16="http://schemas.microsoft.com/office/drawing/2014/main" id="{18A7D097-9AFB-9801-0A38-5950813F8D57}"/>
              </a:ext>
            </a:extLst>
          </p:cNvPr>
          <p:cNvSpPr>
            <a:spLocks noGrp="1"/>
          </p:cNvSpPr>
          <p:nvPr>
            <p:ph type="body" sz="quarter" idx="25" hasCustomPrompt="1"/>
          </p:nvPr>
        </p:nvSpPr>
        <p:spPr>
          <a:xfrm>
            <a:off x="5067425" y="1748201"/>
            <a:ext cx="6145716" cy="779590"/>
          </a:xfrm>
        </p:spPr>
        <p:txBody>
          <a:bodyPr anchor="ctr" anchorCtr="0">
            <a:noAutofit/>
          </a:bodyPr>
          <a:lstStyle>
            <a:lvl1pPr marL="0" indent="0">
              <a:buNone/>
              <a:defRPr sz="18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Subhead here</a:t>
            </a:r>
          </a:p>
        </p:txBody>
      </p:sp>
      <p:sp>
        <p:nvSpPr>
          <p:cNvPr id="9" name="Rectangle: Rounded Corners 67">
            <a:extLst>
              <a:ext uri="{FF2B5EF4-FFF2-40B4-BE49-F238E27FC236}">
                <a16:creationId xmlns:a16="http://schemas.microsoft.com/office/drawing/2014/main" id="{359A5609-D858-6B25-3F34-0264D0434FFA}"/>
              </a:ext>
              <a:ext uri="{C183D7F6-B498-43B3-948B-1728B52AA6E4}">
                <adec:decorative xmlns:adec="http://schemas.microsoft.com/office/drawing/2017/decorative" val="1"/>
              </a:ext>
            </a:extLst>
          </p:cNvPr>
          <p:cNvSpPr/>
          <p:nvPr userDrawn="1"/>
        </p:nvSpPr>
        <p:spPr>
          <a:xfrm>
            <a:off x="4571143" y="2953068"/>
            <a:ext cx="6767057" cy="1093924"/>
          </a:xfrm>
          <a:prstGeom prst="roundRect">
            <a:avLst>
              <a:gd name="adj" fmla="val 822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j-lt"/>
              <a:cs typeface="Arial" panose="020B0604020202020204" pitchFamily="34" charset="0"/>
            </a:endParaRPr>
          </a:p>
        </p:txBody>
      </p:sp>
      <p:sp>
        <p:nvSpPr>
          <p:cNvPr id="12" name="Rectangle: Rounded Corners 71">
            <a:extLst>
              <a:ext uri="{FF2B5EF4-FFF2-40B4-BE49-F238E27FC236}">
                <a16:creationId xmlns:a16="http://schemas.microsoft.com/office/drawing/2014/main" id="{CEAF131E-3AD3-5937-FC81-F3E4D936CEFC}"/>
              </a:ext>
              <a:ext uri="{C183D7F6-B498-43B3-948B-1728B52AA6E4}">
                <adec:decorative xmlns:adec="http://schemas.microsoft.com/office/drawing/2017/decorative" val="1"/>
              </a:ext>
            </a:extLst>
          </p:cNvPr>
          <p:cNvSpPr/>
          <p:nvPr userDrawn="1"/>
        </p:nvSpPr>
        <p:spPr>
          <a:xfrm flipH="1">
            <a:off x="4255434" y="3178146"/>
            <a:ext cx="643768" cy="643768"/>
          </a:xfrm>
          <a:prstGeom prst="roundRect">
            <a:avLst>
              <a:gd name="adj" fmla="val 10288"/>
            </a:avLst>
          </a:prstGeom>
          <a:solidFill>
            <a:schemeClr val="accent1"/>
          </a:solidFill>
          <a:ln w="25400">
            <a:solidFill>
              <a:schemeClr val="bg1"/>
            </a:solid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tx1">
                  <a:lumMod val="75000"/>
                  <a:lumOff val="25000"/>
                </a:schemeClr>
              </a:solidFill>
              <a:latin typeface="+mj-lt"/>
              <a:cs typeface="Arial" panose="020B0604020202020204" pitchFamily="34" charset="0"/>
            </a:endParaRPr>
          </a:p>
        </p:txBody>
      </p:sp>
      <p:sp>
        <p:nvSpPr>
          <p:cNvPr id="14" name="Text Placeholder 9">
            <a:extLst>
              <a:ext uri="{FF2B5EF4-FFF2-40B4-BE49-F238E27FC236}">
                <a16:creationId xmlns:a16="http://schemas.microsoft.com/office/drawing/2014/main" id="{FAE14B17-DCFA-F5A4-4E44-6AE788D4F75A}"/>
              </a:ext>
            </a:extLst>
          </p:cNvPr>
          <p:cNvSpPr>
            <a:spLocks noGrp="1"/>
          </p:cNvSpPr>
          <p:nvPr>
            <p:ph type="body" sz="quarter" idx="26" hasCustomPrompt="1"/>
          </p:nvPr>
        </p:nvSpPr>
        <p:spPr>
          <a:xfrm>
            <a:off x="4363958" y="3310150"/>
            <a:ext cx="461986" cy="379760"/>
          </a:xfrm>
        </p:spPr>
        <p:txBody>
          <a:bodyPr>
            <a:noAutofit/>
          </a:bodyPr>
          <a:lstStyle>
            <a:lvl1pPr marL="0" indent="0" algn="ctr">
              <a:buNone/>
              <a:defRPr sz="24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a:t>
            </a:r>
          </a:p>
        </p:txBody>
      </p:sp>
      <p:sp>
        <p:nvSpPr>
          <p:cNvPr id="15" name="Text Placeholder 9">
            <a:extLst>
              <a:ext uri="{FF2B5EF4-FFF2-40B4-BE49-F238E27FC236}">
                <a16:creationId xmlns:a16="http://schemas.microsoft.com/office/drawing/2014/main" id="{E7E14097-3854-736E-9D0B-2E04A833F8EB}"/>
              </a:ext>
            </a:extLst>
          </p:cNvPr>
          <p:cNvSpPr>
            <a:spLocks noGrp="1"/>
          </p:cNvSpPr>
          <p:nvPr>
            <p:ph type="body" sz="quarter" idx="27" hasCustomPrompt="1"/>
          </p:nvPr>
        </p:nvSpPr>
        <p:spPr>
          <a:xfrm>
            <a:off x="5064714" y="3110235"/>
            <a:ext cx="6145716" cy="779590"/>
          </a:xfrm>
        </p:spPr>
        <p:txBody>
          <a:bodyPr anchor="ctr" anchorCtr="0">
            <a:noAutofit/>
          </a:bodyPr>
          <a:lstStyle>
            <a:lvl1pPr marL="0" indent="0">
              <a:buNone/>
              <a:defRPr sz="18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Subhead here</a:t>
            </a:r>
          </a:p>
        </p:txBody>
      </p:sp>
      <p:sp>
        <p:nvSpPr>
          <p:cNvPr id="16" name="Rectangle: Rounded Corners 67">
            <a:extLst>
              <a:ext uri="{FF2B5EF4-FFF2-40B4-BE49-F238E27FC236}">
                <a16:creationId xmlns:a16="http://schemas.microsoft.com/office/drawing/2014/main" id="{69C1C298-E1A9-908D-28A9-BA24FF98D846}"/>
              </a:ext>
              <a:ext uri="{C183D7F6-B498-43B3-948B-1728B52AA6E4}">
                <adec:decorative xmlns:adec="http://schemas.microsoft.com/office/drawing/2017/decorative" val="1"/>
              </a:ext>
            </a:extLst>
          </p:cNvPr>
          <p:cNvSpPr/>
          <p:nvPr userDrawn="1"/>
        </p:nvSpPr>
        <p:spPr>
          <a:xfrm>
            <a:off x="4571143" y="4315102"/>
            <a:ext cx="6767057" cy="1093924"/>
          </a:xfrm>
          <a:prstGeom prst="roundRect">
            <a:avLst>
              <a:gd name="adj" fmla="val 822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j-lt"/>
              <a:cs typeface="Arial" panose="020B0604020202020204" pitchFamily="34" charset="0"/>
            </a:endParaRPr>
          </a:p>
        </p:txBody>
      </p:sp>
      <p:sp>
        <p:nvSpPr>
          <p:cNvPr id="17" name="Rectangle: Rounded Corners 71">
            <a:extLst>
              <a:ext uri="{FF2B5EF4-FFF2-40B4-BE49-F238E27FC236}">
                <a16:creationId xmlns:a16="http://schemas.microsoft.com/office/drawing/2014/main" id="{39BA9EC8-0BC1-3120-0CB7-942597CB6EE7}"/>
              </a:ext>
              <a:ext uri="{C183D7F6-B498-43B3-948B-1728B52AA6E4}">
                <adec:decorative xmlns:adec="http://schemas.microsoft.com/office/drawing/2017/decorative" val="1"/>
              </a:ext>
            </a:extLst>
          </p:cNvPr>
          <p:cNvSpPr/>
          <p:nvPr userDrawn="1"/>
        </p:nvSpPr>
        <p:spPr>
          <a:xfrm flipH="1">
            <a:off x="4255434" y="4540180"/>
            <a:ext cx="643768" cy="643768"/>
          </a:xfrm>
          <a:prstGeom prst="roundRect">
            <a:avLst>
              <a:gd name="adj" fmla="val 10288"/>
            </a:avLst>
          </a:prstGeom>
          <a:solidFill>
            <a:schemeClr val="accent1"/>
          </a:solidFill>
          <a:ln w="25400">
            <a:solidFill>
              <a:schemeClr val="bg1"/>
            </a:solid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tx1">
                  <a:lumMod val="75000"/>
                  <a:lumOff val="25000"/>
                </a:schemeClr>
              </a:solidFill>
              <a:latin typeface="+mj-lt"/>
              <a:cs typeface="Arial" panose="020B0604020202020204" pitchFamily="34" charset="0"/>
            </a:endParaRPr>
          </a:p>
        </p:txBody>
      </p:sp>
      <p:sp>
        <p:nvSpPr>
          <p:cNvPr id="18" name="Text Placeholder 9">
            <a:extLst>
              <a:ext uri="{FF2B5EF4-FFF2-40B4-BE49-F238E27FC236}">
                <a16:creationId xmlns:a16="http://schemas.microsoft.com/office/drawing/2014/main" id="{0E5E9AF9-CAE3-56CF-794A-99343CA9AE51}"/>
              </a:ext>
            </a:extLst>
          </p:cNvPr>
          <p:cNvSpPr>
            <a:spLocks noGrp="1"/>
          </p:cNvSpPr>
          <p:nvPr>
            <p:ph type="body" sz="quarter" idx="28" hasCustomPrompt="1"/>
          </p:nvPr>
        </p:nvSpPr>
        <p:spPr>
          <a:xfrm>
            <a:off x="4363958" y="4672184"/>
            <a:ext cx="461986" cy="379760"/>
          </a:xfrm>
        </p:spPr>
        <p:txBody>
          <a:bodyPr>
            <a:noAutofit/>
          </a:bodyPr>
          <a:lstStyle>
            <a:lvl1pPr marL="0" indent="0" algn="ctr">
              <a:buNone/>
              <a:defRPr sz="24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a:t>
            </a:r>
          </a:p>
        </p:txBody>
      </p:sp>
      <p:sp>
        <p:nvSpPr>
          <p:cNvPr id="19" name="Text Placeholder 9">
            <a:extLst>
              <a:ext uri="{FF2B5EF4-FFF2-40B4-BE49-F238E27FC236}">
                <a16:creationId xmlns:a16="http://schemas.microsoft.com/office/drawing/2014/main" id="{239A78BE-1195-3140-73A2-4771E1D14E21}"/>
              </a:ext>
            </a:extLst>
          </p:cNvPr>
          <p:cNvSpPr>
            <a:spLocks noGrp="1"/>
          </p:cNvSpPr>
          <p:nvPr>
            <p:ph type="body" sz="quarter" idx="29" hasCustomPrompt="1"/>
          </p:nvPr>
        </p:nvSpPr>
        <p:spPr>
          <a:xfrm>
            <a:off x="5064714" y="4472269"/>
            <a:ext cx="6145716" cy="779590"/>
          </a:xfrm>
        </p:spPr>
        <p:txBody>
          <a:bodyPr anchor="ctr" anchorCtr="0">
            <a:noAutofit/>
          </a:bodyPr>
          <a:lstStyle>
            <a:lvl1pPr marL="0" indent="0">
              <a:buNone/>
              <a:defRPr sz="18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Subhead here</a:t>
            </a:r>
          </a:p>
        </p:txBody>
      </p:sp>
      <p:sp>
        <p:nvSpPr>
          <p:cNvPr id="3" name="Slide Number Placeholder 16">
            <a:extLst>
              <a:ext uri="{FF2B5EF4-FFF2-40B4-BE49-F238E27FC236}">
                <a16:creationId xmlns:a16="http://schemas.microsoft.com/office/drawing/2014/main" id="{AA8B7EB7-3FCA-514D-92F4-C1C68150ED9D}"/>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6926DCA-1868-4345-BF0F-3951FEC3368F}"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528F8996-5A91-6AEB-EB29-205F49794EE4}"/>
              </a:ext>
            </a:extLst>
          </p:cNvPr>
          <p:cNvPicPr>
            <a:picLocks noChangeAspect="1"/>
          </p:cNvPicPr>
          <p:nvPr userDrawn="1"/>
        </p:nvPicPr>
        <p:blipFill>
          <a:blip r:embed="rId3"/>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69330870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Smart Phone 2">
    <p:bg>
      <p:bgPr>
        <a:solidFill>
          <a:schemeClr val="bg1"/>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9A75F080-0E31-5A7A-DA84-A3AEC8C9DB90}"/>
              </a:ext>
            </a:extLst>
          </p:cNvPr>
          <p:cNvSpPr>
            <a:spLocks noGrp="1"/>
          </p:cNvSpPr>
          <p:nvPr>
            <p:ph type="title" hasCustomPrompt="1"/>
          </p:nvPr>
        </p:nvSpPr>
        <p:spPr>
          <a:xfrm>
            <a:off x="731520" y="457200"/>
            <a:ext cx="7315200" cy="640080"/>
          </a:xfrm>
        </p:spPr>
        <p:txBody>
          <a:bodyPr lIns="0"/>
          <a:lstStyle>
            <a:lvl1pPr>
              <a:defRPr b="1" i="0">
                <a:solidFill>
                  <a:schemeClr val="tx2"/>
                </a:solidFill>
              </a:defRPr>
            </a:lvl1pPr>
          </a:lstStyle>
          <a:p>
            <a:r>
              <a:rPr lang="en-US"/>
              <a:t>Click to edit title</a:t>
            </a:r>
          </a:p>
        </p:txBody>
      </p:sp>
      <p:sp>
        <p:nvSpPr>
          <p:cNvPr id="4" name="Text Placeholder 16">
            <a:extLst>
              <a:ext uri="{FF2B5EF4-FFF2-40B4-BE49-F238E27FC236}">
                <a16:creationId xmlns:a16="http://schemas.microsoft.com/office/drawing/2014/main" id="{655281A7-F9A1-F332-9909-B210C124C0CA}"/>
              </a:ext>
            </a:extLst>
          </p:cNvPr>
          <p:cNvSpPr>
            <a:spLocks noGrp="1"/>
          </p:cNvSpPr>
          <p:nvPr>
            <p:ph type="body" sz="quarter" idx="18" hasCustomPrompt="1"/>
          </p:nvPr>
        </p:nvSpPr>
        <p:spPr>
          <a:xfrm>
            <a:off x="731519" y="1188720"/>
            <a:ext cx="7315199" cy="4846320"/>
          </a:xfrm>
          <a:prstGeom prst="rect">
            <a:avLst/>
          </a:prstGeom>
        </p:spPr>
        <p:txBody>
          <a:bodyPr anchor="t">
            <a:noAutofit/>
          </a:bodyPr>
          <a:lstStyle>
            <a:lvl1pPr marL="0" indent="0" algn="l">
              <a:buNone/>
              <a:defRPr sz="2000" b="0" i="0">
                <a:solidFill>
                  <a:schemeClr val="tx2"/>
                </a:solidFill>
                <a:latin typeface="Franklin Gothic Book" panose="020B0503020102020204" pitchFamily="34" charset="0"/>
                <a:cs typeface="Arial" panose="020B0604020202020204" pitchFamily="34" charset="0"/>
              </a:defRPr>
            </a:lvl1pPr>
          </a:lstStyle>
          <a:p>
            <a:pPr lvl="0"/>
            <a:r>
              <a:rPr lang="en-US"/>
              <a:t>Click to edit text</a:t>
            </a:r>
          </a:p>
        </p:txBody>
      </p:sp>
      <p:pic>
        <p:nvPicPr>
          <p:cNvPr id="80" name="Picture 79" descr="Cell phone">
            <a:extLst>
              <a:ext uri="{FF2B5EF4-FFF2-40B4-BE49-F238E27FC236}">
                <a16:creationId xmlns:a16="http://schemas.microsoft.com/office/drawing/2014/main" id="{AC12EE55-FB31-C09C-3AF4-637682A444A3}"/>
              </a:ext>
            </a:extLst>
          </p:cNvPr>
          <p:cNvPicPr>
            <a:picLocks noChangeAspect="1"/>
          </p:cNvPicPr>
          <p:nvPr userDrawn="1"/>
        </p:nvPicPr>
        <p:blipFill>
          <a:blip r:embed="rId2"/>
          <a:stretch>
            <a:fillRect/>
          </a:stretch>
        </p:blipFill>
        <p:spPr>
          <a:xfrm>
            <a:off x="8548702" y="382115"/>
            <a:ext cx="2900064" cy="5774462"/>
          </a:xfrm>
          <a:prstGeom prst="rect">
            <a:avLst/>
          </a:prstGeom>
        </p:spPr>
      </p:pic>
      <p:sp>
        <p:nvSpPr>
          <p:cNvPr id="13" name="Content Placeholder 11">
            <a:extLst>
              <a:ext uri="{FF2B5EF4-FFF2-40B4-BE49-F238E27FC236}">
                <a16:creationId xmlns:a16="http://schemas.microsoft.com/office/drawing/2014/main" id="{3308CB01-E373-8CDB-7A3E-D3736DAC3B0F}"/>
              </a:ext>
            </a:extLst>
          </p:cNvPr>
          <p:cNvSpPr>
            <a:spLocks noGrp="1"/>
          </p:cNvSpPr>
          <p:nvPr>
            <p:ph sz="quarter" idx="24" hasCustomPrompt="1"/>
          </p:nvPr>
        </p:nvSpPr>
        <p:spPr>
          <a:xfrm>
            <a:off x="8818650" y="727821"/>
            <a:ext cx="2364868" cy="5079098"/>
          </a:xfrm>
          <a:prstGeom prst="roundRect">
            <a:avLst>
              <a:gd name="adj" fmla="val 12597"/>
            </a:avLst>
          </a:prstGeom>
          <a:solidFill>
            <a:schemeClr val="bg1"/>
          </a:solidFill>
        </p:spPr>
        <p:txBody>
          <a:bodyPr anchor="ctr">
            <a:normAutofit/>
          </a:bodyPr>
          <a:lstStyle>
            <a:lvl1pPr marL="0" indent="0" algn="ctr">
              <a:buNone/>
              <a:defRPr sz="1800"/>
            </a:lvl1pPr>
          </a:lstStyle>
          <a:p>
            <a:pPr lvl="0"/>
            <a:r>
              <a:rPr lang="en-US"/>
              <a:t>Add picture or video</a:t>
            </a:r>
          </a:p>
        </p:txBody>
      </p:sp>
      <p:sp>
        <p:nvSpPr>
          <p:cNvPr id="3" name="Slide Number Placeholder 16">
            <a:extLst>
              <a:ext uri="{FF2B5EF4-FFF2-40B4-BE49-F238E27FC236}">
                <a16:creationId xmlns:a16="http://schemas.microsoft.com/office/drawing/2014/main" id="{F85E86A5-A712-EC5B-D1AD-B41A0DFD3FCC}"/>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F8C7B7D-DB07-7F4C-BA5E-0AE36E2BAFCD}"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679F5174-793D-4C49-4F1E-6B5502AF387A}"/>
              </a:ext>
            </a:extLst>
          </p:cNvPr>
          <p:cNvPicPr>
            <a:picLocks noChangeAspect="1"/>
          </p:cNvPicPr>
          <p:nvPr userDrawn="1"/>
        </p:nvPicPr>
        <p:blipFill>
          <a:blip r:embed="rId3"/>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6295842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Laptop 1">
    <p:bg>
      <p:bgPr>
        <a:solidFill>
          <a:schemeClr val="bg1"/>
        </a:solidFill>
        <a:effectLst/>
      </p:bgPr>
    </p:bg>
    <p:spTree>
      <p:nvGrpSpPr>
        <p:cNvPr id="1" name=""/>
        <p:cNvGrpSpPr/>
        <p:nvPr/>
      </p:nvGrpSpPr>
      <p:grpSpPr>
        <a:xfrm>
          <a:off x="0" y="0"/>
          <a:ext cx="0" cy="0"/>
          <a:chOff x="0" y="0"/>
          <a:chExt cx="0" cy="0"/>
        </a:xfrm>
      </p:grpSpPr>
      <p:sp>
        <p:nvSpPr>
          <p:cNvPr id="18" name="Title 4">
            <a:extLst>
              <a:ext uri="{FF2B5EF4-FFF2-40B4-BE49-F238E27FC236}">
                <a16:creationId xmlns:a16="http://schemas.microsoft.com/office/drawing/2014/main" id="{800D17B7-28BA-D31D-A13F-EB12997060BA}"/>
              </a:ext>
            </a:extLst>
          </p:cNvPr>
          <p:cNvSpPr>
            <a:spLocks noGrp="1"/>
          </p:cNvSpPr>
          <p:nvPr>
            <p:ph type="title" hasCustomPrompt="1"/>
          </p:nvPr>
        </p:nvSpPr>
        <p:spPr>
          <a:xfrm>
            <a:off x="6648635" y="457200"/>
            <a:ext cx="4954088" cy="640080"/>
          </a:xfrm>
        </p:spPr>
        <p:txBody>
          <a:bodyPr lIns="0"/>
          <a:lstStyle>
            <a:lvl1pPr>
              <a:defRPr b="1" i="0">
                <a:solidFill>
                  <a:schemeClr val="tx2"/>
                </a:solidFill>
              </a:defRPr>
            </a:lvl1pPr>
          </a:lstStyle>
          <a:p>
            <a:r>
              <a:rPr lang="en-US"/>
              <a:t>Click to edit title</a:t>
            </a:r>
          </a:p>
        </p:txBody>
      </p:sp>
      <p:pic>
        <p:nvPicPr>
          <p:cNvPr id="7" name="Graphic 6" descr="Laptop">
            <a:extLst>
              <a:ext uri="{FF2B5EF4-FFF2-40B4-BE49-F238E27FC236}">
                <a16:creationId xmlns:a16="http://schemas.microsoft.com/office/drawing/2014/main" id="{FA3F71D1-9847-C6EF-7432-69EB36691D2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53393" y="640605"/>
            <a:ext cx="9746353" cy="5596406"/>
          </a:xfrm>
          <a:prstGeom prst="rect">
            <a:avLst/>
          </a:prstGeom>
        </p:spPr>
      </p:pic>
      <p:sp>
        <p:nvSpPr>
          <p:cNvPr id="8" name="Picture Placeholder 4">
            <a:extLst>
              <a:ext uri="{FF2B5EF4-FFF2-40B4-BE49-F238E27FC236}">
                <a16:creationId xmlns:a16="http://schemas.microsoft.com/office/drawing/2014/main" id="{40D2F245-FD2A-BDED-D40E-DFEA2E3BEA39}"/>
              </a:ext>
              <a:ext uri="{C183D7F6-B498-43B3-948B-1728B52AA6E4}">
                <adec:decorative xmlns:adec="http://schemas.microsoft.com/office/drawing/2017/decorative" val="0"/>
              </a:ext>
            </a:extLst>
          </p:cNvPr>
          <p:cNvSpPr>
            <a:spLocks noGrp="1"/>
          </p:cNvSpPr>
          <p:nvPr>
            <p:ph type="pic" sz="quarter" idx="13"/>
          </p:nvPr>
        </p:nvSpPr>
        <p:spPr>
          <a:xfrm>
            <a:off x="-1676400" y="949951"/>
            <a:ext cx="7586259" cy="4803149"/>
          </a:xfrm>
          <a:custGeom>
            <a:avLst/>
            <a:gdLst>
              <a:gd name="connsiteX0" fmla="*/ 0 w 4876799"/>
              <a:gd name="connsiteY0" fmla="*/ 0 h 3082924"/>
              <a:gd name="connsiteX1" fmla="*/ 4876799 w 4876799"/>
              <a:gd name="connsiteY1" fmla="*/ 0 h 3082924"/>
              <a:gd name="connsiteX2" fmla="*/ 4876799 w 4876799"/>
              <a:gd name="connsiteY2" fmla="*/ 3082924 h 3082924"/>
              <a:gd name="connsiteX3" fmla="*/ 0 w 4876799"/>
              <a:gd name="connsiteY3" fmla="*/ 3082924 h 3082924"/>
            </a:gdLst>
            <a:ahLst/>
            <a:cxnLst>
              <a:cxn ang="0">
                <a:pos x="connsiteX0" y="connsiteY0"/>
              </a:cxn>
              <a:cxn ang="0">
                <a:pos x="connsiteX1" y="connsiteY1"/>
              </a:cxn>
              <a:cxn ang="0">
                <a:pos x="connsiteX2" y="connsiteY2"/>
              </a:cxn>
              <a:cxn ang="0">
                <a:pos x="connsiteX3" y="connsiteY3"/>
              </a:cxn>
            </a:cxnLst>
            <a:rect l="l" t="t" r="r" b="b"/>
            <a:pathLst>
              <a:path w="4876799" h="3082924">
                <a:moveTo>
                  <a:pt x="0" y="0"/>
                </a:moveTo>
                <a:lnTo>
                  <a:pt x="4876799" y="0"/>
                </a:lnTo>
                <a:lnTo>
                  <a:pt x="4876799" y="3082924"/>
                </a:lnTo>
                <a:lnTo>
                  <a:pt x="0" y="3082924"/>
                </a:lnTo>
                <a:close/>
              </a:path>
            </a:pathLst>
          </a:custGeom>
          <a:solidFill>
            <a:schemeClr val="bg1">
              <a:lumMod val="95000"/>
            </a:schemeClr>
          </a:solidFill>
        </p:spPr>
        <p:txBody>
          <a:bodyPr wrap="square" anchor="ctr">
            <a:noAutofit/>
          </a:bodyPr>
          <a:lstStyle>
            <a:lvl1pPr marL="0" indent="0" algn="ctr">
              <a:buFontTx/>
              <a:buNone/>
              <a:defRPr/>
            </a:lvl1pPr>
          </a:lstStyle>
          <a:p>
            <a:endParaRPr lang="en-ID"/>
          </a:p>
        </p:txBody>
      </p:sp>
      <p:sp>
        <p:nvSpPr>
          <p:cNvPr id="19" name="Rectangle: Rounded Corners 67">
            <a:extLst>
              <a:ext uri="{FF2B5EF4-FFF2-40B4-BE49-F238E27FC236}">
                <a16:creationId xmlns:a16="http://schemas.microsoft.com/office/drawing/2014/main" id="{8C3DDA7F-282E-086A-FABF-5A5597CB6B07}"/>
              </a:ext>
              <a:ext uri="{C183D7F6-B498-43B3-948B-1728B52AA6E4}">
                <adec:decorative xmlns:adec="http://schemas.microsoft.com/office/drawing/2017/decorative" val="1"/>
              </a:ext>
            </a:extLst>
          </p:cNvPr>
          <p:cNvSpPr/>
          <p:nvPr userDrawn="1"/>
        </p:nvSpPr>
        <p:spPr>
          <a:xfrm>
            <a:off x="6780029" y="1591034"/>
            <a:ext cx="4822694" cy="1093924"/>
          </a:xfrm>
          <a:prstGeom prst="roundRect">
            <a:avLst>
              <a:gd name="adj" fmla="val 822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j-lt"/>
              <a:cs typeface="Arial" panose="020B0604020202020204" pitchFamily="34" charset="0"/>
            </a:endParaRPr>
          </a:p>
        </p:txBody>
      </p:sp>
      <p:sp>
        <p:nvSpPr>
          <p:cNvPr id="20" name="Rectangle: Rounded Corners 71">
            <a:extLst>
              <a:ext uri="{FF2B5EF4-FFF2-40B4-BE49-F238E27FC236}">
                <a16:creationId xmlns:a16="http://schemas.microsoft.com/office/drawing/2014/main" id="{FA49A3B5-5C27-3346-22AD-63731441DD11}"/>
              </a:ext>
              <a:ext uri="{C183D7F6-B498-43B3-948B-1728B52AA6E4}">
                <adec:decorative xmlns:adec="http://schemas.microsoft.com/office/drawing/2017/decorative" val="1"/>
              </a:ext>
            </a:extLst>
          </p:cNvPr>
          <p:cNvSpPr/>
          <p:nvPr userDrawn="1"/>
        </p:nvSpPr>
        <p:spPr>
          <a:xfrm flipH="1">
            <a:off x="6464319" y="1816112"/>
            <a:ext cx="643768" cy="643768"/>
          </a:xfrm>
          <a:prstGeom prst="roundRect">
            <a:avLst>
              <a:gd name="adj" fmla="val 10288"/>
            </a:avLst>
          </a:prstGeom>
          <a:solidFill>
            <a:schemeClr val="accent1"/>
          </a:solidFill>
          <a:ln w="25400">
            <a:solidFill>
              <a:schemeClr val="bg1"/>
            </a:solid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tx1">
                  <a:lumMod val="75000"/>
                  <a:lumOff val="25000"/>
                </a:schemeClr>
              </a:solidFill>
              <a:latin typeface="+mj-lt"/>
              <a:cs typeface="Arial" panose="020B0604020202020204" pitchFamily="34" charset="0"/>
            </a:endParaRPr>
          </a:p>
        </p:txBody>
      </p:sp>
      <p:sp>
        <p:nvSpPr>
          <p:cNvPr id="21" name="Text Placeholder 9">
            <a:extLst>
              <a:ext uri="{FF2B5EF4-FFF2-40B4-BE49-F238E27FC236}">
                <a16:creationId xmlns:a16="http://schemas.microsoft.com/office/drawing/2014/main" id="{C981EA71-6C4C-26C6-A98E-9DAEFB3F01D6}"/>
              </a:ext>
            </a:extLst>
          </p:cNvPr>
          <p:cNvSpPr>
            <a:spLocks noGrp="1"/>
          </p:cNvSpPr>
          <p:nvPr>
            <p:ph type="body" sz="quarter" idx="20" hasCustomPrompt="1"/>
          </p:nvPr>
        </p:nvSpPr>
        <p:spPr>
          <a:xfrm>
            <a:off x="6572843" y="1948116"/>
            <a:ext cx="461986" cy="379760"/>
          </a:xfrm>
        </p:spPr>
        <p:txBody>
          <a:bodyPr>
            <a:noAutofit/>
          </a:bodyPr>
          <a:lstStyle>
            <a:lvl1pPr marL="0" indent="0" algn="ctr">
              <a:buNone/>
              <a:defRPr sz="24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a:t>
            </a:r>
          </a:p>
        </p:txBody>
      </p:sp>
      <p:sp>
        <p:nvSpPr>
          <p:cNvPr id="22" name="Text Placeholder 9">
            <a:extLst>
              <a:ext uri="{FF2B5EF4-FFF2-40B4-BE49-F238E27FC236}">
                <a16:creationId xmlns:a16="http://schemas.microsoft.com/office/drawing/2014/main" id="{96B3D282-E753-CA06-D15A-8E4251676BFC}"/>
              </a:ext>
            </a:extLst>
          </p:cNvPr>
          <p:cNvSpPr>
            <a:spLocks noGrp="1"/>
          </p:cNvSpPr>
          <p:nvPr>
            <p:ph type="body" sz="quarter" idx="24" hasCustomPrompt="1"/>
          </p:nvPr>
        </p:nvSpPr>
        <p:spPr>
          <a:xfrm>
            <a:off x="7273599" y="1748201"/>
            <a:ext cx="4127420" cy="779590"/>
          </a:xfrm>
        </p:spPr>
        <p:txBody>
          <a:bodyPr anchor="ctr" anchorCtr="0">
            <a:noAutofit/>
          </a:bodyPr>
          <a:lstStyle>
            <a:lvl1pPr marL="0" indent="0">
              <a:buNone/>
              <a:defRPr sz="18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Subhead here</a:t>
            </a:r>
          </a:p>
        </p:txBody>
      </p:sp>
      <p:sp>
        <p:nvSpPr>
          <p:cNvPr id="23" name="Rectangle: Rounded Corners 67">
            <a:extLst>
              <a:ext uri="{FF2B5EF4-FFF2-40B4-BE49-F238E27FC236}">
                <a16:creationId xmlns:a16="http://schemas.microsoft.com/office/drawing/2014/main" id="{4F9B89A2-6D14-58C0-5A2D-CB853485A765}"/>
              </a:ext>
              <a:ext uri="{C183D7F6-B498-43B3-948B-1728B52AA6E4}">
                <adec:decorative xmlns:adec="http://schemas.microsoft.com/office/drawing/2017/decorative" val="1"/>
              </a:ext>
            </a:extLst>
          </p:cNvPr>
          <p:cNvSpPr/>
          <p:nvPr userDrawn="1"/>
        </p:nvSpPr>
        <p:spPr>
          <a:xfrm>
            <a:off x="6777318" y="2953068"/>
            <a:ext cx="4822694" cy="1093924"/>
          </a:xfrm>
          <a:prstGeom prst="roundRect">
            <a:avLst>
              <a:gd name="adj" fmla="val 822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j-lt"/>
              <a:cs typeface="Arial" panose="020B0604020202020204" pitchFamily="34" charset="0"/>
            </a:endParaRPr>
          </a:p>
        </p:txBody>
      </p:sp>
      <p:sp>
        <p:nvSpPr>
          <p:cNvPr id="25" name="Rectangle: Rounded Corners 71">
            <a:extLst>
              <a:ext uri="{FF2B5EF4-FFF2-40B4-BE49-F238E27FC236}">
                <a16:creationId xmlns:a16="http://schemas.microsoft.com/office/drawing/2014/main" id="{2F3A22C8-B6E1-F424-4BB0-A541A76AB115}"/>
              </a:ext>
              <a:ext uri="{C183D7F6-B498-43B3-948B-1728B52AA6E4}">
                <adec:decorative xmlns:adec="http://schemas.microsoft.com/office/drawing/2017/decorative" val="1"/>
              </a:ext>
            </a:extLst>
          </p:cNvPr>
          <p:cNvSpPr/>
          <p:nvPr userDrawn="1"/>
        </p:nvSpPr>
        <p:spPr>
          <a:xfrm flipH="1">
            <a:off x="6461608" y="3178146"/>
            <a:ext cx="643768" cy="643768"/>
          </a:xfrm>
          <a:prstGeom prst="roundRect">
            <a:avLst>
              <a:gd name="adj" fmla="val 10288"/>
            </a:avLst>
          </a:prstGeom>
          <a:solidFill>
            <a:schemeClr val="accent1"/>
          </a:solidFill>
          <a:ln w="25400">
            <a:solidFill>
              <a:schemeClr val="bg1"/>
            </a:solid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tx1">
                  <a:lumMod val="75000"/>
                  <a:lumOff val="25000"/>
                </a:schemeClr>
              </a:solidFill>
              <a:latin typeface="+mj-lt"/>
              <a:cs typeface="Arial" panose="020B0604020202020204" pitchFamily="34" charset="0"/>
            </a:endParaRPr>
          </a:p>
        </p:txBody>
      </p:sp>
      <p:sp>
        <p:nvSpPr>
          <p:cNvPr id="28" name="Text Placeholder 9">
            <a:extLst>
              <a:ext uri="{FF2B5EF4-FFF2-40B4-BE49-F238E27FC236}">
                <a16:creationId xmlns:a16="http://schemas.microsoft.com/office/drawing/2014/main" id="{D20C562B-2FA2-F648-748D-17A04D18F21B}"/>
              </a:ext>
            </a:extLst>
          </p:cNvPr>
          <p:cNvSpPr>
            <a:spLocks noGrp="1"/>
          </p:cNvSpPr>
          <p:nvPr>
            <p:ph type="body" sz="quarter" idx="26" hasCustomPrompt="1"/>
          </p:nvPr>
        </p:nvSpPr>
        <p:spPr>
          <a:xfrm>
            <a:off x="6570132" y="3310150"/>
            <a:ext cx="461986" cy="379760"/>
          </a:xfrm>
        </p:spPr>
        <p:txBody>
          <a:bodyPr>
            <a:noAutofit/>
          </a:bodyPr>
          <a:lstStyle>
            <a:lvl1pPr marL="0" indent="0" algn="ctr">
              <a:buNone/>
              <a:defRPr sz="24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a:t>
            </a:r>
          </a:p>
        </p:txBody>
      </p:sp>
      <p:sp>
        <p:nvSpPr>
          <p:cNvPr id="29" name="Text Placeholder 9">
            <a:extLst>
              <a:ext uri="{FF2B5EF4-FFF2-40B4-BE49-F238E27FC236}">
                <a16:creationId xmlns:a16="http://schemas.microsoft.com/office/drawing/2014/main" id="{ADABD72B-3582-480E-F8BC-9A39F12D7C15}"/>
              </a:ext>
            </a:extLst>
          </p:cNvPr>
          <p:cNvSpPr>
            <a:spLocks noGrp="1"/>
          </p:cNvSpPr>
          <p:nvPr>
            <p:ph type="body" sz="quarter" idx="27" hasCustomPrompt="1"/>
          </p:nvPr>
        </p:nvSpPr>
        <p:spPr>
          <a:xfrm>
            <a:off x="7270888" y="3110235"/>
            <a:ext cx="4127420" cy="779590"/>
          </a:xfrm>
        </p:spPr>
        <p:txBody>
          <a:bodyPr anchor="ctr" anchorCtr="0">
            <a:noAutofit/>
          </a:bodyPr>
          <a:lstStyle>
            <a:lvl1pPr marL="0" indent="0">
              <a:buNone/>
              <a:defRPr sz="18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Subhead here</a:t>
            </a:r>
          </a:p>
        </p:txBody>
      </p:sp>
      <p:sp>
        <p:nvSpPr>
          <p:cNvPr id="30" name="Rectangle: Rounded Corners 67">
            <a:extLst>
              <a:ext uri="{FF2B5EF4-FFF2-40B4-BE49-F238E27FC236}">
                <a16:creationId xmlns:a16="http://schemas.microsoft.com/office/drawing/2014/main" id="{16D67D7B-E576-DDAB-7519-96A53189A1DA}"/>
              </a:ext>
              <a:ext uri="{C183D7F6-B498-43B3-948B-1728B52AA6E4}">
                <adec:decorative xmlns:adec="http://schemas.microsoft.com/office/drawing/2017/decorative" val="1"/>
              </a:ext>
            </a:extLst>
          </p:cNvPr>
          <p:cNvSpPr/>
          <p:nvPr userDrawn="1"/>
        </p:nvSpPr>
        <p:spPr>
          <a:xfrm>
            <a:off x="6777318" y="4315102"/>
            <a:ext cx="4822694" cy="1093924"/>
          </a:xfrm>
          <a:prstGeom prst="roundRect">
            <a:avLst>
              <a:gd name="adj" fmla="val 822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j-lt"/>
              <a:cs typeface="Arial" panose="020B0604020202020204" pitchFamily="34" charset="0"/>
            </a:endParaRPr>
          </a:p>
        </p:txBody>
      </p:sp>
      <p:sp>
        <p:nvSpPr>
          <p:cNvPr id="31" name="Rectangle: Rounded Corners 71">
            <a:extLst>
              <a:ext uri="{FF2B5EF4-FFF2-40B4-BE49-F238E27FC236}">
                <a16:creationId xmlns:a16="http://schemas.microsoft.com/office/drawing/2014/main" id="{0242C270-7AB7-EF51-336E-DEC42ADC9108}"/>
              </a:ext>
              <a:ext uri="{C183D7F6-B498-43B3-948B-1728B52AA6E4}">
                <adec:decorative xmlns:adec="http://schemas.microsoft.com/office/drawing/2017/decorative" val="1"/>
              </a:ext>
            </a:extLst>
          </p:cNvPr>
          <p:cNvSpPr/>
          <p:nvPr userDrawn="1"/>
        </p:nvSpPr>
        <p:spPr>
          <a:xfrm flipH="1">
            <a:off x="6461608" y="4540180"/>
            <a:ext cx="643768" cy="643768"/>
          </a:xfrm>
          <a:prstGeom prst="roundRect">
            <a:avLst>
              <a:gd name="adj" fmla="val 10288"/>
            </a:avLst>
          </a:prstGeom>
          <a:solidFill>
            <a:schemeClr val="accent1"/>
          </a:solidFill>
          <a:ln w="25400">
            <a:solidFill>
              <a:schemeClr val="bg1"/>
            </a:solid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tx1">
                  <a:lumMod val="75000"/>
                  <a:lumOff val="25000"/>
                </a:schemeClr>
              </a:solidFill>
              <a:latin typeface="+mj-lt"/>
              <a:cs typeface="Arial" panose="020B0604020202020204" pitchFamily="34" charset="0"/>
            </a:endParaRPr>
          </a:p>
        </p:txBody>
      </p:sp>
      <p:sp>
        <p:nvSpPr>
          <p:cNvPr id="32" name="Text Placeholder 9">
            <a:extLst>
              <a:ext uri="{FF2B5EF4-FFF2-40B4-BE49-F238E27FC236}">
                <a16:creationId xmlns:a16="http://schemas.microsoft.com/office/drawing/2014/main" id="{F3A7CD18-7C6B-EB47-2B8B-9871A6A45145}"/>
              </a:ext>
            </a:extLst>
          </p:cNvPr>
          <p:cNvSpPr>
            <a:spLocks noGrp="1"/>
          </p:cNvSpPr>
          <p:nvPr>
            <p:ph type="body" sz="quarter" idx="28" hasCustomPrompt="1"/>
          </p:nvPr>
        </p:nvSpPr>
        <p:spPr>
          <a:xfrm>
            <a:off x="6570132" y="4672184"/>
            <a:ext cx="461986" cy="379760"/>
          </a:xfrm>
        </p:spPr>
        <p:txBody>
          <a:bodyPr>
            <a:noAutofit/>
          </a:bodyPr>
          <a:lstStyle>
            <a:lvl1pPr marL="0" indent="0" algn="ctr">
              <a:buNone/>
              <a:defRPr sz="24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a:t>
            </a:r>
          </a:p>
        </p:txBody>
      </p:sp>
      <p:sp>
        <p:nvSpPr>
          <p:cNvPr id="33" name="Text Placeholder 9">
            <a:extLst>
              <a:ext uri="{FF2B5EF4-FFF2-40B4-BE49-F238E27FC236}">
                <a16:creationId xmlns:a16="http://schemas.microsoft.com/office/drawing/2014/main" id="{20B60AB1-6A9A-6496-1E6B-D16D4DA4AF27}"/>
              </a:ext>
            </a:extLst>
          </p:cNvPr>
          <p:cNvSpPr>
            <a:spLocks noGrp="1"/>
          </p:cNvSpPr>
          <p:nvPr>
            <p:ph type="body" sz="quarter" idx="29" hasCustomPrompt="1"/>
          </p:nvPr>
        </p:nvSpPr>
        <p:spPr>
          <a:xfrm>
            <a:off x="7270888" y="4472269"/>
            <a:ext cx="4127420" cy="779590"/>
          </a:xfrm>
        </p:spPr>
        <p:txBody>
          <a:bodyPr anchor="ctr" anchorCtr="0">
            <a:noAutofit/>
          </a:bodyPr>
          <a:lstStyle>
            <a:lvl1pPr marL="0" indent="0">
              <a:buNone/>
              <a:defRPr sz="18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Subhead here</a:t>
            </a:r>
          </a:p>
        </p:txBody>
      </p:sp>
      <p:sp>
        <p:nvSpPr>
          <p:cNvPr id="2" name="Slide Number Placeholder 16">
            <a:extLst>
              <a:ext uri="{FF2B5EF4-FFF2-40B4-BE49-F238E27FC236}">
                <a16:creationId xmlns:a16="http://schemas.microsoft.com/office/drawing/2014/main" id="{49E62493-2F56-6CCB-D11F-E90250DDB07A}"/>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86B94E7-6EF7-3E44-A23E-BD0C24C6905F}"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77B17248-0DA4-2C1C-6A51-79ADD0300C81}"/>
              </a:ext>
            </a:extLst>
          </p:cNvPr>
          <p:cNvPicPr>
            <a:picLocks noChangeAspect="1"/>
          </p:cNvPicPr>
          <p:nvPr userDrawn="1"/>
        </p:nvPicPr>
        <p:blipFill>
          <a:blip r:embed="rId4"/>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19692631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Laptop 2">
    <p:bg>
      <p:bgPr>
        <a:solidFill>
          <a:schemeClr val="bg1"/>
        </a:solidFill>
        <a:effectLst/>
      </p:bgPr>
    </p:bg>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1A18C6FE-4A82-D5ED-9210-D161EDD0E3E2}"/>
              </a:ext>
            </a:extLst>
          </p:cNvPr>
          <p:cNvSpPr>
            <a:spLocks noGrp="1"/>
          </p:cNvSpPr>
          <p:nvPr>
            <p:ph type="title" hasCustomPrompt="1"/>
          </p:nvPr>
        </p:nvSpPr>
        <p:spPr>
          <a:xfrm>
            <a:off x="731520" y="457200"/>
            <a:ext cx="10698480" cy="640080"/>
          </a:xfrm>
        </p:spPr>
        <p:txBody>
          <a:bodyPr lIns="0"/>
          <a:lstStyle>
            <a:lvl1pPr>
              <a:defRPr b="1" i="0">
                <a:solidFill>
                  <a:schemeClr val="tx2"/>
                </a:solidFill>
              </a:defRPr>
            </a:lvl1pPr>
          </a:lstStyle>
          <a:p>
            <a:r>
              <a:rPr lang="en-US"/>
              <a:t>Click to edit title</a:t>
            </a:r>
          </a:p>
        </p:txBody>
      </p:sp>
      <p:sp>
        <p:nvSpPr>
          <p:cNvPr id="33" name="Text Placeholder 16">
            <a:extLst>
              <a:ext uri="{FF2B5EF4-FFF2-40B4-BE49-F238E27FC236}">
                <a16:creationId xmlns:a16="http://schemas.microsoft.com/office/drawing/2014/main" id="{637D29CA-12E1-9355-6392-87BB869740F9}"/>
              </a:ext>
            </a:extLst>
          </p:cNvPr>
          <p:cNvSpPr>
            <a:spLocks noGrp="1"/>
          </p:cNvSpPr>
          <p:nvPr>
            <p:ph type="body" sz="quarter" idx="18" hasCustomPrompt="1"/>
          </p:nvPr>
        </p:nvSpPr>
        <p:spPr>
          <a:xfrm>
            <a:off x="731517" y="1188720"/>
            <a:ext cx="4023360" cy="5029200"/>
          </a:xfrm>
          <a:prstGeom prst="rect">
            <a:avLst/>
          </a:prstGeom>
        </p:spPr>
        <p:txBody>
          <a:bodyPr anchor="t">
            <a:noAutofit/>
          </a:bodyPr>
          <a:lstStyle>
            <a:lvl1pPr marL="0" indent="0" algn="l">
              <a:buNone/>
              <a:defRPr sz="2000" b="0" i="0">
                <a:solidFill>
                  <a:schemeClr val="tx2"/>
                </a:solidFill>
                <a:latin typeface="Franklin Gothic Book" panose="020B0503020102020204" pitchFamily="34" charset="0"/>
                <a:cs typeface="Arial" panose="020B0604020202020204" pitchFamily="34" charset="0"/>
              </a:defRPr>
            </a:lvl1pPr>
          </a:lstStyle>
          <a:p>
            <a:pPr lvl="0"/>
            <a:r>
              <a:rPr lang="en-US"/>
              <a:t>Click to edit text</a:t>
            </a:r>
          </a:p>
        </p:txBody>
      </p:sp>
      <p:pic>
        <p:nvPicPr>
          <p:cNvPr id="52" name="Graphic 51" descr="Laptop">
            <a:extLst>
              <a:ext uri="{FF2B5EF4-FFF2-40B4-BE49-F238E27FC236}">
                <a16:creationId xmlns:a16="http://schemas.microsoft.com/office/drawing/2014/main" id="{B9A17702-3E2D-D883-23F4-2C1929B510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911316" y="1558137"/>
            <a:ext cx="7111232" cy="4148122"/>
          </a:xfrm>
          <a:prstGeom prst="rect">
            <a:avLst/>
          </a:prstGeom>
        </p:spPr>
      </p:pic>
      <p:sp>
        <p:nvSpPr>
          <p:cNvPr id="5" name="Content Placeholder 4">
            <a:extLst>
              <a:ext uri="{FF2B5EF4-FFF2-40B4-BE49-F238E27FC236}">
                <a16:creationId xmlns:a16="http://schemas.microsoft.com/office/drawing/2014/main" id="{AFBD9E8C-DBF1-E4EC-EE9A-BEC05D245F4D}"/>
              </a:ext>
            </a:extLst>
          </p:cNvPr>
          <p:cNvSpPr>
            <a:spLocks noGrp="1"/>
          </p:cNvSpPr>
          <p:nvPr>
            <p:ph sz="quarter" idx="28" hasCustomPrompt="1"/>
          </p:nvPr>
        </p:nvSpPr>
        <p:spPr>
          <a:xfrm>
            <a:off x="5708680" y="1796585"/>
            <a:ext cx="5513138" cy="3523143"/>
          </a:xfrm>
          <a:solidFill>
            <a:schemeClr val="bg1"/>
          </a:solidFill>
        </p:spPr>
        <p:txBody>
          <a:bodyPr anchor="ctr">
            <a:normAutofit/>
          </a:bodyPr>
          <a:lstStyle>
            <a:lvl1pPr marL="0" indent="0" algn="ctr">
              <a:buNone/>
              <a:defRPr sz="1800">
                <a:solidFill>
                  <a:srgbClr val="636466"/>
                </a:solidFill>
              </a:defRPr>
            </a:lvl1pPr>
          </a:lstStyle>
          <a:p>
            <a:pPr lvl="0"/>
            <a:r>
              <a:rPr lang="en-US"/>
              <a:t>Add picture or video</a:t>
            </a:r>
          </a:p>
        </p:txBody>
      </p:sp>
      <p:sp>
        <p:nvSpPr>
          <p:cNvPr id="4" name="Slide Number Placeholder 16">
            <a:extLst>
              <a:ext uri="{FF2B5EF4-FFF2-40B4-BE49-F238E27FC236}">
                <a16:creationId xmlns:a16="http://schemas.microsoft.com/office/drawing/2014/main" id="{99CE88F2-F10D-25D9-B640-B9CF3B63C6D4}"/>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7727828-04DC-AC41-8E5E-9C4033A2ABFC}"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7" name="Picture 6" descr="Central Piedmont Community College logo icon">
            <a:extLst>
              <a:ext uri="{FF2B5EF4-FFF2-40B4-BE49-F238E27FC236}">
                <a16:creationId xmlns:a16="http://schemas.microsoft.com/office/drawing/2014/main" id="{AFFB2258-E23A-A193-74F5-2B880CDAB712}"/>
              </a:ext>
            </a:extLst>
          </p:cNvPr>
          <p:cNvPicPr>
            <a:picLocks noChangeAspect="1"/>
          </p:cNvPicPr>
          <p:nvPr userDrawn="1"/>
        </p:nvPicPr>
        <p:blipFill>
          <a:blip r:embed="rId4"/>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2806313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Media 1">
    <p:bg>
      <p:bgPr>
        <a:solidFill>
          <a:schemeClr val="bg1"/>
        </a:solidFill>
        <a:effectLst/>
      </p:bgPr>
    </p:bg>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886FDF26-0F9F-1F8B-A35D-3C9EB15AEAD1}"/>
              </a:ext>
            </a:extLst>
          </p:cNvPr>
          <p:cNvSpPr>
            <a:spLocks noGrp="1"/>
          </p:cNvSpPr>
          <p:nvPr>
            <p:ph type="title" hasCustomPrompt="1"/>
          </p:nvPr>
        </p:nvSpPr>
        <p:spPr>
          <a:xfrm>
            <a:off x="731520" y="2468880"/>
            <a:ext cx="2377440" cy="1828800"/>
          </a:xfrm>
          <a:prstGeom prst="rect">
            <a:avLst/>
          </a:prstGeom>
        </p:spPr>
        <p:txBody>
          <a:bodyPr vert="horz" lIns="0" tIns="0" rIns="0" bIns="0" rtlCol="0" anchor="ctr">
            <a:normAutofit/>
          </a:bodyPr>
          <a:lstStyle>
            <a:lvl1pPr algn="l">
              <a:defRPr sz="2800" b="1" i="0">
                <a:solidFill>
                  <a:schemeClr val="tx2"/>
                </a:solidFill>
              </a:defRPr>
            </a:lvl1pPr>
          </a:lstStyle>
          <a:p>
            <a:r>
              <a:rPr lang="en-US"/>
              <a:t>Click to add video title</a:t>
            </a:r>
          </a:p>
        </p:txBody>
      </p:sp>
      <p:sp>
        <p:nvSpPr>
          <p:cNvPr id="20" name="Media Placeholder 10">
            <a:extLst>
              <a:ext uri="{FF2B5EF4-FFF2-40B4-BE49-F238E27FC236}">
                <a16:creationId xmlns:a16="http://schemas.microsoft.com/office/drawing/2014/main" id="{03FCC19D-6347-C3F6-8AAD-E1034AE8A6C8}"/>
              </a:ext>
            </a:extLst>
          </p:cNvPr>
          <p:cNvSpPr>
            <a:spLocks noGrp="1"/>
          </p:cNvSpPr>
          <p:nvPr>
            <p:ph type="media" sz="quarter" idx="10" hasCustomPrompt="1"/>
          </p:nvPr>
        </p:nvSpPr>
        <p:spPr>
          <a:xfrm>
            <a:off x="3390900" y="1339453"/>
            <a:ext cx="7429500" cy="4179094"/>
          </a:xfrm>
          <a:prstGeom prst="roundRect">
            <a:avLst>
              <a:gd name="adj" fmla="val 5585"/>
            </a:avLst>
          </a:pr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l">
              <a:buNone/>
              <a:defRPr lang="en-US" sz="1800" b="0" i="0" dirty="0">
                <a:solidFill>
                  <a:schemeClr val="tx2"/>
                </a:solidFill>
                <a:latin typeface="Franklin Gothic Book" panose="020B0503020102020204" pitchFamily="34" charset="0"/>
                <a:cs typeface="Arial" panose="020B0604020202020204" pitchFamily="34" charset="0"/>
              </a:defRPr>
            </a:lvl1pPr>
          </a:lstStyle>
          <a:p>
            <a:pPr marL="0" lvl="0" algn="ctr"/>
            <a:r>
              <a:rPr lang="en-US"/>
              <a:t>Click icon to add video</a:t>
            </a:r>
          </a:p>
        </p:txBody>
      </p:sp>
      <p:sp>
        <p:nvSpPr>
          <p:cNvPr id="3" name="Slide Number Placeholder 16">
            <a:extLst>
              <a:ext uri="{FF2B5EF4-FFF2-40B4-BE49-F238E27FC236}">
                <a16:creationId xmlns:a16="http://schemas.microsoft.com/office/drawing/2014/main" id="{61104210-176C-3DCB-6617-7973EFD89AAF}"/>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FA1F031-9A44-3B40-9543-05DE35E83A42}"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140EE7D2-495D-FADE-EB15-0B0270892FE5}"/>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05828428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Media 2">
    <p:bg>
      <p:bgPr>
        <a:solidFill>
          <a:schemeClr val="bg1"/>
        </a:solidFill>
        <a:effectLst/>
      </p:bgPr>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688FD3B3-6840-CAD3-2060-F75B332795B6}"/>
              </a:ext>
            </a:extLst>
          </p:cNvPr>
          <p:cNvSpPr>
            <a:spLocks noGrp="1"/>
          </p:cNvSpPr>
          <p:nvPr>
            <p:ph type="title" hasCustomPrompt="1"/>
          </p:nvPr>
        </p:nvSpPr>
        <p:spPr>
          <a:xfrm>
            <a:off x="731520" y="2468880"/>
            <a:ext cx="2377440" cy="1828800"/>
          </a:xfrm>
          <a:prstGeom prst="rect">
            <a:avLst/>
          </a:prstGeom>
        </p:spPr>
        <p:txBody>
          <a:bodyPr vert="horz" lIns="0" tIns="0" rIns="0" bIns="0" rtlCol="0" anchor="ctr">
            <a:normAutofit/>
          </a:bodyPr>
          <a:lstStyle>
            <a:lvl1pPr algn="l">
              <a:defRPr sz="2800" b="1" i="0">
                <a:solidFill>
                  <a:schemeClr val="tx2"/>
                </a:solidFill>
              </a:defRPr>
            </a:lvl1pPr>
          </a:lstStyle>
          <a:p>
            <a:r>
              <a:rPr lang="en-US"/>
              <a:t>Click to add video title</a:t>
            </a:r>
          </a:p>
        </p:txBody>
      </p:sp>
      <p:sp>
        <p:nvSpPr>
          <p:cNvPr id="4" name="Media Placeholder 10">
            <a:extLst>
              <a:ext uri="{FF2B5EF4-FFF2-40B4-BE49-F238E27FC236}">
                <a16:creationId xmlns:a16="http://schemas.microsoft.com/office/drawing/2014/main" id="{430D6765-6EAE-D02E-FD1D-772EAA9A38EE}"/>
              </a:ext>
            </a:extLst>
          </p:cNvPr>
          <p:cNvSpPr>
            <a:spLocks noGrp="1"/>
          </p:cNvSpPr>
          <p:nvPr>
            <p:ph type="media" sz="quarter" idx="10" hasCustomPrompt="1"/>
          </p:nvPr>
        </p:nvSpPr>
        <p:spPr>
          <a:xfrm>
            <a:off x="3390899" y="860568"/>
            <a:ext cx="7429500" cy="4179094"/>
          </a:xfrm>
          <a:prstGeom prst="roundRect">
            <a:avLst>
              <a:gd name="adj" fmla="val 5585"/>
            </a:avLst>
          </a:pr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0" indent="0">
              <a:buNone/>
              <a:defRPr lang="en-US" sz="1800" b="0" i="0" dirty="0">
                <a:solidFill>
                  <a:schemeClr val="tx2"/>
                </a:solidFill>
                <a:latin typeface="Franklin Gothic Book" panose="020B0503020102020204" pitchFamily="34" charset="0"/>
                <a:cs typeface="Arial" panose="020B0604020202020204" pitchFamily="34" charset="0"/>
              </a:defRPr>
            </a:lvl1pPr>
          </a:lstStyle>
          <a:p>
            <a:pPr marL="0" lvl="0" algn="ctr"/>
            <a:r>
              <a:rPr lang="en-US"/>
              <a:t>Click icon to add video</a:t>
            </a:r>
          </a:p>
        </p:txBody>
      </p:sp>
      <p:sp>
        <p:nvSpPr>
          <p:cNvPr id="3" name="Text Placeholder 2">
            <a:extLst>
              <a:ext uri="{FF2B5EF4-FFF2-40B4-BE49-F238E27FC236}">
                <a16:creationId xmlns:a16="http://schemas.microsoft.com/office/drawing/2014/main" id="{B5F07887-5D18-84B1-0CDC-B3D7B3BA8CD3}"/>
              </a:ext>
            </a:extLst>
          </p:cNvPr>
          <p:cNvSpPr>
            <a:spLocks noGrp="1"/>
          </p:cNvSpPr>
          <p:nvPr>
            <p:ph type="body" sz="quarter" idx="16" hasCustomPrompt="1"/>
          </p:nvPr>
        </p:nvSpPr>
        <p:spPr>
          <a:xfrm>
            <a:off x="3945823" y="5054465"/>
            <a:ext cx="6319653" cy="857250"/>
          </a:xfrm>
          <a:prstGeom prst="rect">
            <a:avLst/>
          </a:prstGeom>
        </p:spPr>
        <p:txBody>
          <a:bodyPr anchor="b">
            <a:normAutofit/>
          </a:bodyPr>
          <a:lstStyle>
            <a:lvl1pPr marL="0" indent="0" algn="ctr">
              <a:buNone/>
              <a:defRPr sz="1800" b="0" i="0">
                <a:solidFill>
                  <a:schemeClr val="tx2"/>
                </a:solidFill>
                <a:latin typeface="Franklin Gothic Book" panose="020B0503020102020204" pitchFamily="34" charset="0"/>
              </a:defRPr>
            </a:lvl1pPr>
          </a:lstStyle>
          <a:p>
            <a:pPr lvl="0"/>
            <a:r>
              <a:rPr lang="en-US"/>
              <a:t>Click to edit image caption</a:t>
            </a:r>
          </a:p>
        </p:txBody>
      </p:sp>
      <p:sp>
        <p:nvSpPr>
          <p:cNvPr id="2" name="Slide Number Placeholder 16">
            <a:extLst>
              <a:ext uri="{FF2B5EF4-FFF2-40B4-BE49-F238E27FC236}">
                <a16:creationId xmlns:a16="http://schemas.microsoft.com/office/drawing/2014/main" id="{DAD3B95B-1C35-20EF-CC69-FFC513367054}"/>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33CC774-9EE2-8C45-A059-6E5A44BE049D}"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8" name="Picture 7" descr="Central Piedmont Community College logo icon">
            <a:extLst>
              <a:ext uri="{FF2B5EF4-FFF2-40B4-BE49-F238E27FC236}">
                <a16:creationId xmlns:a16="http://schemas.microsoft.com/office/drawing/2014/main" id="{CF13127F-394E-9D95-FB15-F56125A3D25F}"/>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09373156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Media 3 - white">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064393-4D7D-F9D8-DA92-10E9241D6B3E}"/>
              </a:ext>
            </a:extLst>
          </p:cNvPr>
          <p:cNvSpPr>
            <a:spLocks noGrp="1"/>
          </p:cNvSpPr>
          <p:nvPr>
            <p:ph type="title" hasCustomPrompt="1"/>
          </p:nvPr>
        </p:nvSpPr>
        <p:spPr>
          <a:xfrm>
            <a:off x="731520" y="-731520"/>
            <a:ext cx="10698480" cy="640080"/>
          </a:xfrm>
        </p:spPr>
        <p:txBody>
          <a:bodyPr lIns="0"/>
          <a:lstStyle>
            <a:lvl1pPr>
              <a:defRPr b="1" i="0">
                <a:solidFill>
                  <a:schemeClr val="tx2"/>
                </a:solidFill>
              </a:defRPr>
            </a:lvl1pPr>
          </a:lstStyle>
          <a:p>
            <a:r>
              <a:rPr lang="en-US"/>
              <a:t>Add title for a screen reader</a:t>
            </a:r>
          </a:p>
        </p:txBody>
      </p:sp>
      <p:sp>
        <p:nvSpPr>
          <p:cNvPr id="3" name="Picture Placeholder 8">
            <a:extLst>
              <a:ext uri="{FF2B5EF4-FFF2-40B4-BE49-F238E27FC236}">
                <a16:creationId xmlns:a16="http://schemas.microsoft.com/office/drawing/2014/main" id="{67503B44-91B6-964A-D901-A8C8D662FE6A}"/>
              </a:ext>
            </a:extLst>
          </p:cNvPr>
          <p:cNvSpPr>
            <a:spLocks noGrp="1"/>
          </p:cNvSpPr>
          <p:nvPr>
            <p:ph type="pic" sz="quarter" idx="11"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dirty="0"/>
              <a:t>Click icon to add background image</a:t>
            </a:r>
          </a:p>
        </p:txBody>
      </p:sp>
      <p:sp>
        <p:nvSpPr>
          <p:cNvPr id="4" name="Text Placeholder 2">
            <a:extLst>
              <a:ext uri="{FF2B5EF4-FFF2-40B4-BE49-F238E27FC236}">
                <a16:creationId xmlns:a16="http://schemas.microsoft.com/office/drawing/2014/main" id="{105A5AE2-3A67-E694-335C-D2E94F3AB4CB}"/>
              </a:ext>
            </a:extLst>
          </p:cNvPr>
          <p:cNvSpPr>
            <a:spLocks noGrp="1"/>
          </p:cNvSpPr>
          <p:nvPr>
            <p:ph type="body" sz="quarter" idx="16" hasCustomPrompt="1"/>
          </p:nvPr>
        </p:nvSpPr>
        <p:spPr>
          <a:xfrm>
            <a:off x="359550" y="5327431"/>
            <a:ext cx="4512365" cy="857250"/>
          </a:xfrm>
          <a:prstGeom prst="rect">
            <a:avLst/>
          </a:prstGeom>
        </p:spPr>
        <p:txBody>
          <a:bodyPr anchor="b">
            <a:normAutofit/>
          </a:bodyPr>
          <a:lstStyle>
            <a:lvl1pPr marL="0" indent="0" algn="l">
              <a:buNone/>
              <a:defRPr sz="1800" b="0" i="0">
                <a:solidFill>
                  <a:schemeClr val="tx1"/>
                </a:solidFill>
                <a:latin typeface="Franklin Gothic Medium" panose="020B0603020102020204" pitchFamily="34" charset="0"/>
              </a:defRPr>
            </a:lvl1pPr>
          </a:lstStyle>
          <a:p>
            <a:pPr lvl="0"/>
            <a:r>
              <a:rPr lang="en-US"/>
              <a:t>Click to edit image caption</a:t>
            </a:r>
          </a:p>
        </p:txBody>
      </p:sp>
      <p:sp>
        <p:nvSpPr>
          <p:cNvPr id="7" name="Slide Number Placeholder 16">
            <a:extLst>
              <a:ext uri="{FF2B5EF4-FFF2-40B4-BE49-F238E27FC236}">
                <a16:creationId xmlns:a16="http://schemas.microsoft.com/office/drawing/2014/main" id="{30107F8F-5290-808B-D6AE-982E4F022879}"/>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EB53675-37E9-2547-BB36-DBF2F9FEB0FF}"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8" name="Picture 7" descr="Central Piedmont Community College logo icon">
            <a:extLst>
              <a:ext uri="{FF2B5EF4-FFF2-40B4-BE49-F238E27FC236}">
                <a16:creationId xmlns:a16="http://schemas.microsoft.com/office/drawing/2014/main" id="{B4CA5F66-B696-97D0-28C9-FF05D3A25BF0}"/>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28878280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Media 3 - gray">
    <p:bg>
      <p:bgPr>
        <a:solidFill>
          <a:schemeClr val="tx2"/>
        </a:solidFill>
        <a:effectLst/>
      </p:bgPr>
    </p:bg>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4699A674-D28D-E52B-9EB3-FD83ACD77400}"/>
              </a:ext>
            </a:extLst>
          </p:cNvPr>
          <p:cNvSpPr>
            <a:spLocks noGrp="1"/>
          </p:cNvSpPr>
          <p:nvPr>
            <p:ph type="title" hasCustomPrompt="1"/>
          </p:nvPr>
        </p:nvSpPr>
        <p:spPr>
          <a:xfrm>
            <a:off x="731520" y="-731520"/>
            <a:ext cx="10698480" cy="640080"/>
          </a:xfrm>
        </p:spPr>
        <p:txBody>
          <a:bodyPr lIns="0"/>
          <a:lstStyle>
            <a:lvl1pPr>
              <a:defRPr b="1" i="0">
                <a:solidFill>
                  <a:schemeClr val="tx2"/>
                </a:solidFill>
              </a:defRPr>
            </a:lvl1pPr>
          </a:lstStyle>
          <a:p>
            <a:r>
              <a:rPr lang="en-US"/>
              <a:t>Add title for a screen reader</a:t>
            </a:r>
          </a:p>
        </p:txBody>
      </p:sp>
      <p:sp>
        <p:nvSpPr>
          <p:cNvPr id="8" name="Media Placeholder 7">
            <a:extLst>
              <a:ext uri="{FF2B5EF4-FFF2-40B4-BE49-F238E27FC236}">
                <a16:creationId xmlns:a16="http://schemas.microsoft.com/office/drawing/2014/main" id="{F8DC0202-EF07-C61E-CBB6-42D1F2A47577}"/>
              </a:ext>
            </a:extLst>
          </p:cNvPr>
          <p:cNvSpPr>
            <a:spLocks noGrp="1"/>
          </p:cNvSpPr>
          <p:nvPr>
            <p:ph type="media" sz="quarter" idx="13" hasCustomPrompt="1"/>
          </p:nvPr>
        </p:nvSpPr>
        <p:spPr>
          <a:xfrm>
            <a:off x="0" y="0"/>
            <a:ext cx="12192000" cy="6858000"/>
          </a:xfrm>
        </p:spPr>
        <p:txBody>
          <a:bodyPr anchor="ctr">
            <a:normAutofit/>
          </a:bodyPr>
          <a:lstStyle>
            <a:lvl1pPr marL="0" indent="0" algn="l">
              <a:buNone/>
              <a:defRPr sz="2000">
                <a:solidFill>
                  <a:schemeClr val="bg1"/>
                </a:solidFill>
              </a:defRPr>
            </a:lvl1pPr>
          </a:lstStyle>
          <a:p>
            <a:pPr marL="0" lvl="0" algn="ctr"/>
            <a:r>
              <a:rPr lang="en-US"/>
              <a:t>Click icon to add video</a:t>
            </a:r>
          </a:p>
        </p:txBody>
      </p:sp>
      <p:sp>
        <p:nvSpPr>
          <p:cNvPr id="5" name="Slide Number Placeholder 16">
            <a:extLst>
              <a:ext uri="{FF2B5EF4-FFF2-40B4-BE49-F238E27FC236}">
                <a16:creationId xmlns:a16="http://schemas.microsoft.com/office/drawing/2014/main" id="{0729F900-D68D-960A-CAC3-BCBDA6BD9967}"/>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335E395-F191-0D41-9AD0-91CAC04765D0}"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6" name="Picture 5" descr="Central Piedmont Community College logo icon">
            <a:extLst>
              <a:ext uri="{FF2B5EF4-FFF2-40B4-BE49-F238E27FC236}">
                <a16:creationId xmlns:a16="http://schemas.microsoft.com/office/drawing/2014/main" id="{35D32F3A-B1D0-FDB3-2FB3-B3E27357BCF9}"/>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33994843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Title w logo - gray">
    <p:bg>
      <p:bgPr>
        <a:solidFill>
          <a:schemeClr val="tx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E526CB-91EF-5AC1-41DB-6B4B0111F03B}"/>
              </a:ext>
              <a:ext uri="{C183D7F6-B498-43B3-948B-1728B52AA6E4}">
                <adec:decorative xmlns:adec="http://schemas.microsoft.com/office/drawing/2017/decorative" val="1"/>
              </a:ext>
            </a:extLst>
          </p:cNvPr>
          <p:cNvPicPr>
            <a:picLocks noChangeAspect="1"/>
          </p:cNvPicPr>
          <p:nvPr userDrawn="1"/>
        </p:nvPicPr>
        <p:blipFill>
          <a:blip r:embed="rId2"/>
          <a:srcRect t="6417" r="22543" b="2550"/>
          <a:stretch>
            <a:fillRect/>
          </a:stretch>
        </p:blipFill>
        <p:spPr>
          <a:xfrm>
            <a:off x="6389421" y="0"/>
            <a:ext cx="5802579" cy="6858000"/>
          </a:xfrm>
          <a:prstGeom prst="rect">
            <a:avLst/>
          </a:prstGeom>
        </p:spPr>
      </p:pic>
      <p:sp>
        <p:nvSpPr>
          <p:cNvPr id="4" name="Title 8">
            <a:extLst>
              <a:ext uri="{FF2B5EF4-FFF2-40B4-BE49-F238E27FC236}">
                <a16:creationId xmlns:a16="http://schemas.microsoft.com/office/drawing/2014/main" id="{512AEDEC-217B-0CC8-9285-F6BBC7F53E50}"/>
              </a:ext>
            </a:extLst>
          </p:cNvPr>
          <p:cNvSpPr>
            <a:spLocks noGrp="1"/>
          </p:cNvSpPr>
          <p:nvPr>
            <p:ph type="title" hasCustomPrompt="1"/>
          </p:nvPr>
        </p:nvSpPr>
        <p:spPr>
          <a:xfrm>
            <a:off x="731520" y="914400"/>
            <a:ext cx="5577840" cy="3566160"/>
          </a:xfrm>
        </p:spPr>
        <p:txBody>
          <a:bodyPr lIns="0" anchor="b">
            <a:noAutofit/>
          </a:bodyPr>
          <a:lstStyle>
            <a:lvl1pPr algn="l">
              <a:lnSpc>
                <a:spcPct val="80000"/>
              </a:lnSpc>
              <a:defRPr sz="6600">
                <a:solidFill>
                  <a:schemeClr val="bg1"/>
                </a:solidFill>
              </a:defRPr>
            </a:lvl1pPr>
          </a:lstStyle>
          <a:p>
            <a:r>
              <a:rPr lang="en-US"/>
              <a:t>Click to edit title</a:t>
            </a:r>
          </a:p>
        </p:txBody>
      </p:sp>
      <p:sp>
        <p:nvSpPr>
          <p:cNvPr id="2" name="Subtitle 2">
            <a:extLst>
              <a:ext uri="{FF2B5EF4-FFF2-40B4-BE49-F238E27FC236}">
                <a16:creationId xmlns:a16="http://schemas.microsoft.com/office/drawing/2014/main" id="{77EA3573-D66F-15A5-516C-8449716954DA}"/>
              </a:ext>
            </a:extLst>
          </p:cNvPr>
          <p:cNvSpPr>
            <a:spLocks noGrp="1"/>
          </p:cNvSpPr>
          <p:nvPr>
            <p:ph type="subTitle" idx="1" hasCustomPrompt="1"/>
          </p:nvPr>
        </p:nvSpPr>
        <p:spPr>
          <a:xfrm>
            <a:off x="731520" y="4572000"/>
            <a:ext cx="5577840" cy="914400"/>
          </a:xfrm>
        </p:spPr>
        <p:txBody>
          <a:bodyPr lIns="18288" tIns="0" rIns="0" bIns="0"/>
          <a:lstStyle>
            <a:lvl1pPr marL="0" indent="0" algn="l">
              <a:lnSpc>
                <a:spcPct val="90000"/>
              </a:lnSpc>
              <a:spcBef>
                <a:spcPts val="0"/>
              </a:spcBef>
              <a:buNone/>
              <a:defRPr sz="2000" b="1">
                <a:solidFill>
                  <a:schemeClr val="bg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6" name="Picture 5" descr="Central Piedmont Community College logo">
            <a:extLst>
              <a:ext uri="{FF2B5EF4-FFF2-40B4-BE49-F238E27FC236}">
                <a16:creationId xmlns:a16="http://schemas.microsoft.com/office/drawing/2014/main" id="{7199077C-60C6-7161-1595-EB84C780CE05}"/>
              </a:ext>
            </a:extLst>
          </p:cNvPr>
          <p:cNvPicPr>
            <a:picLocks noChangeAspect="1"/>
          </p:cNvPicPr>
          <p:nvPr userDrawn="1"/>
        </p:nvPicPr>
        <p:blipFill>
          <a:blip r:embed="rId3"/>
          <a:stretch>
            <a:fillRect/>
          </a:stretch>
        </p:blipFill>
        <p:spPr>
          <a:xfrm>
            <a:off x="308935" y="5583110"/>
            <a:ext cx="4356319" cy="947026"/>
          </a:xfrm>
          <a:prstGeom prst="rect">
            <a:avLst/>
          </a:prstGeom>
        </p:spPr>
      </p:pic>
    </p:spTree>
    <p:extLst>
      <p:ext uri="{BB962C8B-B14F-4D97-AF65-F5344CB8AC3E}">
        <p14:creationId xmlns:p14="http://schemas.microsoft.com/office/powerpoint/2010/main" val="173955518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layout 4">
    <p:bg>
      <p:bgPr>
        <a:solidFill>
          <a:schemeClr val="bg1"/>
        </a:solidFill>
        <a:effectLst/>
      </p:bgPr>
    </p:bg>
    <p:spTree>
      <p:nvGrpSpPr>
        <p:cNvPr id="1" name=""/>
        <p:cNvGrpSpPr/>
        <p:nvPr/>
      </p:nvGrpSpPr>
      <p:grpSpPr>
        <a:xfrm>
          <a:off x="0" y="0"/>
          <a:ext cx="0" cy="0"/>
          <a:chOff x="0" y="0"/>
          <a:chExt cx="0" cy="0"/>
        </a:xfrm>
      </p:grpSpPr>
      <p:sp>
        <p:nvSpPr>
          <p:cNvPr id="21" name="Title 3">
            <a:extLst>
              <a:ext uri="{FF2B5EF4-FFF2-40B4-BE49-F238E27FC236}">
                <a16:creationId xmlns:a16="http://schemas.microsoft.com/office/drawing/2014/main" id="{7B4C960C-76A2-4113-85B5-008A640B5BAB}"/>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8" name="Content Placeholder 3">
            <a:extLst>
              <a:ext uri="{FF2B5EF4-FFF2-40B4-BE49-F238E27FC236}">
                <a16:creationId xmlns:a16="http://schemas.microsoft.com/office/drawing/2014/main" id="{006BB75A-AD3F-DC3A-C908-4D71C3C09F24}"/>
              </a:ext>
            </a:extLst>
          </p:cNvPr>
          <p:cNvSpPr>
            <a:spLocks noGrp="1"/>
          </p:cNvSpPr>
          <p:nvPr>
            <p:ph sz="half" idx="30" hasCustomPrompt="1"/>
          </p:nvPr>
        </p:nvSpPr>
        <p:spPr>
          <a:xfrm>
            <a:off x="731521" y="1532748"/>
            <a:ext cx="939612" cy="803853"/>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5" name="Text Placeholder 16">
            <a:extLst>
              <a:ext uri="{FF2B5EF4-FFF2-40B4-BE49-F238E27FC236}">
                <a16:creationId xmlns:a16="http://schemas.microsoft.com/office/drawing/2014/main" id="{3D94D435-74EA-8E53-3C53-2B36E6CD9CFB}"/>
              </a:ext>
            </a:extLst>
          </p:cNvPr>
          <p:cNvSpPr>
            <a:spLocks noGrp="1"/>
          </p:cNvSpPr>
          <p:nvPr>
            <p:ph type="body" sz="quarter" idx="28" hasCustomPrompt="1"/>
          </p:nvPr>
        </p:nvSpPr>
        <p:spPr>
          <a:xfrm>
            <a:off x="731912" y="2373429"/>
            <a:ext cx="3468641" cy="384175"/>
          </a:xfrm>
          <a:prstGeom prst="rect">
            <a:avLst/>
          </a:prstGeom>
        </p:spPr>
        <p:txBody>
          <a:bodyPr anchor="t">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4" name="Content Placeholder 3">
            <a:extLst>
              <a:ext uri="{FF2B5EF4-FFF2-40B4-BE49-F238E27FC236}">
                <a16:creationId xmlns:a16="http://schemas.microsoft.com/office/drawing/2014/main" id="{1409C0B3-3A38-EA5A-3958-35A801319672}"/>
              </a:ext>
            </a:extLst>
          </p:cNvPr>
          <p:cNvSpPr>
            <a:spLocks noGrp="1"/>
          </p:cNvSpPr>
          <p:nvPr>
            <p:ph sz="half" idx="14" hasCustomPrompt="1"/>
          </p:nvPr>
        </p:nvSpPr>
        <p:spPr>
          <a:xfrm>
            <a:off x="731520" y="2785208"/>
            <a:ext cx="3469033" cy="3081021"/>
          </a:xfrm>
          <a:prstGeom prst="rect">
            <a:avLst/>
          </a:prstGeom>
        </p:spPr>
        <p:txBody>
          <a:bodyPr>
            <a:normAutofit/>
          </a:bodyPr>
          <a:lstStyle>
            <a:lvl1pPr marL="137160" indent="-137160">
              <a:buClr>
                <a:schemeClr val="accent1"/>
              </a:buClr>
              <a:defRPr sz="1800" b="0" i="0">
                <a:solidFill>
                  <a:schemeClr val="tx2"/>
                </a:solidFill>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dirty="0"/>
              <a:t>Click to edit text</a:t>
            </a:r>
          </a:p>
        </p:txBody>
      </p:sp>
      <p:sp>
        <p:nvSpPr>
          <p:cNvPr id="9" name="Content Placeholder 3">
            <a:extLst>
              <a:ext uri="{FF2B5EF4-FFF2-40B4-BE49-F238E27FC236}">
                <a16:creationId xmlns:a16="http://schemas.microsoft.com/office/drawing/2014/main" id="{E49158B5-ABA1-470E-B7F2-50F42D53AA99}"/>
              </a:ext>
            </a:extLst>
          </p:cNvPr>
          <p:cNvSpPr>
            <a:spLocks noGrp="1"/>
          </p:cNvSpPr>
          <p:nvPr>
            <p:ph sz="half" idx="31" hasCustomPrompt="1"/>
          </p:nvPr>
        </p:nvSpPr>
        <p:spPr>
          <a:xfrm>
            <a:off x="4354745" y="1532748"/>
            <a:ext cx="939612" cy="803853"/>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6" name="Text Placeholder 16">
            <a:extLst>
              <a:ext uri="{FF2B5EF4-FFF2-40B4-BE49-F238E27FC236}">
                <a16:creationId xmlns:a16="http://schemas.microsoft.com/office/drawing/2014/main" id="{2AAFEAAE-CEA5-BC1A-FEAF-7B7B39E64EED}"/>
              </a:ext>
            </a:extLst>
          </p:cNvPr>
          <p:cNvSpPr>
            <a:spLocks noGrp="1"/>
          </p:cNvSpPr>
          <p:nvPr>
            <p:ph type="body" sz="quarter" idx="29" hasCustomPrompt="1"/>
          </p:nvPr>
        </p:nvSpPr>
        <p:spPr>
          <a:xfrm>
            <a:off x="4364350" y="2373429"/>
            <a:ext cx="3468641" cy="384175"/>
          </a:xfrm>
          <a:prstGeom prst="rect">
            <a:avLst/>
          </a:prstGeom>
        </p:spPr>
        <p:txBody>
          <a:bodyPr anchor="t">
            <a:norm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2" name="Content Placeholder 3">
            <a:extLst>
              <a:ext uri="{FF2B5EF4-FFF2-40B4-BE49-F238E27FC236}">
                <a16:creationId xmlns:a16="http://schemas.microsoft.com/office/drawing/2014/main" id="{05DBAC98-4B3C-AEF2-406D-6CDAEB9953FE}"/>
              </a:ext>
            </a:extLst>
          </p:cNvPr>
          <p:cNvSpPr>
            <a:spLocks noGrp="1"/>
          </p:cNvSpPr>
          <p:nvPr>
            <p:ph sz="half" idx="12" hasCustomPrompt="1"/>
          </p:nvPr>
        </p:nvSpPr>
        <p:spPr>
          <a:xfrm>
            <a:off x="4364350" y="2785208"/>
            <a:ext cx="3469033" cy="3081020"/>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600"/>
            </a:lvl2pPr>
            <a:lvl3pPr>
              <a:defRPr sz="1600"/>
            </a:lvl3pPr>
            <a:lvl4pPr>
              <a:defRPr sz="1600"/>
            </a:lvl4pPr>
            <a:lvl5pPr>
              <a:defRPr sz="16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dirty="0"/>
              <a:t>Click to edit text</a:t>
            </a:r>
          </a:p>
        </p:txBody>
      </p:sp>
      <p:sp>
        <p:nvSpPr>
          <p:cNvPr id="10" name="Content Placeholder 3">
            <a:extLst>
              <a:ext uri="{FF2B5EF4-FFF2-40B4-BE49-F238E27FC236}">
                <a16:creationId xmlns:a16="http://schemas.microsoft.com/office/drawing/2014/main" id="{CCDAD5D4-BC2F-9822-4180-28DB52909F34}"/>
              </a:ext>
            </a:extLst>
          </p:cNvPr>
          <p:cNvSpPr>
            <a:spLocks noGrp="1"/>
          </p:cNvSpPr>
          <p:nvPr>
            <p:ph sz="half" idx="32" hasCustomPrompt="1"/>
          </p:nvPr>
        </p:nvSpPr>
        <p:spPr>
          <a:xfrm>
            <a:off x="8019220" y="1532748"/>
            <a:ext cx="939612" cy="803853"/>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20" name="Text Placeholder 16">
            <a:extLst>
              <a:ext uri="{FF2B5EF4-FFF2-40B4-BE49-F238E27FC236}">
                <a16:creationId xmlns:a16="http://schemas.microsoft.com/office/drawing/2014/main" id="{8AF58704-8FCF-CDB2-7722-D1621D492D26}"/>
              </a:ext>
            </a:extLst>
          </p:cNvPr>
          <p:cNvSpPr>
            <a:spLocks noGrp="1"/>
          </p:cNvSpPr>
          <p:nvPr>
            <p:ph type="body" sz="quarter" idx="22" hasCustomPrompt="1"/>
          </p:nvPr>
        </p:nvSpPr>
        <p:spPr>
          <a:xfrm>
            <a:off x="8020944" y="2373429"/>
            <a:ext cx="3468641" cy="384175"/>
          </a:xfrm>
          <a:prstGeom prst="rect">
            <a:avLst/>
          </a:prstGeom>
        </p:spPr>
        <p:txBody>
          <a:bodyPr anchor="t">
            <a:norm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3" name="Content Placeholder 3">
            <a:extLst>
              <a:ext uri="{FF2B5EF4-FFF2-40B4-BE49-F238E27FC236}">
                <a16:creationId xmlns:a16="http://schemas.microsoft.com/office/drawing/2014/main" id="{128B708B-F7BF-ADF2-D9F7-B4FDA5EE66AB}"/>
              </a:ext>
            </a:extLst>
          </p:cNvPr>
          <p:cNvSpPr>
            <a:spLocks noGrp="1"/>
          </p:cNvSpPr>
          <p:nvPr>
            <p:ph sz="half" idx="13" hasCustomPrompt="1"/>
          </p:nvPr>
        </p:nvSpPr>
        <p:spPr>
          <a:xfrm>
            <a:off x="8021596" y="2785208"/>
            <a:ext cx="3469033" cy="3081020"/>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marL="342900" indent="0">
              <a:buNone/>
              <a:defRPr sz="1600"/>
            </a:lvl2pPr>
            <a:lvl3pPr>
              <a:defRPr sz="1600"/>
            </a:lvl3pPr>
            <a:lvl4pPr>
              <a:defRPr sz="1600"/>
            </a:lvl4pPr>
            <a:lvl5pPr>
              <a:defRPr sz="16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dirty="0"/>
              <a:t>Click to edit text</a:t>
            </a:r>
          </a:p>
        </p:txBody>
      </p:sp>
      <p:sp>
        <p:nvSpPr>
          <p:cNvPr id="2" name="Slide Number Placeholder 16">
            <a:extLst>
              <a:ext uri="{FF2B5EF4-FFF2-40B4-BE49-F238E27FC236}">
                <a16:creationId xmlns:a16="http://schemas.microsoft.com/office/drawing/2014/main" id="{043141A9-9E75-8F9F-CEFC-B9220755222E}"/>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1368493-149A-4349-98A3-606ABC3D3581}"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398211F2-1218-348A-713D-AA3C5F304240}"/>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44403931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layout 5">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6C8AC2F-1F80-82FE-404B-5C2F0CD7673E}"/>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3" name="Content Placeholder 3">
            <a:extLst>
              <a:ext uri="{FF2B5EF4-FFF2-40B4-BE49-F238E27FC236}">
                <a16:creationId xmlns:a16="http://schemas.microsoft.com/office/drawing/2014/main" id="{252A8451-811B-3070-7C27-C4F9EB58B9BF}"/>
              </a:ext>
            </a:extLst>
          </p:cNvPr>
          <p:cNvSpPr>
            <a:spLocks noGrp="1"/>
          </p:cNvSpPr>
          <p:nvPr>
            <p:ph sz="half" idx="30" hasCustomPrompt="1"/>
          </p:nvPr>
        </p:nvSpPr>
        <p:spPr>
          <a:xfrm>
            <a:off x="731520" y="1607191"/>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9" name="Text Placeholder 5">
            <a:extLst>
              <a:ext uri="{FF2B5EF4-FFF2-40B4-BE49-F238E27FC236}">
                <a16:creationId xmlns:a16="http://schemas.microsoft.com/office/drawing/2014/main" id="{EA06568B-EA5F-B138-7E02-7939E20FFA08}"/>
              </a:ext>
            </a:extLst>
          </p:cNvPr>
          <p:cNvSpPr>
            <a:spLocks noGrp="1"/>
          </p:cNvSpPr>
          <p:nvPr>
            <p:ph type="body" sz="quarter" idx="21" hasCustomPrompt="1"/>
          </p:nvPr>
        </p:nvSpPr>
        <p:spPr>
          <a:xfrm>
            <a:off x="1379685" y="1605588"/>
            <a:ext cx="4216116"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7" name="Content Placeholder 3">
            <a:extLst>
              <a:ext uri="{FF2B5EF4-FFF2-40B4-BE49-F238E27FC236}">
                <a16:creationId xmlns:a16="http://schemas.microsoft.com/office/drawing/2014/main" id="{CC98C94C-571C-57FD-C1F9-7AEBD3794255}"/>
              </a:ext>
            </a:extLst>
          </p:cNvPr>
          <p:cNvSpPr>
            <a:spLocks noGrp="1"/>
          </p:cNvSpPr>
          <p:nvPr>
            <p:ph sz="half" idx="19" hasCustomPrompt="1"/>
          </p:nvPr>
        </p:nvSpPr>
        <p:spPr>
          <a:xfrm>
            <a:off x="1379685" y="1944723"/>
            <a:ext cx="4216117"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5" name="Content Placeholder 3">
            <a:extLst>
              <a:ext uri="{FF2B5EF4-FFF2-40B4-BE49-F238E27FC236}">
                <a16:creationId xmlns:a16="http://schemas.microsoft.com/office/drawing/2014/main" id="{6D9C0C07-DF01-0533-E2E5-CCCEA9F3C288}"/>
              </a:ext>
            </a:extLst>
          </p:cNvPr>
          <p:cNvSpPr>
            <a:spLocks noGrp="1"/>
          </p:cNvSpPr>
          <p:nvPr>
            <p:ph sz="half" idx="44" hasCustomPrompt="1"/>
          </p:nvPr>
        </p:nvSpPr>
        <p:spPr>
          <a:xfrm>
            <a:off x="6238545" y="1607191"/>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6" name="Text Placeholder 5">
            <a:extLst>
              <a:ext uri="{FF2B5EF4-FFF2-40B4-BE49-F238E27FC236}">
                <a16:creationId xmlns:a16="http://schemas.microsoft.com/office/drawing/2014/main" id="{FEF83176-4E16-885B-3E3D-62C586CB43D9}"/>
              </a:ext>
            </a:extLst>
          </p:cNvPr>
          <p:cNvSpPr>
            <a:spLocks noGrp="1"/>
          </p:cNvSpPr>
          <p:nvPr>
            <p:ph type="body" sz="quarter" idx="39" hasCustomPrompt="1"/>
          </p:nvPr>
        </p:nvSpPr>
        <p:spPr>
          <a:xfrm>
            <a:off x="6887972" y="1605588"/>
            <a:ext cx="4216116"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14" name="Content Placeholder 3">
            <a:extLst>
              <a:ext uri="{FF2B5EF4-FFF2-40B4-BE49-F238E27FC236}">
                <a16:creationId xmlns:a16="http://schemas.microsoft.com/office/drawing/2014/main" id="{847BAFDF-398E-0D08-8743-FF4FFBD43EA3}"/>
              </a:ext>
            </a:extLst>
          </p:cNvPr>
          <p:cNvSpPr>
            <a:spLocks noGrp="1"/>
          </p:cNvSpPr>
          <p:nvPr>
            <p:ph sz="half" idx="37" hasCustomPrompt="1"/>
          </p:nvPr>
        </p:nvSpPr>
        <p:spPr>
          <a:xfrm>
            <a:off x="6887972" y="1944723"/>
            <a:ext cx="4216117"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4" name="Content Placeholder 3">
            <a:extLst>
              <a:ext uri="{FF2B5EF4-FFF2-40B4-BE49-F238E27FC236}">
                <a16:creationId xmlns:a16="http://schemas.microsoft.com/office/drawing/2014/main" id="{9AF234D2-363B-06BB-1982-F26731D3D147}"/>
              </a:ext>
            </a:extLst>
          </p:cNvPr>
          <p:cNvSpPr>
            <a:spLocks noGrp="1"/>
          </p:cNvSpPr>
          <p:nvPr>
            <p:ph sz="half" idx="43" hasCustomPrompt="1"/>
          </p:nvPr>
        </p:nvSpPr>
        <p:spPr>
          <a:xfrm>
            <a:off x="731520" y="3872939"/>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2" name="Text Placeholder 5">
            <a:extLst>
              <a:ext uri="{FF2B5EF4-FFF2-40B4-BE49-F238E27FC236}">
                <a16:creationId xmlns:a16="http://schemas.microsoft.com/office/drawing/2014/main" id="{CF78B7B9-6DD8-C798-8B0A-50653C1BF32B}"/>
              </a:ext>
            </a:extLst>
          </p:cNvPr>
          <p:cNvSpPr>
            <a:spLocks noGrp="1"/>
          </p:cNvSpPr>
          <p:nvPr>
            <p:ph type="body" sz="quarter" idx="36" hasCustomPrompt="1"/>
          </p:nvPr>
        </p:nvSpPr>
        <p:spPr>
          <a:xfrm>
            <a:off x="1377452" y="3870919"/>
            <a:ext cx="4216116"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10" name="Content Placeholder 3">
            <a:extLst>
              <a:ext uri="{FF2B5EF4-FFF2-40B4-BE49-F238E27FC236}">
                <a16:creationId xmlns:a16="http://schemas.microsoft.com/office/drawing/2014/main" id="{1BBA49D1-9F77-995C-5312-CE1BFBEFA312}"/>
              </a:ext>
            </a:extLst>
          </p:cNvPr>
          <p:cNvSpPr>
            <a:spLocks noGrp="1"/>
          </p:cNvSpPr>
          <p:nvPr>
            <p:ph sz="half" idx="34" hasCustomPrompt="1"/>
          </p:nvPr>
        </p:nvSpPr>
        <p:spPr>
          <a:xfrm>
            <a:off x="1377452" y="4206345"/>
            <a:ext cx="4216117"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marL="342900" indent="0">
              <a:buClr>
                <a:schemeClr val="accent1"/>
              </a:buClr>
              <a:buNone/>
              <a:defRPr sz="1800" b="0" i="0">
                <a:solidFill>
                  <a:schemeClr val="tx2"/>
                </a:solidFill>
                <a:latin typeface="Franklin Gothic Book" panose="020B0503020102020204" pitchFamily="34" charset="0"/>
                <a:cs typeface="Arial" panose="020B0604020202020204" pitchFamily="34" charset="0"/>
              </a:defRPr>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a:p>
            <a:pPr lvl="1"/>
            <a:endParaRPr lang="en-US"/>
          </a:p>
        </p:txBody>
      </p:sp>
      <p:sp>
        <p:nvSpPr>
          <p:cNvPr id="6" name="Content Placeholder 3">
            <a:extLst>
              <a:ext uri="{FF2B5EF4-FFF2-40B4-BE49-F238E27FC236}">
                <a16:creationId xmlns:a16="http://schemas.microsoft.com/office/drawing/2014/main" id="{CF681106-8A63-1547-BB3F-061645E623AB}"/>
              </a:ext>
            </a:extLst>
          </p:cNvPr>
          <p:cNvSpPr>
            <a:spLocks noGrp="1"/>
          </p:cNvSpPr>
          <p:nvPr>
            <p:ph sz="half" idx="45" hasCustomPrompt="1"/>
          </p:nvPr>
        </p:nvSpPr>
        <p:spPr>
          <a:xfrm>
            <a:off x="6238545" y="3872939"/>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9" name="Text Placeholder 5">
            <a:extLst>
              <a:ext uri="{FF2B5EF4-FFF2-40B4-BE49-F238E27FC236}">
                <a16:creationId xmlns:a16="http://schemas.microsoft.com/office/drawing/2014/main" id="{B09B2818-FA76-7486-15D8-5FAEB25D3318}"/>
              </a:ext>
            </a:extLst>
          </p:cNvPr>
          <p:cNvSpPr>
            <a:spLocks noGrp="1"/>
          </p:cNvSpPr>
          <p:nvPr>
            <p:ph type="body" sz="quarter" idx="42" hasCustomPrompt="1"/>
          </p:nvPr>
        </p:nvSpPr>
        <p:spPr>
          <a:xfrm>
            <a:off x="6885739" y="3870919"/>
            <a:ext cx="4216116"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17" name="Content Placeholder 3">
            <a:extLst>
              <a:ext uri="{FF2B5EF4-FFF2-40B4-BE49-F238E27FC236}">
                <a16:creationId xmlns:a16="http://schemas.microsoft.com/office/drawing/2014/main" id="{DC0FCB0A-2EC6-FADE-6DE3-B1959AB498BE}"/>
              </a:ext>
            </a:extLst>
          </p:cNvPr>
          <p:cNvSpPr>
            <a:spLocks noGrp="1"/>
          </p:cNvSpPr>
          <p:nvPr>
            <p:ph sz="half" idx="40" hasCustomPrompt="1"/>
          </p:nvPr>
        </p:nvSpPr>
        <p:spPr>
          <a:xfrm>
            <a:off x="6885739" y="4206345"/>
            <a:ext cx="4216117"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marL="342900" indent="0">
              <a:buClr>
                <a:schemeClr val="accent1"/>
              </a:buClr>
              <a:buNone/>
              <a:defRPr sz="1800" b="0" i="0">
                <a:solidFill>
                  <a:schemeClr val="tx2"/>
                </a:solidFill>
                <a:latin typeface="Franklin Gothic Book" panose="020B0503020102020204" pitchFamily="34" charset="0"/>
                <a:cs typeface="Arial" panose="020B0604020202020204" pitchFamily="34" charset="0"/>
              </a:defRPr>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a:p>
            <a:pPr lvl="1"/>
            <a:endParaRPr lang="en-US"/>
          </a:p>
        </p:txBody>
      </p:sp>
      <p:sp>
        <p:nvSpPr>
          <p:cNvPr id="2" name="Slide Number Placeholder 16">
            <a:extLst>
              <a:ext uri="{FF2B5EF4-FFF2-40B4-BE49-F238E27FC236}">
                <a16:creationId xmlns:a16="http://schemas.microsoft.com/office/drawing/2014/main" id="{81D921BC-3FFA-156B-24B2-B61C3B2CFD5A}"/>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E7787FE-06F2-6E41-82BC-E167FAF85627}"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8" name="Picture 7" descr="Central Piedmont Community College logo icon">
            <a:extLst>
              <a:ext uri="{FF2B5EF4-FFF2-40B4-BE49-F238E27FC236}">
                <a16:creationId xmlns:a16="http://schemas.microsoft.com/office/drawing/2014/main" id="{5FD8347F-0DB6-A45E-371B-424800F4C97F}"/>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29290305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layout 7">
    <p:bg>
      <p:bgPr>
        <a:solidFill>
          <a:schemeClr val="bg1"/>
        </a:solidFill>
        <a:effectLst/>
      </p:bgPr>
    </p:bg>
    <p:spTree>
      <p:nvGrpSpPr>
        <p:cNvPr id="1" name=""/>
        <p:cNvGrpSpPr/>
        <p:nvPr/>
      </p:nvGrpSpPr>
      <p:grpSpPr>
        <a:xfrm>
          <a:off x="0" y="0"/>
          <a:ext cx="0" cy="0"/>
          <a:chOff x="0" y="0"/>
          <a:chExt cx="0" cy="0"/>
        </a:xfrm>
      </p:grpSpPr>
      <p:sp>
        <p:nvSpPr>
          <p:cNvPr id="20" name="Rounded Rectangle 19">
            <a:extLst>
              <a:ext uri="{FF2B5EF4-FFF2-40B4-BE49-F238E27FC236}">
                <a16:creationId xmlns:a16="http://schemas.microsoft.com/office/drawing/2014/main" id="{E03274EA-454B-6578-E23D-193110BB18F7}"/>
              </a:ext>
              <a:ext uri="{C183D7F6-B498-43B3-948B-1728B52AA6E4}">
                <adec:decorative xmlns:adec="http://schemas.microsoft.com/office/drawing/2017/decorative" val="1"/>
              </a:ext>
            </a:extLst>
          </p:cNvPr>
          <p:cNvSpPr/>
          <p:nvPr userDrawn="1"/>
        </p:nvSpPr>
        <p:spPr>
          <a:xfrm>
            <a:off x="694849" y="1367186"/>
            <a:ext cx="5304466" cy="526318"/>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5" name="Title 18">
            <a:extLst>
              <a:ext uri="{FF2B5EF4-FFF2-40B4-BE49-F238E27FC236}">
                <a16:creationId xmlns:a16="http://schemas.microsoft.com/office/drawing/2014/main" id="{A5E17F76-BC91-6CDD-0865-ADD326BBE8F9}"/>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7" name="Text Placeholder 5">
            <a:extLst>
              <a:ext uri="{FF2B5EF4-FFF2-40B4-BE49-F238E27FC236}">
                <a16:creationId xmlns:a16="http://schemas.microsoft.com/office/drawing/2014/main" id="{9791EE88-E861-0C88-F1DE-A723A3F8AE39}"/>
              </a:ext>
            </a:extLst>
          </p:cNvPr>
          <p:cNvSpPr>
            <a:spLocks noGrp="1"/>
          </p:cNvSpPr>
          <p:nvPr>
            <p:ph type="body" sz="quarter" idx="53" hasCustomPrompt="1"/>
          </p:nvPr>
        </p:nvSpPr>
        <p:spPr>
          <a:xfrm>
            <a:off x="824131" y="1471927"/>
            <a:ext cx="5059167" cy="322813"/>
          </a:xfrm>
          <a:prstGeom prst="rect">
            <a:avLst/>
          </a:prstGeom>
        </p:spPr>
        <p:txBody>
          <a:bodyPr anchor="b">
            <a:noAutofit/>
          </a:bodyPr>
          <a:lstStyle>
            <a:lvl1pPr marL="0" indent="0" algn="l">
              <a:buNone/>
              <a:defRPr sz="2000" b="0" i="0">
                <a:solidFill>
                  <a:schemeClr val="bg1"/>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5" name="Content Placeholder 3">
            <a:extLst>
              <a:ext uri="{FF2B5EF4-FFF2-40B4-BE49-F238E27FC236}">
                <a16:creationId xmlns:a16="http://schemas.microsoft.com/office/drawing/2014/main" id="{3E3095E3-10B4-1737-1588-05CEEFE5ECE0}"/>
              </a:ext>
            </a:extLst>
          </p:cNvPr>
          <p:cNvSpPr>
            <a:spLocks noGrp="1"/>
          </p:cNvSpPr>
          <p:nvPr>
            <p:ph sz="half" idx="51" hasCustomPrompt="1"/>
          </p:nvPr>
        </p:nvSpPr>
        <p:spPr>
          <a:xfrm>
            <a:off x="800575" y="1998245"/>
            <a:ext cx="5082724" cy="1703174"/>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cxnSp>
        <p:nvCxnSpPr>
          <p:cNvPr id="17" name="Straight Connector 16">
            <a:extLst>
              <a:ext uri="{FF2B5EF4-FFF2-40B4-BE49-F238E27FC236}">
                <a16:creationId xmlns:a16="http://schemas.microsoft.com/office/drawing/2014/main" id="{5AE0213E-18BC-0E32-6D27-BEE70A717040}"/>
              </a:ext>
              <a:ext uri="{C183D7F6-B498-43B3-948B-1728B52AA6E4}">
                <adec:decorative xmlns:adec="http://schemas.microsoft.com/office/drawing/2017/decorative" val="1"/>
              </a:ext>
            </a:extLst>
          </p:cNvPr>
          <p:cNvCxnSpPr>
            <a:cxnSpLocks/>
          </p:cNvCxnSpPr>
          <p:nvPr userDrawn="1"/>
        </p:nvCxnSpPr>
        <p:spPr>
          <a:xfrm>
            <a:off x="6081932" y="1998245"/>
            <a:ext cx="0" cy="4242856"/>
          </a:xfrm>
          <a:prstGeom prst="line">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sp>
        <p:nvSpPr>
          <p:cNvPr id="21" name="Rounded Rectangle 20">
            <a:extLst>
              <a:ext uri="{FF2B5EF4-FFF2-40B4-BE49-F238E27FC236}">
                <a16:creationId xmlns:a16="http://schemas.microsoft.com/office/drawing/2014/main" id="{A284024C-5DC2-B9FF-45BD-C9455A2E2FAA}"/>
              </a:ext>
              <a:ext uri="{C183D7F6-B498-43B3-948B-1728B52AA6E4}">
                <adec:decorative xmlns:adec="http://schemas.microsoft.com/office/drawing/2017/decorative" val="1"/>
              </a:ext>
            </a:extLst>
          </p:cNvPr>
          <p:cNvSpPr/>
          <p:nvPr userDrawn="1"/>
        </p:nvSpPr>
        <p:spPr>
          <a:xfrm>
            <a:off x="6170975" y="1367186"/>
            <a:ext cx="5304466" cy="526318"/>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3" name="Text Placeholder 5">
            <a:extLst>
              <a:ext uri="{FF2B5EF4-FFF2-40B4-BE49-F238E27FC236}">
                <a16:creationId xmlns:a16="http://schemas.microsoft.com/office/drawing/2014/main" id="{C7A74B16-7AB2-082F-64DA-BB35DE94CE9D}"/>
              </a:ext>
            </a:extLst>
          </p:cNvPr>
          <p:cNvSpPr>
            <a:spLocks noGrp="1"/>
          </p:cNvSpPr>
          <p:nvPr>
            <p:ph type="body" sz="quarter" idx="55" hasCustomPrompt="1"/>
          </p:nvPr>
        </p:nvSpPr>
        <p:spPr>
          <a:xfrm>
            <a:off x="6300257" y="1471927"/>
            <a:ext cx="5059167" cy="322813"/>
          </a:xfrm>
          <a:prstGeom prst="rect">
            <a:avLst/>
          </a:prstGeom>
        </p:spPr>
        <p:txBody>
          <a:bodyPr anchor="b">
            <a:noAutofit/>
          </a:bodyPr>
          <a:lstStyle>
            <a:lvl1pPr marL="0" indent="0" algn="l">
              <a:buNone/>
              <a:defRPr sz="2000" b="0" i="0">
                <a:solidFill>
                  <a:schemeClr val="bg1"/>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2" name="Content Placeholder 3">
            <a:extLst>
              <a:ext uri="{FF2B5EF4-FFF2-40B4-BE49-F238E27FC236}">
                <a16:creationId xmlns:a16="http://schemas.microsoft.com/office/drawing/2014/main" id="{002110C9-5F03-CDAA-26F7-9E7C9207E8D3}"/>
              </a:ext>
            </a:extLst>
          </p:cNvPr>
          <p:cNvSpPr>
            <a:spLocks noGrp="1"/>
          </p:cNvSpPr>
          <p:nvPr>
            <p:ph sz="half" idx="54" hasCustomPrompt="1"/>
          </p:nvPr>
        </p:nvSpPr>
        <p:spPr>
          <a:xfrm>
            <a:off x="6276701" y="1998245"/>
            <a:ext cx="5082724" cy="1703174"/>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2" name="Rounded Rectangle 1">
            <a:extLst>
              <a:ext uri="{FF2B5EF4-FFF2-40B4-BE49-F238E27FC236}">
                <a16:creationId xmlns:a16="http://schemas.microsoft.com/office/drawing/2014/main" id="{233EEAC7-00AE-1FB7-89BC-2797CD008BA8}"/>
              </a:ext>
              <a:ext uri="{C183D7F6-B498-43B3-948B-1728B52AA6E4}">
                <adec:decorative xmlns:adec="http://schemas.microsoft.com/office/drawing/2017/decorative" val="1"/>
              </a:ext>
            </a:extLst>
          </p:cNvPr>
          <p:cNvSpPr/>
          <p:nvPr userDrawn="1"/>
        </p:nvSpPr>
        <p:spPr>
          <a:xfrm>
            <a:off x="694849" y="3906868"/>
            <a:ext cx="5304466" cy="526318"/>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6" name="Text Placeholder 5">
            <a:extLst>
              <a:ext uri="{FF2B5EF4-FFF2-40B4-BE49-F238E27FC236}">
                <a16:creationId xmlns:a16="http://schemas.microsoft.com/office/drawing/2014/main" id="{800F5BDD-8CD4-2735-3A8E-E950EAA2E6AB}"/>
              </a:ext>
            </a:extLst>
          </p:cNvPr>
          <p:cNvSpPr>
            <a:spLocks noGrp="1"/>
          </p:cNvSpPr>
          <p:nvPr>
            <p:ph type="body" sz="quarter" idx="57" hasCustomPrompt="1"/>
          </p:nvPr>
        </p:nvSpPr>
        <p:spPr>
          <a:xfrm>
            <a:off x="824131" y="4011609"/>
            <a:ext cx="5059167" cy="322813"/>
          </a:xfrm>
          <a:prstGeom prst="rect">
            <a:avLst/>
          </a:prstGeom>
        </p:spPr>
        <p:txBody>
          <a:bodyPr anchor="b">
            <a:noAutofit/>
          </a:bodyPr>
          <a:lstStyle>
            <a:lvl1pPr marL="0" indent="0" algn="l">
              <a:buNone/>
              <a:defRPr sz="2000" b="0" i="0">
                <a:solidFill>
                  <a:schemeClr val="bg1"/>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3" name="Content Placeholder 3">
            <a:extLst>
              <a:ext uri="{FF2B5EF4-FFF2-40B4-BE49-F238E27FC236}">
                <a16:creationId xmlns:a16="http://schemas.microsoft.com/office/drawing/2014/main" id="{87CB6651-8649-4675-4E86-433FF5692EDA}"/>
              </a:ext>
            </a:extLst>
          </p:cNvPr>
          <p:cNvSpPr>
            <a:spLocks noGrp="1"/>
          </p:cNvSpPr>
          <p:nvPr>
            <p:ph sz="half" idx="56" hasCustomPrompt="1"/>
          </p:nvPr>
        </p:nvSpPr>
        <p:spPr>
          <a:xfrm>
            <a:off x="800575" y="4537927"/>
            <a:ext cx="5082724" cy="1703174"/>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9" name="Rounded Rectangle 8">
            <a:extLst>
              <a:ext uri="{FF2B5EF4-FFF2-40B4-BE49-F238E27FC236}">
                <a16:creationId xmlns:a16="http://schemas.microsoft.com/office/drawing/2014/main" id="{0EB3FABB-1DC5-A0D0-8B9A-C30C82FE3152}"/>
              </a:ext>
              <a:ext uri="{C183D7F6-B498-43B3-948B-1728B52AA6E4}">
                <adec:decorative xmlns:adec="http://schemas.microsoft.com/office/drawing/2017/decorative" val="1"/>
              </a:ext>
            </a:extLst>
          </p:cNvPr>
          <p:cNvSpPr/>
          <p:nvPr userDrawn="1"/>
        </p:nvSpPr>
        <p:spPr>
          <a:xfrm>
            <a:off x="6170975" y="3906868"/>
            <a:ext cx="5304466" cy="526318"/>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1" name="Text Placeholder 5">
            <a:extLst>
              <a:ext uri="{FF2B5EF4-FFF2-40B4-BE49-F238E27FC236}">
                <a16:creationId xmlns:a16="http://schemas.microsoft.com/office/drawing/2014/main" id="{01892440-D6DE-66CB-EBC4-7531D535235F}"/>
              </a:ext>
            </a:extLst>
          </p:cNvPr>
          <p:cNvSpPr>
            <a:spLocks noGrp="1"/>
          </p:cNvSpPr>
          <p:nvPr>
            <p:ph type="body" sz="quarter" idx="59" hasCustomPrompt="1"/>
          </p:nvPr>
        </p:nvSpPr>
        <p:spPr>
          <a:xfrm>
            <a:off x="6300257" y="4011609"/>
            <a:ext cx="5059167" cy="322813"/>
          </a:xfrm>
          <a:prstGeom prst="rect">
            <a:avLst/>
          </a:prstGeom>
        </p:spPr>
        <p:txBody>
          <a:bodyPr anchor="b">
            <a:noAutofit/>
          </a:bodyPr>
          <a:lstStyle>
            <a:lvl1pPr marL="0" indent="0" algn="l">
              <a:buNone/>
              <a:defRPr sz="2000" b="0" i="0">
                <a:solidFill>
                  <a:schemeClr val="bg1"/>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10" name="Content Placeholder 3">
            <a:extLst>
              <a:ext uri="{FF2B5EF4-FFF2-40B4-BE49-F238E27FC236}">
                <a16:creationId xmlns:a16="http://schemas.microsoft.com/office/drawing/2014/main" id="{BEB32244-6769-C49E-687A-8BAE7FB0DF61}"/>
              </a:ext>
            </a:extLst>
          </p:cNvPr>
          <p:cNvSpPr>
            <a:spLocks noGrp="1"/>
          </p:cNvSpPr>
          <p:nvPr>
            <p:ph sz="half" idx="58" hasCustomPrompt="1"/>
          </p:nvPr>
        </p:nvSpPr>
        <p:spPr>
          <a:xfrm>
            <a:off x="6276701" y="4537927"/>
            <a:ext cx="5082724" cy="1703174"/>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cxnSp>
        <p:nvCxnSpPr>
          <p:cNvPr id="14" name="Straight Connector 13">
            <a:extLst>
              <a:ext uri="{FF2B5EF4-FFF2-40B4-BE49-F238E27FC236}">
                <a16:creationId xmlns:a16="http://schemas.microsoft.com/office/drawing/2014/main" id="{0F202217-8CAA-92C0-C9A2-873C01DC81F9}"/>
              </a:ext>
              <a:ext uri="{C183D7F6-B498-43B3-948B-1728B52AA6E4}">
                <adec:decorative xmlns:adec="http://schemas.microsoft.com/office/drawing/2017/decorative" val="1"/>
              </a:ext>
            </a:extLst>
          </p:cNvPr>
          <p:cNvCxnSpPr>
            <a:cxnSpLocks/>
          </p:cNvCxnSpPr>
          <p:nvPr userDrawn="1"/>
        </p:nvCxnSpPr>
        <p:spPr>
          <a:xfrm flipH="1">
            <a:off x="694849" y="3806126"/>
            <a:ext cx="10780592" cy="0"/>
          </a:xfrm>
          <a:prstGeom prst="line">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sp>
        <p:nvSpPr>
          <p:cNvPr id="4" name="Slide Number Placeholder 16">
            <a:extLst>
              <a:ext uri="{FF2B5EF4-FFF2-40B4-BE49-F238E27FC236}">
                <a16:creationId xmlns:a16="http://schemas.microsoft.com/office/drawing/2014/main" id="{C3F64F4A-B69D-24D0-68AA-E51BED4B637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313FA47-8696-8640-9F18-A29A7A43AB4D}"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8" name="Picture 7" descr="Central Piedmont Community College logo icon">
            <a:extLst>
              <a:ext uri="{FF2B5EF4-FFF2-40B4-BE49-F238E27FC236}">
                <a16:creationId xmlns:a16="http://schemas.microsoft.com/office/drawing/2014/main" id="{A0EE0A0B-9824-B82D-0A31-822E1F534C3E}"/>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05104228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y the Numbers - white">
    <p:bg>
      <p:bgPr>
        <a:solidFill>
          <a:schemeClr val="bg1"/>
        </a:solidFill>
        <a:effectLst/>
      </p:bgPr>
    </p:bg>
    <p:spTree>
      <p:nvGrpSpPr>
        <p:cNvPr id="1" name=""/>
        <p:cNvGrpSpPr/>
        <p:nvPr/>
      </p:nvGrpSpPr>
      <p:grpSpPr>
        <a:xfrm>
          <a:off x="0" y="0"/>
          <a:ext cx="0" cy="0"/>
          <a:chOff x="0" y="0"/>
          <a:chExt cx="0" cy="0"/>
        </a:xfrm>
      </p:grpSpPr>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972800" cy="640080"/>
          </a:xfrm>
        </p:spPr>
        <p:txBody>
          <a:bodyPr anchor="ctr" anchorCtr="0"/>
          <a:lstStyle>
            <a:lvl1pPr>
              <a:defRPr>
                <a:solidFill>
                  <a:schemeClr val="tx2"/>
                </a:solidFill>
              </a:defRPr>
            </a:lvl1pPr>
          </a:lstStyle>
          <a:p>
            <a:r>
              <a:rPr lang="en-US" altLang="zh-CN" noProof="0"/>
              <a:t>Click to edit title</a:t>
            </a:r>
            <a:endParaRPr lang="zh-CN" altLang="en-US"/>
          </a:p>
        </p:txBody>
      </p:sp>
      <p:sp>
        <p:nvSpPr>
          <p:cNvPr id="5" name="Rectangle 4">
            <a:extLst>
              <a:ext uri="{FF2B5EF4-FFF2-40B4-BE49-F238E27FC236}">
                <a16:creationId xmlns:a16="http://schemas.microsoft.com/office/drawing/2014/main" id="{59EC6526-3F68-C430-235D-36F5F6763231}"/>
              </a:ext>
              <a:ext uri="{C183D7F6-B498-43B3-948B-1728B52AA6E4}">
                <adec:decorative xmlns:adec="http://schemas.microsoft.com/office/drawing/2017/decorative" val="1"/>
              </a:ext>
            </a:extLst>
          </p:cNvPr>
          <p:cNvSpPr/>
          <p:nvPr userDrawn="1"/>
        </p:nvSpPr>
        <p:spPr>
          <a:xfrm>
            <a:off x="731520" y="1378774"/>
            <a:ext cx="2560320" cy="313134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822960" y="2001205"/>
            <a:ext cx="2377440" cy="738884"/>
          </a:xfrm>
        </p:spPr>
        <p:txBody>
          <a:bodyPr lIns="0" tIns="0" rIns="0" bIns="0" anchor="b">
            <a:noAutofit/>
          </a:bodyPr>
          <a:lstStyle>
            <a:lvl1pPr marL="0" indent="0" algn="ctr">
              <a:buNone/>
              <a:defRPr sz="4400" b="0" i="0">
                <a:solidFill>
                  <a:schemeClr val="bg1"/>
                </a:solidFill>
                <a:latin typeface="Franklin Gothic Medium" panose="020B0603020102020204" pitchFamily="34" charset="0"/>
              </a:defRPr>
            </a:lvl1pPr>
          </a:lstStyle>
          <a:p>
            <a:r>
              <a:rPr lang="en-US" altLang="zh-CN"/>
              <a:t>Number</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822960" y="2822968"/>
            <a:ext cx="2377440" cy="738884"/>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 consectetur adipiscing elit.</a:t>
            </a:r>
          </a:p>
        </p:txBody>
      </p:sp>
      <p:sp>
        <p:nvSpPr>
          <p:cNvPr id="7" name="Rectangle 6">
            <a:extLst>
              <a:ext uri="{FF2B5EF4-FFF2-40B4-BE49-F238E27FC236}">
                <a16:creationId xmlns:a16="http://schemas.microsoft.com/office/drawing/2014/main" id="{BC4F3C43-CD75-2128-CED8-49072053B6F6}"/>
              </a:ext>
              <a:ext uri="{C183D7F6-B498-43B3-948B-1728B52AA6E4}">
                <adec:decorative xmlns:adec="http://schemas.microsoft.com/office/drawing/2017/decorative" val="1"/>
              </a:ext>
            </a:extLst>
          </p:cNvPr>
          <p:cNvSpPr/>
          <p:nvPr userDrawn="1"/>
        </p:nvSpPr>
        <p:spPr>
          <a:xfrm>
            <a:off x="3502682" y="1378774"/>
            <a:ext cx="2668107" cy="153608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8" name="Text Placeholder 8">
            <a:extLst>
              <a:ext uri="{FF2B5EF4-FFF2-40B4-BE49-F238E27FC236}">
                <a16:creationId xmlns:a16="http://schemas.microsoft.com/office/drawing/2014/main" id="{603A8875-69D4-8626-8783-587E38A2049A}"/>
              </a:ext>
            </a:extLst>
          </p:cNvPr>
          <p:cNvSpPr>
            <a:spLocks noGrp="1"/>
          </p:cNvSpPr>
          <p:nvPr>
            <p:ph type="body" sz="quarter" idx="23" hasCustomPrompt="1"/>
          </p:nvPr>
        </p:nvSpPr>
        <p:spPr>
          <a:xfrm>
            <a:off x="3602295" y="1671312"/>
            <a:ext cx="2468880" cy="537602"/>
          </a:xfrm>
        </p:spPr>
        <p:txBody>
          <a:bodyPr lIns="0" tIns="0" rIns="0" bIns="0" anchor="b">
            <a:noAutofit/>
          </a:bodyPr>
          <a:lstStyle>
            <a:lvl1pPr marL="0" indent="0" algn="ctr">
              <a:buNone/>
              <a:defRPr sz="4000" b="0" i="0">
                <a:solidFill>
                  <a:schemeClr val="bg1"/>
                </a:solidFill>
                <a:latin typeface="Franklin Gothic Medium" panose="020B0603020102020204" pitchFamily="34" charset="0"/>
              </a:defRPr>
            </a:lvl1pPr>
          </a:lstStyle>
          <a:p>
            <a:r>
              <a:rPr lang="en-US" altLang="zh-CN"/>
              <a:t>Number</a:t>
            </a:r>
            <a:endParaRPr lang="zh-CN" altLang="en-US"/>
          </a:p>
        </p:txBody>
      </p:sp>
      <p:sp>
        <p:nvSpPr>
          <p:cNvPr id="9" name="Text Placeholder 7">
            <a:extLst>
              <a:ext uri="{FF2B5EF4-FFF2-40B4-BE49-F238E27FC236}">
                <a16:creationId xmlns:a16="http://schemas.microsoft.com/office/drawing/2014/main" id="{062B10C6-B9CA-1EA7-7E79-A3287EBE446D}"/>
              </a:ext>
            </a:extLst>
          </p:cNvPr>
          <p:cNvSpPr>
            <a:spLocks noGrp="1"/>
          </p:cNvSpPr>
          <p:nvPr>
            <p:ph type="body" sz="quarter" idx="24" hasCustomPrompt="1"/>
          </p:nvPr>
        </p:nvSpPr>
        <p:spPr>
          <a:xfrm>
            <a:off x="3602295" y="2289115"/>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a:t>
            </a:r>
          </a:p>
        </p:txBody>
      </p:sp>
      <p:sp>
        <p:nvSpPr>
          <p:cNvPr id="24" name="Rectangle 23">
            <a:extLst>
              <a:ext uri="{FF2B5EF4-FFF2-40B4-BE49-F238E27FC236}">
                <a16:creationId xmlns:a16="http://schemas.microsoft.com/office/drawing/2014/main" id="{122E1D77-85D9-FE41-FC7F-6EFAB926E36E}"/>
              </a:ext>
              <a:ext uri="{C183D7F6-B498-43B3-948B-1728B52AA6E4}">
                <adec:decorative xmlns:adec="http://schemas.microsoft.com/office/drawing/2017/decorative" val="1"/>
              </a:ext>
            </a:extLst>
          </p:cNvPr>
          <p:cNvSpPr/>
          <p:nvPr userDrawn="1"/>
        </p:nvSpPr>
        <p:spPr>
          <a:xfrm>
            <a:off x="3502682" y="3049938"/>
            <a:ext cx="2668107" cy="145874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7" name="Text Placeholder 8">
            <a:extLst>
              <a:ext uri="{FF2B5EF4-FFF2-40B4-BE49-F238E27FC236}">
                <a16:creationId xmlns:a16="http://schemas.microsoft.com/office/drawing/2014/main" id="{21E6E7F4-33BE-9532-1F60-248E93A37512}"/>
              </a:ext>
            </a:extLst>
          </p:cNvPr>
          <p:cNvSpPr>
            <a:spLocks noGrp="1"/>
          </p:cNvSpPr>
          <p:nvPr>
            <p:ph type="body" sz="quarter" idx="31" hasCustomPrompt="1"/>
          </p:nvPr>
        </p:nvSpPr>
        <p:spPr>
          <a:xfrm>
            <a:off x="3602295" y="3256596"/>
            <a:ext cx="2468880" cy="537602"/>
          </a:xfrm>
        </p:spPr>
        <p:txBody>
          <a:bodyPr lIns="0" tIns="0" rIns="0" bIns="0" anchor="b">
            <a:noAutofit/>
          </a:bodyPr>
          <a:lstStyle>
            <a:lvl1pPr marL="0" indent="0" algn="ctr">
              <a:buNone/>
              <a:defRPr sz="4000" b="0" i="0">
                <a:solidFill>
                  <a:schemeClr val="bg1"/>
                </a:solidFill>
                <a:latin typeface="Franklin Gothic Medium" panose="020B0603020102020204" pitchFamily="34" charset="0"/>
              </a:defRPr>
            </a:lvl1pPr>
          </a:lstStyle>
          <a:p>
            <a:r>
              <a:rPr lang="en-US" altLang="zh-CN"/>
              <a:t>Number</a:t>
            </a:r>
            <a:endParaRPr lang="zh-CN" altLang="en-US"/>
          </a:p>
        </p:txBody>
      </p:sp>
      <p:sp>
        <p:nvSpPr>
          <p:cNvPr id="30" name="Text Placeholder 7">
            <a:extLst>
              <a:ext uri="{FF2B5EF4-FFF2-40B4-BE49-F238E27FC236}">
                <a16:creationId xmlns:a16="http://schemas.microsoft.com/office/drawing/2014/main" id="{2F31A695-DAB0-8B84-4F05-C8425EEA9F1C}"/>
              </a:ext>
            </a:extLst>
          </p:cNvPr>
          <p:cNvSpPr>
            <a:spLocks noGrp="1"/>
          </p:cNvSpPr>
          <p:nvPr>
            <p:ph type="body" sz="quarter" idx="32" hasCustomPrompt="1"/>
          </p:nvPr>
        </p:nvSpPr>
        <p:spPr>
          <a:xfrm>
            <a:off x="3602295" y="3886579"/>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a:t>
            </a:r>
          </a:p>
        </p:txBody>
      </p:sp>
      <p:sp>
        <p:nvSpPr>
          <p:cNvPr id="10" name="Rectangle 9">
            <a:extLst>
              <a:ext uri="{FF2B5EF4-FFF2-40B4-BE49-F238E27FC236}">
                <a16:creationId xmlns:a16="http://schemas.microsoft.com/office/drawing/2014/main" id="{0FFC97D0-1B83-6CF9-F8B8-561F22668C79}"/>
              </a:ext>
              <a:ext uri="{C183D7F6-B498-43B3-948B-1728B52AA6E4}">
                <adec:decorative xmlns:adec="http://schemas.microsoft.com/office/drawing/2017/decorative" val="1"/>
              </a:ext>
            </a:extLst>
          </p:cNvPr>
          <p:cNvSpPr/>
          <p:nvPr userDrawn="1"/>
        </p:nvSpPr>
        <p:spPr>
          <a:xfrm>
            <a:off x="6368296" y="1378774"/>
            <a:ext cx="2468880" cy="313134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1" name="Text Placeholder 8">
            <a:extLst>
              <a:ext uri="{FF2B5EF4-FFF2-40B4-BE49-F238E27FC236}">
                <a16:creationId xmlns:a16="http://schemas.microsoft.com/office/drawing/2014/main" id="{C8C6B131-4FEA-C0C6-9EE8-0A59DD2B0CD1}"/>
              </a:ext>
            </a:extLst>
          </p:cNvPr>
          <p:cNvSpPr>
            <a:spLocks noGrp="1"/>
          </p:cNvSpPr>
          <p:nvPr>
            <p:ph type="body" sz="quarter" idx="25" hasCustomPrompt="1"/>
          </p:nvPr>
        </p:nvSpPr>
        <p:spPr>
          <a:xfrm>
            <a:off x="6467909" y="2001205"/>
            <a:ext cx="2286000" cy="738884"/>
          </a:xfrm>
        </p:spPr>
        <p:txBody>
          <a:bodyPr lIns="0" tIns="0" rIns="0" bIns="0" anchor="b">
            <a:noAutofit/>
          </a:bodyPr>
          <a:lstStyle>
            <a:lvl1pPr marL="0" indent="0" algn="ctr">
              <a:buNone/>
              <a:defRPr sz="4400" b="0" i="0">
                <a:solidFill>
                  <a:schemeClr val="tx1"/>
                </a:solidFill>
                <a:latin typeface="Franklin Gothic Medium" panose="020B0603020102020204" pitchFamily="34" charset="0"/>
              </a:defRPr>
            </a:lvl1pPr>
          </a:lstStyle>
          <a:p>
            <a:r>
              <a:rPr lang="en-US" altLang="zh-CN"/>
              <a:t>Number</a:t>
            </a:r>
            <a:endParaRPr lang="zh-CN" altLang="en-US"/>
          </a:p>
        </p:txBody>
      </p:sp>
      <p:sp>
        <p:nvSpPr>
          <p:cNvPr id="12" name="Text Placeholder 7">
            <a:extLst>
              <a:ext uri="{FF2B5EF4-FFF2-40B4-BE49-F238E27FC236}">
                <a16:creationId xmlns:a16="http://schemas.microsoft.com/office/drawing/2014/main" id="{9F086DF6-C3AC-9398-C075-8F976F8362A4}"/>
              </a:ext>
            </a:extLst>
          </p:cNvPr>
          <p:cNvSpPr>
            <a:spLocks noGrp="1"/>
          </p:cNvSpPr>
          <p:nvPr>
            <p:ph type="body" sz="quarter" idx="26" hasCustomPrompt="1"/>
          </p:nvPr>
        </p:nvSpPr>
        <p:spPr>
          <a:xfrm>
            <a:off x="6467909" y="2822968"/>
            <a:ext cx="2286000" cy="738884"/>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1"/>
                </a:solidFill>
                <a:latin typeface="Franklin Gothic Book" panose="020B0503020102020204" pitchFamily="34" charset="0"/>
              </a:defRPr>
            </a:lvl1pPr>
          </a:lstStyle>
          <a:p>
            <a:r>
              <a:rPr lang="en-US" altLang="zh-CN" noProof="1"/>
              <a:t>Lorem ipsum dolor sit amet, consectetur adipiscing elit.</a:t>
            </a:r>
          </a:p>
        </p:txBody>
      </p:sp>
      <p:sp>
        <p:nvSpPr>
          <p:cNvPr id="3" name="Rectangle 2">
            <a:extLst>
              <a:ext uri="{FF2B5EF4-FFF2-40B4-BE49-F238E27FC236}">
                <a16:creationId xmlns:a16="http://schemas.microsoft.com/office/drawing/2014/main" id="{DDF63666-6A94-8154-B2C5-47ED6E28061E}"/>
              </a:ext>
              <a:ext uri="{C183D7F6-B498-43B3-948B-1728B52AA6E4}">
                <adec:decorative xmlns:adec="http://schemas.microsoft.com/office/drawing/2017/decorative" val="1"/>
              </a:ext>
            </a:extLst>
          </p:cNvPr>
          <p:cNvSpPr/>
          <p:nvPr userDrawn="1"/>
        </p:nvSpPr>
        <p:spPr>
          <a:xfrm>
            <a:off x="9050519" y="1378774"/>
            <a:ext cx="2668107" cy="153608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3" name="Text Placeholder 8">
            <a:extLst>
              <a:ext uri="{FF2B5EF4-FFF2-40B4-BE49-F238E27FC236}">
                <a16:creationId xmlns:a16="http://schemas.microsoft.com/office/drawing/2014/main" id="{E2B9A797-A6F0-8F03-C665-059850833002}"/>
              </a:ext>
            </a:extLst>
          </p:cNvPr>
          <p:cNvSpPr>
            <a:spLocks noGrp="1"/>
          </p:cNvSpPr>
          <p:nvPr>
            <p:ph type="body" sz="quarter" idx="33" hasCustomPrompt="1"/>
          </p:nvPr>
        </p:nvSpPr>
        <p:spPr>
          <a:xfrm>
            <a:off x="9150132" y="1671312"/>
            <a:ext cx="2468880" cy="537602"/>
          </a:xfrm>
        </p:spPr>
        <p:txBody>
          <a:bodyPr lIns="0" tIns="0" rIns="0" bIns="0" anchor="b">
            <a:noAutofit/>
          </a:bodyPr>
          <a:lstStyle>
            <a:lvl1pPr marL="0" indent="0" algn="ctr">
              <a:buNone/>
              <a:defRPr sz="4000" b="0" i="0">
                <a:solidFill>
                  <a:schemeClr val="bg1"/>
                </a:solidFill>
                <a:latin typeface="Franklin Gothic Medium" panose="020B0603020102020204" pitchFamily="34" charset="0"/>
              </a:defRPr>
            </a:lvl1pPr>
          </a:lstStyle>
          <a:p>
            <a:r>
              <a:rPr lang="en-US" altLang="zh-CN"/>
              <a:t>Number</a:t>
            </a:r>
            <a:endParaRPr lang="zh-CN" altLang="en-US"/>
          </a:p>
        </p:txBody>
      </p:sp>
      <p:sp>
        <p:nvSpPr>
          <p:cNvPr id="14" name="Text Placeholder 7">
            <a:extLst>
              <a:ext uri="{FF2B5EF4-FFF2-40B4-BE49-F238E27FC236}">
                <a16:creationId xmlns:a16="http://schemas.microsoft.com/office/drawing/2014/main" id="{ED5A9CB4-9986-AA57-D8A8-F29A3C8EF35B}"/>
              </a:ext>
            </a:extLst>
          </p:cNvPr>
          <p:cNvSpPr>
            <a:spLocks noGrp="1"/>
          </p:cNvSpPr>
          <p:nvPr>
            <p:ph type="body" sz="quarter" idx="34" hasCustomPrompt="1"/>
          </p:nvPr>
        </p:nvSpPr>
        <p:spPr>
          <a:xfrm>
            <a:off x="9150132" y="2289115"/>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a:t>
            </a:r>
          </a:p>
        </p:txBody>
      </p:sp>
      <p:sp>
        <p:nvSpPr>
          <p:cNvPr id="16" name="Rectangle 15">
            <a:extLst>
              <a:ext uri="{FF2B5EF4-FFF2-40B4-BE49-F238E27FC236}">
                <a16:creationId xmlns:a16="http://schemas.microsoft.com/office/drawing/2014/main" id="{F6603392-F7A1-E995-3630-CB71CB85F2C4}"/>
              </a:ext>
              <a:ext uri="{C183D7F6-B498-43B3-948B-1728B52AA6E4}">
                <adec:decorative xmlns:adec="http://schemas.microsoft.com/office/drawing/2017/decorative" val="1"/>
              </a:ext>
            </a:extLst>
          </p:cNvPr>
          <p:cNvSpPr/>
          <p:nvPr userDrawn="1"/>
        </p:nvSpPr>
        <p:spPr>
          <a:xfrm>
            <a:off x="9050519" y="3049938"/>
            <a:ext cx="2668107" cy="145874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0" name="Text Placeholder 8">
            <a:extLst>
              <a:ext uri="{FF2B5EF4-FFF2-40B4-BE49-F238E27FC236}">
                <a16:creationId xmlns:a16="http://schemas.microsoft.com/office/drawing/2014/main" id="{E10AD526-3E68-49BA-9423-C704F696B8E1}"/>
              </a:ext>
            </a:extLst>
          </p:cNvPr>
          <p:cNvSpPr>
            <a:spLocks noGrp="1"/>
          </p:cNvSpPr>
          <p:nvPr>
            <p:ph type="body" sz="quarter" idx="35" hasCustomPrompt="1"/>
          </p:nvPr>
        </p:nvSpPr>
        <p:spPr>
          <a:xfrm>
            <a:off x="9150132" y="3256596"/>
            <a:ext cx="2468880" cy="537602"/>
          </a:xfrm>
        </p:spPr>
        <p:txBody>
          <a:bodyPr lIns="0" tIns="0" rIns="0" bIns="0" anchor="b">
            <a:noAutofit/>
          </a:bodyPr>
          <a:lstStyle>
            <a:lvl1pPr marL="0" indent="0" algn="ctr">
              <a:buNone/>
              <a:defRPr sz="4000" b="0" i="0">
                <a:solidFill>
                  <a:schemeClr val="bg1"/>
                </a:solidFill>
                <a:latin typeface="Franklin Gothic Medium" panose="020B0603020102020204" pitchFamily="34" charset="0"/>
              </a:defRPr>
            </a:lvl1pPr>
          </a:lstStyle>
          <a:p>
            <a:r>
              <a:rPr lang="en-US" altLang="zh-CN"/>
              <a:t>Number</a:t>
            </a:r>
            <a:endParaRPr lang="zh-CN" altLang="en-US"/>
          </a:p>
        </p:txBody>
      </p:sp>
      <p:sp>
        <p:nvSpPr>
          <p:cNvPr id="21" name="Text Placeholder 7">
            <a:extLst>
              <a:ext uri="{FF2B5EF4-FFF2-40B4-BE49-F238E27FC236}">
                <a16:creationId xmlns:a16="http://schemas.microsoft.com/office/drawing/2014/main" id="{F5F3396A-C4AA-CB12-AF38-9162CEA73B93}"/>
              </a:ext>
            </a:extLst>
          </p:cNvPr>
          <p:cNvSpPr>
            <a:spLocks noGrp="1"/>
          </p:cNvSpPr>
          <p:nvPr>
            <p:ph type="body" sz="quarter" idx="36" hasCustomPrompt="1"/>
          </p:nvPr>
        </p:nvSpPr>
        <p:spPr>
          <a:xfrm>
            <a:off x="9150132" y="3886579"/>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a:t>
            </a:r>
          </a:p>
        </p:txBody>
      </p:sp>
      <p:sp>
        <p:nvSpPr>
          <p:cNvPr id="17" name="Rectangle 16">
            <a:extLst>
              <a:ext uri="{FF2B5EF4-FFF2-40B4-BE49-F238E27FC236}">
                <a16:creationId xmlns:a16="http://schemas.microsoft.com/office/drawing/2014/main" id="{A10DEAB1-BB5A-B2BE-8DC3-D18DEB31B789}"/>
              </a:ext>
              <a:ext uri="{C183D7F6-B498-43B3-948B-1728B52AA6E4}">
                <adec:decorative xmlns:adec="http://schemas.microsoft.com/office/drawing/2017/decorative" val="1"/>
              </a:ext>
            </a:extLst>
          </p:cNvPr>
          <p:cNvSpPr/>
          <p:nvPr userDrawn="1"/>
        </p:nvSpPr>
        <p:spPr>
          <a:xfrm>
            <a:off x="731520" y="4694597"/>
            <a:ext cx="10987106" cy="128229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8" name="Text Placeholder 8">
            <a:extLst>
              <a:ext uri="{FF2B5EF4-FFF2-40B4-BE49-F238E27FC236}">
                <a16:creationId xmlns:a16="http://schemas.microsoft.com/office/drawing/2014/main" id="{02B5AAA6-9911-337F-A351-4FAF1C216480}"/>
              </a:ext>
            </a:extLst>
          </p:cNvPr>
          <p:cNvSpPr>
            <a:spLocks noGrp="1"/>
          </p:cNvSpPr>
          <p:nvPr>
            <p:ph type="body" sz="quarter" idx="29" hasCustomPrompt="1"/>
          </p:nvPr>
        </p:nvSpPr>
        <p:spPr>
          <a:xfrm>
            <a:off x="967273" y="4738772"/>
            <a:ext cx="10515600" cy="710275"/>
          </a:xfrm>
        </p:spPr>
        <p:txBody>
          <a:bodyPr lIns="0" tIns="0" rIns="0" bIns="0" anchor="b">
            <a:noAutofit/>
          </a:bodyPr>
          <a:lstStyle>
            <a:lvl1pPr marL="0" indent="0" algn="ctr">
              <a:buNone/>
              <a:defRPr sz="4400" b="0" i="0">
                <a:solidFill>
                  <a:schemeClr val="bg1"/>
                </a:solidFill>
                <a:latin typeface="Franklin Gothic Medium" panose="020B0603020102020204" pitchFamily="34" charset="0"/>
              </a:defRPr>
            </a:lvl1pPr>
          </a:lstStyle>
          <a:p>
            <a:r>
              <a:rPr lang="en-US" altLang="zh-CN"/>
              <a:t>Big Number</a:t>
            </a:r>
            <a:endParaRPr lang="zh-CN" altLang="en-US"/>
          </a:p>
        </p:txBody>
      </p:sp>
      <p:sp>
        <p:nvSpPr>
          <p:cNvPr id="19" name="Text Placeholder 7">
            <a:extLst>
              <a:ext uri="{FF2B5EF4-FFF2-40B4-BE49-F238E27FC236}">
                <a16:creationId xmlns:a16="http://schemas.microsoft.com/office/drawing/2014/main" id="{E5351D98-F3F2-5F4C-0B49-EC37AA4E6A44}"/>
              </a:ext>
            </a:extLst>
          </p:cNvPr>
          <p:cNvSpPr>
            <a:spLocks noGrp="1"/>
          </p:cNvSpPr>
          <p:nvPr>
            <p:ph type="body" sz="quarter" idx="30" hasCustomPrompt="1"/>
          </p:nvPr>
        </p:nvSpPr>
        <p:spPr>
          <a:xfrm>
            <a:off x="967273" y="5531287"/>
            <a:ext cx="10515600" cy="338477"/>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 consectetur adipiscing elit.</a:t>
            </a:r>
          </a:p>
        </p:txBody>
      </p:sp>
      <p:sp>
        <p:nvSpPr>
          <p:cNvPr id="2" name="Slide Number Placeholder 16">
            <a:extLst>
              <a:ext uri="{FF2B5EF4-FFF2-40B4-BE49-F238E27FC236}">
                <a16:creationId xmlns:a16="http://schemas.microsoft.com/office/drawing/2014/main" id="{6EF0ECE2-9228-BCCC-0A44-4F9E5D9DAF0F}"/>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6A84845-C448-EC41-A9F5-6A92E741105D}"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5" name="Picture 14" descr="Central Piedmont Community College logo icon">
            <a:extLst>
              <a:ext uri="{FF2B5EF4-FFF2-40B4-BE49-F238E27FC236}">
                <a16:creationId xmlns:a16="http://schemas.microsoft.com/office/drawing/2014/main" id="{A3E0B994-F5E9-FADD-0D60-64C69203DBA6}"/>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13092354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By the Numbers - blue">
    <p:bg>
      <p:bgPr>
        <a:solidFill>
          <a:schemeClr val="accent2"/>
        </a:solidFill>
        <a:effectLst/>
      </p:bgPr>
    </p:bg>
    <p:spTree>
      <p:nvGrpSpPr>
        <p:cNvPr id="1" name=""/>
        <p:cNvGrpSpPr/>
        <p:nvPr/>
      </p:nvGrpSpPr>
      <p:grpSpPr>
        <a:xfrm>
          <a:off x="0" y="0"/>
          <a:ext cx="0" cy="0"/>
          <a:chOff x="0" y="0"/>
          <a:chExt cx="0" cy="0"/>
        </a:xfrm>
      </p:grpSpPr>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bg1"/>
                </a:solidFill>
              </a:defRPr>
            </a:lvl1pPr>
          </a:lstStyle>
          <a:p>
            <a:r>
              <a:rPr lang="en-US" altLang="zh-CN" noProof="0"/>
              <a:t>Click to edit title</a:t>
            </a:r>
            <a:endParaRPr lang="zh-CN" altLang="en-US"/>
          </a:p>
        </p:txBody>
      </p:sp>
      <p:sp>
        <p:nvSpPr>
          <p:cNvPr id="5" name="Rectangle 4">
            <a:extLst>
              <a:ext uri="{FF2B5EF4-FFF2-40B4-BE49-F238E27FC236}">
                <a16:creationId xmlns:a16="http://schemas.microsoft.com/office/drawing/2014/main" id="{59EC6526-3F68-C430-235D-36F5F6763231}"/>
              </a:ext>
              <a:ext uri="{C183D7F6-B498-43B3-948B-1728B52AA6E4}">
                <adec:decorative xmlns:adec="http://schemas.microsoft.com/office/drawing/2017/decorative" val="1"/>
              </a:ext>
            </a:extLst>
          </p:cNvPr>
          <p:cNvSpPr/>
          <p:nvPr userDrawn="1"/>
        </p:nvSpPr>
        <p:spPr>
          <a:xfrm>
            <a:off x="731520" y="1385124"/>
            <a:ext cx="2468880" cy="31313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822960" y="2007555"/>
            <a:ext cx="2286000" cy="738884"/>
          </a:xfrm>
        </p:spPr>
        <p:txBody>
          <a:bodyPr lIns="0" tIns="0" rIns="0" bIns="0" anchor="b">
            <a:noAutofit/>
          </a:bodyPr>
          <a:lstStyle>
            <a:lvl1pPr marL="0" indent="0" algn="ctr">
              <a:buNone/>
              <a:defRPr sz="4400" b="0" i="0">
                <a:solidFill>
                  <a:schemeClr val="tx1"/>
                </a:solidFill>
                <a:latin typeface="Franklin Gothic Medium" panose="020B0603020102020204" pitchFamily="34" charset="0"/>
              </a:defRPr>
            </a:lvl1pPr>
          </a:lstStyle>
          <a:p>
            <a:r>
              <a:rPr lang="en-US" altLang="zh-CN"/>
              <a:t>Number</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822960" y="2844308"/>
            <a:ext cx="2286000" cy="738884"/>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1"/>
                </a:solidFill>
                <a:latin typeface="Franklin Gothic Book" panose="020B0503020102020204" pitchFamily="34" charset="0"/>
              </a:defRPr>
            </a:lvl1pPr>
          </a:lstStyle>
          <a:p>
            <a:r>
              <a:rPr lang="en-US" altLang="zh-CN" noProof="1"/>
              <a:t>Lorem ipsum dolor sit amet, consectetur adipiscing elit.</a:t>
            </a:r>
          </a:p>
        </p:txBody>
      </p:sp>
      <p:sp>
        <p:nvSpPr>
          <p:cNvPr id="7" name="Rectangle 6">
            <a:extLst>
              <a:ext uri="{FF2B5EF4-FFF2-40B4-BE49-F238E27FC236}">
                <a16:creationId xmlns:a16="http://schemas.microsoft.com/office/drawing/2014/main" id="{BC4F3C43-CD75-2128-CED8-49072053B6F6}"/>
              </a:ext>
              <a:ext uri="{C183D7F6-B498-43B3-948B-1728B52AA6E4}">
                <adec:decorative xmlns:adec="http://schemas.microsoft.com/office/drawing/2017/decorative" val="1"/>
              </a:ext>
            </a:extLst>
          </p:cNvPr>
          <p:cNvSpPr/>
          <p:nvPr userDrawn="1"/>
        </p:nvSpPr>
        <p:spPr>
          <a:xfrm>
            <a:off x="3372056" y="1385124"/>
            <a:ext cx="2668107" cy="15360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8" name="Text Placeholder 8">
            <a:extLst>
              <a:ext uri="{FF2B5EF4-FFF2-40B4-BE49-F238E27FC236}">
                <a16:creationId xmlns:a16="http://schemas.microsoft.com/office/drawing/2014/main" id="{603A8875-69D4-8626-8783-587E38A2049A}"/>
              </a:ext>
            </a:extLst>
          </p:cNvPr>
          <p:cNvSpPr>
            <a:spLocks noGrp="1"/>
          </p:cNvSpPr>
          <p:nvPr>
            <p:ph type="body" sz="quarter" idx="23" hasCustomPrompt="1"/>
          </p:nvPr>
        </p:nvSpPr>
        <p:spPr>
          <a:xfrm>
            <a:off x="3471669" y="1686677"/>
            <a:ext cx="2468880" cy="537602"/>
          </a:xfrm>
        </p:spPr>
        <p:txBody>
          <a:bodyPr lIns="0" tIns="0" rIns="0" bIns="0" anchor="b">
            <a:noAutofit/>
          </a:bodyPr>
          <a:lstStyle>
            <a:lvl1pPr marL="0" indent="0" algn="ctr">
              <a:buNone/>
              <a:defRPr sz="4000" b="0" i="0">
                <a:solidFill>
                  <a:schemeClr val="accent2"/>
                </a:solidFill>
                <a:latin typeface="Franklin Gothic Medium" panose="020B0603020102020204" pitchFamily="34" charset="0"/>
              </a:defRPr>
            </a:lvl1pPr>
          </a:lstStyle>
          <a:p>
            <a:r>
              <a:rPr lang="en-US" altLang="zh-CN"/>
              <a:t>Number</a:t>
            </a:r>
            <a:endParaRPr lang="zh-CN" altLang="en-US"/>
          </a:p>
        </p:txBody>
      </p:sp>
      <p:sp>
        <p:nvSpPr>
          <p:cNvPr id="9" name="Text Placeholder 7">
            <a:extLst>
              <a:ext uri="{FF2B5EF4-FFF2-40B4-BE49-F238E27FC236}">
                <a16:creationId xmlns:a16="http://schemas.microsoft.com/office/drawing/2014/main" id="{062B10C6-B9CA-1EA7-7E79-A3287EBE446D}"/>
              </a:ext>
            </a:extLst>
          </p:cNvPr>
          <p:cNvSpPr>
            <a:spLocks noGrp="1"/>
          </p:cNvSpPr>
          <p:nvPr>
            <p:ph type="body" sz="quarter" idx="24" hasCustomPrompt="1"/>
          </p:nvPr>
        </p:nvSpPr>
        <p:spPr>
          <a:xfrm>
            <a:off x="3471669" y="2280475"/>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4" name="Rectangle 23">
            <a:extLst>
              <a:ext uri="{FF2B5EF4-FFF2-40B4-BE49-F238E27FC236}">
                <a16:creationId xmlns:a16="http://schemas.microsoft.com/office/drawing/2014/main" id="{122E1D77-85D9-FE41-FC7F-6EFAB926E36E}"/>
              </a:ext>
              <a:ext uri="{C183D7F6-B498-43B3-948B-1728B52AA6E4}">
                <adec:decorative xmlns:adec="http://schemas.microsoft.com/office/drawing/2017/decorative" val="1"/>
              </a:ext>
            </a:extLst>
          </p:cNvPr>
          <p:cNvSpPr/>
          <p:nvPr userDrawn="1"/>
        </p:nvSpPr>
        <p:spPr>
          <a:xfrm>
            <a:off x="3372056" y="3056288"/>
            <a:ext cx="2668107" cy="14587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7" name="Text Placeholder 8">
            <a:extLst>
              <a:ext uri="{FF2B5EF4-FFF2-40B4-BE49-F238E27FC236}">
                <a16:creationId xmlns:a16="http://schemas.microsoft.com/office/drawing/2014/main" id="{21E6E7F4-33BE-9532-1F60-248E93A37512}"/>
              </a:ext>
            </a:extLst>
          </p:cNvPr>
          <p:cNvSpPr>
            <a:spLocks noGrp="1"/>
          </p:cNvSpPr>
          <p:nvPr>
            <p:ph type="body" sz="quarter" idx="31" hasCustomPrompt="1"/>
          </p:nvPr>
        </p:nvSpPr>
        <p:spPr>
          <a:xfrm>
            <a:off x="3471669" y="3262946"/>
            <a:ext cx="2468880" cy="537602"/>
          </a:xfrm>
        </p:spPr>
        <p:txBody>
          <a:bodyPr lIns="0" tIns="0" rIns="0" bIns="0" anchor="b">
            <a:noAutofit/>
          </a:bodyPr>
          <a:lstStyle>
            <a:lvl1pPr marL="0" indent="0" algn="ctr">
              <a:buNone/>
              <a:defRPr sz="4000" b="0" i="0">
                <a:solidFill>
                  <a:schemeClr val="accent2"/>
                </a:solidFill>
                <a:latin typeface="Franklin Gothic Medium" panose="020B0603020102020204" pitchFamily="34" charset="0"/>
              </a:defRPr>
            </a:lvl1pPr>
          </a:lstStyle>
          <a:p>
            <a:r>
              <a:rPr lang="en-US" altLang="zh-CN"/>
              <a:t>Number</a:t>
            </a:r>
            <a:endParaRPr lang="zh-CN" altLang="en-US"/>
          </a:p>
        </p:txBody>
      </p:sp>
      <p:sp>
        <p:nvSpPr>
          <p:cNvPr id="30" name="Text Placeholder 7">
            <a:extLst>
              <a:ext uri="{FF2B5EF4-FFF2-40B4-BE49-F238E27FC236}">
                <a16:creationId xmlns:a16="http://schemas.microsoft.com/office/drawing/2014/main" id="{2F31A695-DAB0-8B84-4F05-C8425EEA9F1C}"/>
              </a:ext>
            </a:extLst>
          </p:cNvPr>
          <p:cNvSpPr>
            <a:spLocks noGrp="1"/>
          </p:cNvSpPr>
          <p:nvPr>
            <p:ph type="body" sz="quarter" idx="32" hasCustomPrompt="1"/>
          </p:nvPr>
        </p:nvSpPr>
        <p:spPr>
          <a:xfrm>
            <a:off x="3471669" y="3862949"/>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0" name="Rectangle 9">
            <a:extLst>
              <a:ext uri="{FF2B5EF4-FFF2-40B4-BE49-F238E27FC236}">
                <a16:creationId xmlns:a16="http://schemas.microsoft.com/office/drawing/2014/main" id="{0FFC97D0-1B83-6CF9-F8B8-561F22668C79}"/>
              </a:ext>
              <a:ext uri="{C183D7F6-B498-43B3-948B-1728B52AA6E4}">
                <adec:decorative xmlns:adec="http://schemas.microsoft.com/office/drawing/2017/decorative" val="1"/>
              </a:ext>
            </a:extLst>
          </p:cNvPr>
          <p:cNvSpPr/>
          <p:nvPr userDrawn="1"/>
        </p:nvSpPr>
        <p:spPr>
          <a:xfrm>
            <a:off x="6208642" y="1385124"/>
            <a:ext cx="2377440" cy="31313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1" name="Text Placeholder 8">
            <a:extLst>
              <a:ext uri="{FF2B5EF4-FFF2-40B4-BE49-F238E27FC236}">
                <a16:creationId xmlns:a16="http://schemas.microsoft.com/office/drawing/2014/main" id="{C8C6B131-4FEA-C0C6-9EE8-0A59DD2B0CD1}"/>
              </a:ext>
            </a:extLst>
          </p:cNvPr>
          <p:cNvSpPr>
            <a:spLocks noGrp="1"/>
          </p:cNvSpPr>
          <p:nvPr>
            <p:ph type="body" sz="quarter" idx="25" hasCustomPrompt="1"/>
          </p:nvPr>
        </p:nvSpPr>
        <p:spPr>
          <a:xfrm>
            <a:off x="6300082" y="2007555"/>
            <a:ext cx="2194560" cy="738884"/>
          </a:xfrm>
        </p:spPr>
        <p:txBody>
          <a:bodyPr lIns="0" tIns="0" rIns="0" bIns="0" anchor="b">
            <a:noAutofit/>
          </a:bodyPr>
          <a:lstStyle>
            <a:lvl1pPr marL="0" indent="0" algn="ctr">
              <a:buNone/>
              <a:defRPr sz="4400" b="0" i="0">
                <a:solidFill>
                  <a:schemeClr val="bg1"/>
                </a:solidFill>
                <a:latin typeface="Franklin Gothic Medium" panose="020B0603020102020204" pitchFamily="34" charset="0"/>
              </a:defRPr>
            </a:lvl1pPr>
          </a:lstStyle>
          <a:p>
            <a:r>
              <a:rPr lang="en-US" altLang="zh-CN"/>
              <a:t>Number</a:t>
            </a:r>
            <a:endParaRPr lang="zh-CN" altLang="en-US"/>
          </a:p>
        </p:txBody>
      </p:sp>
      <p:sp>
        <p:nvSpPr>
          <p:cNvPr id="12" name="Text Placeholder 7">
            <a:extLst>
              <a:ext uri="{FF2B5EF4-FFF2-40B4-BE49-F238E27FC236}">
                <a16:creationId xmlns:a16="http://schemas.microsoft.com/office/drawing/2014/main" id="{9F086DF6-C3AC-9398-C075-8F976F8362A4}"/>
              </a:ext>
            </a:extLst>
          </p:cNvPr>
          <p:cNvSpPr>
            <a:spLocks noGrp="1"/>
          </p:cNvSpPr>
          <p:nvPr>
            <p:ph type="body" sz="quarter" idx="26" hasCustomPrompt="1"/>
          </p:nvPr>
        </p:nvSpPr>
        <p:spPr>
          <a:xfrm>
            <a:off x="6300082" y="2844308"/>
            <a:ext cx="2194560" cy="738884"/>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 consectetur adipiscing elit.</a:t>
            </a:r>
          </a:p>
        </p:txBody>
      </p:sp>
      <p:sp>
        <p:nvSpPr>
          <p:cNvPr id="32" name="Rectangle 31">
            <a:extLst>
              <a:ext uri="{FF2B5EF4-FFF2-40B4-BE49-F238E27FC236}">
                <a16:creationId xmlns:a16="http://schemas.microsoft.com/office/drawing/2014/main" id="{2B05E421-78DE-3D6A-1004-8B0CAB2CE697}"/>
              </a:ext>
              <a:ext uri="{C183D7F6-B498-43B3-948B-1728B52AA6E4}">
                <adec:decorative xmlns:adec="http://schemas.microsoft.com/office/drawing/2017/decorative" val="1"/>
              </a:ext>
            </a:extLst>
          </p:cNvPr>
          <p:cNvSpPr/>
          <p:nvPr userDrawn="1"/>
        </p:nvSpPr>
        <p:spPr>
          <a:xfrm>
            <a:off x="8766090" y="1394139"/>
            <a:ext cx="2668107" cy="15360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33" name="Text Placeholder 8">
            <a:extLst>
              <a:ext uri="{FF2B5EF4-FFF2-40B4-BE49-F238E27FC236}">
                <a16:creationId xmlns:a16="http://schemas.microsoft.com/office/drawing/2014/main" id="{AC17AA15-72A0-C6CD-3597-7BB9AAC3239E}"/>
              </a:ext>
            </a:extLst>
          </p:cNvPr>
          <p:cNvSpPr>
            <a:spLocks noGrp="1"/>
          </p:cNvSpPr>
          <p:nvPr>
            <p:ph type="body" sz="quarter" idx="33" hasCustomPrompt="1"/>
          </p:nvPr>
        </p:nvSpPr>
        <p:spPr>
          <a:xfrm>
            <a:off x="8865703" y="1686677"/>
            <a:ext cx="2468880" cy="537602"/>
          </a:xfrm>
        </p:spPr>
        <p:txBody>
          <a:bodyPr lIns="0" tIns="0" rIns="0" bIns="0" anchor="b">
            <a:noAutofit/>
          </a:bodyPr>
          <a:lstStyle>
            <a:lvl1pPr marL="0" indent="0" algn="ctr">
              <a:buNone/>
              <a:defRPr sz="4000" b="0" i="0">
                <a:solidFill>
                  <a:schemeClr val="accent2"/>
                </a:solidFill>
                <a:latin typeface="Franklin Gothic Medium" panose="020B0603020102020204" pitchFamily="34" charset="0"/>
              </a:defRPr>
            </a:lvl1pPr>
          </a:lstStyle>
          <a:p>
            <a:r>
              <a:rPr lang="en-US" altLang="zh-CN"/>
              <a:t>Number</a:t>
            </a:r>
            <a:endParaRPr lang="zh-CN" altLang="en-US"/>
          </a:p>
        </p:txBody>
      </p:sp>
      <p:sp>
        <p:nvSpPr>
          <p:cNvPr id="34" name="Text Placeholder 7">
            <a:extLst>
              <a:ext uri="{FF2B5EF4-FFF2-40B4-BE49-F238E27FC236}">
                <a16:creationId xmlns:a16="http://schemas.microsoft.com/office/drawing/2014/main" id="{C86B8594-0D02-28C7-AB22-07F0177CE12F}"/>
              </a:ext>
            </a:extLst>
          </p:cNvPr>
          <p:cNvSpPr>
            <a:spLocks noGrp="1"/>
          </p:cNvSpPr>
          <p:nvPr>
            <p:ph type="body" sz="quarter" idx="34" hasCustomPrompt="1"/>
          </p:nvPr>
        </p:nvSpPr>
        <p:spPr>
          <a:xfrm>
            <a:off x="8865703" y="2280475"/>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35" name="Rectangle 34">
            <a:extLst>
              <a:ext uri="{FF2B5EF4-FFF2-40B4-BE49-F238E27FC236}">
                <a16:creationId xmlns:a16="http://schemas.microsoft.com/office/drawing/2014/main" id="{E2FC329F-3A85-474B-E7E1-1B93AE14241D}"/>
              </a:ext>
              <a:ext uri="{C183D7F6-B498-43B3-948B-1728B52AA6E4}">
                <adec:decorative xmlns:adec="http://schemas.microsoft.com/office/drawing/2017/decorative" val="1"/>
              </a:ext>
            </a:extLst>
          </p:cNvPr>
          <p:cNvSpPr/>
          <p:nvPr userDrawn="1"/>
        </p:nvSpPr>
        <p:spPr>
          <a:xfrm>
            <a:off x="8766090" y="3055398"/>
            <a:ext cx="2668107" cy="14686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36" name="Text Placeholder 8">
            <a:extLst>
              <a:ext uri="{FF2B5EF4-FFF2-40B4-BE49-F238E27FC236}">
                <a16:creationId xmlns:a16="http://schemas.microsoft.com/office/drawing/2014/main" id="{BAA23574-7A65-6B2C-AC54-44B9AF0C4442}"/>
              </a:ext>
            </a:extLst>
          </p:cNvPr>
          <p:cNvSpPr>
            <a:spLocks noGrp="1"/>
          </p:cNvSpPr>
          <p:nvPr>
            <p:ph type="body" sz="quarter" idx="35" hasCustomPrompt="1"/>
          </p:nvPr>
        </p:nvSpPr>
        <p:spPr>
          <a:xfrm>
            <a:off x="8865703" y="3262946"/>
            <a:ext cx="2468880" cy="537602"/>
          </a:xfrm>
        </p:spPr>
        <p:txBody>
          <a:bodyPr lIns="0" tIns="0" rIns="0" bIns="0" anchor="b">
            <a:noAutofit/>
          </a:bodyPr>
          <a:lstStyle>
            <a:lvl1pPr marL="0" indent="0" algn="ctr">
              <a:buNone/>
              <a:defRPr sz="4000" b="0" i="0">
                <a:solidFill>
                  <a:schemeClr val="accent2"/>
                </a:solidFill>
                <a:latin typeface="Franklin Gothic Medium" panose="020B0603020102020204" pitchFamily="34" charset="0"/>
              </a:defRPr>
            </a:lvl1pPr>
          </a:lstStyle>
          <a:p>
            <a:r>
              <a:rPr lang="en-US" altLang="zh-CN"/>
              <a:t>Number</a:t>
            </a:r>
            <a:endParaRPr lang="zh-CN" altLang="en-US"/>
          </a:p>
        </p:txBody>
      </p:sp>
      <p:sp>
        <p:nvSpPr>
          <p:cNvPr id="37" name="Text Placeholder 7">
            <a:extLst>
              <a:ext uri="{FF2B5EF4-FFF2-40B4-BE49-F238E27FC236}">
                <a16:creationId xmlns:a16="http://schemas.microsoft.com/office/drawing/2014/main" id="{2A56384A-0C02-A16C-8588-AFBDB20272D6}"/>
              </a:ext>
            </a:extLst>
          </p:cNvPr>
          <p:cNvSpPr>
            <a:spLocks noGrp="1"/>
          </p:cNvSpPr>
          <p:nvPr>
            <p:ph type="body" sz="quarter" idx="36" hasCustomPrompt="1"/>
          </p:nvPr>
        </p:nvSpPr>
        <p:spPr>
          <a:xfrm>
            <a:off x="8865703" y="3862949"/>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7" name="Rectangle 16">
            <a:extLst>
              <a:ext uri="{FF2B5EF4-FFF2-40B4-BE49-F238E27FC236}">
                <a16:creationId xmlns:a16="http://schemas.microsoft.com/office/drawing/2014/main" id="{A10DEAB1-BB5A-B2BE-8DC3-D18DEB31B789}"/>
              </a:ext>
              <a:ext uri="{C183D7F6-B498-43B3-948B-1728B52AA6E4}">
                <adec:decorative xmlns:adec="http://schemas.microsoft.com/office/drawing/2017/decorative" val="1"/>
              </a:ext>
            </a:extLst>
          </p:cNvPr>
          <p:cNvSpPr/>
          <p:nvPr userDrawn="1"/>
        </p:nvSpPr>
        <p:spPr>
          <a:xfrm>
            <a:off x="734712" y="4700947"/>
            <a:ext cx="10698480" cy="12822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8" name="Text Placeholder 8">
            <a:extLst>
              <a:ext uri="{FF2B5EF4-FFF2-40B4-BE49-F238E27FC236}">
                <a16:creationId xmlns:a16="http://schemas.microsoft.com/office/drawing/2014/main" id="{02B5AAA6-9911-337F-A351-4FAF1C216480}"/>
              </a:ext>
            </a:extLst>
          </p:cNvPr>
          <p:cNvSpPr>
            <a:spLocks noGrp="1"/>
          </p:cNvSpPr>
          <p:nvPr>
            <p:ph type="body" sz="quarter" idx="29" hasCustomPrompt="1"/>
          </p:nvPr>
        </p:nvSpPr>
        <p:spPr>
          <a:xfrm>
            <a:off x="917592" y="4760112"/>
            <a:ext cx="10332720" cy="710275"/>
          </a:xfrm>
        </p:spPr>
        <p:txBody>
          <a:bodyPr lIns="0" tIns="0" rIns="0" bIns="0" anchor="b">
            <a:noAutofit/>
          </a:bodyPr>
          <a:lstStyle>
            <a:lvl1pPr marL="0" indent="0" algn="ctr">
              <a:buNone/>
              <a:defRPr sz="4400" b="0" i="0">
                <a:solidFill>
                  <a:schemeClr val="tx1"/>
                </a:solidFill>
                <a:latin typeface="Franklin Gothic Medium" panose="020B0603020102020204" pitchFamily="34" charset="0"/>
              </a:defRPr>
            </a:lvl1pPr>
          </a:lstStyle>
          <a:p>
            <a:r>
              <a:rPr lang="en-US" altLang="zh-CN"/>
              <a:t>Big Number</a:t>
            </a:r>
            <a:endParaRPr lang="zh-CN" altLang="en-US"/>
          </a:p>
        </p:txBody>
      </p:sp>
      <p:sp>
        <p:nvSpPr>
          <p:cNvPr id="19" name="Text Placeholder 7">
            <a:extLst>
              <a:ext uri="{FF2B5EF4-FFF2-40B4-BE49-F238E27FC236}">
                <a16:creationId xmlns:a16="http://schemas.microsoft.com/office/drawing/2014/main" id="{E5351D98-F3F2-5F4C-0B49-EC37AA4E6A44}"/>
              </a:ext>
            </a:extLst>
          </p:cNvPr>
          <p:cNvSpPr>
            <a:spLocks noGrp="1"/>
          </p:cNvSpPr>
          <p:nvPr>
            <p:ph type="body" sz="quarter" idx="30" hasCustomPrompt="1"/>
          </p:nvPr>
        </p:nvSpPr>
        <p:spPr>
          <a:xfrm>
            <a:off x="917592" y="5537637"/>
            <a:ext cx="10332720" cy="338477"/>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1"/>
                </a:solidFill>
                <a:latin typeface="Franklin Gothic Book" panose="020B0503020102020204" pitchFamily="34" charset="0"/>
              </a:defRPr>
            </a:lvl1pPr>
          </a:lstStyle>
          <a:p>
            <a:r>
              <a:rPr lang="en-US" altLang="zh-CN" noProof="1"/>
              <a:t>Lorem ipsum dolor sit amet, consectetur adipiscing elit.</a:t>
            </a:r>
          </a:p>
        </p:txBody>
      </p:sp>
      <p:sp>
        <p:nvSpPr>
          <p:cNvPr id="3" name="Slide Number Placeholder 16">
            <a:extLst>
              <a:ext uri="{FF2B5EF4-FFF2-40B4-BE49-F238E27FC236}">
                <a16:creationId xmlns:a16="http://schemas.microsoft.com/office/drawing/2014/main" id="{769E2835-B91C-F3F5-8CDD-BAA2B4D57BB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ABCAA68-C0E9-F148-8F46-EC0E970A4612}"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13" name="Picture 12" descr="Central Piedmont Community College logo icon">
            <a:extLst>
              <a:ext uri="{FF2B5EF4-FFF2-40B4-BE49-F238E27FC236}">
                <a16:creationId xmlns:a16="http://schemas.microsoft.com/office/drawing/2014/main" id="{1A01F9F9-5459-03C9-072E-2409952A4D57}"/>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63601250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3 Callouts - white">
    <p:bg>
      <p:bgPr>
        <a:solidFill>
          <a:schemeClr val="bg1"/>
        </a:solidFill>
        <a:effectLst/>
      </p:bgPr>
    </p:bg>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E9971A41-47F3-FF58-6FF1-3D7E7BF78C06}"/>
              </a:ext>
              <a:ext uri="{C183D7F6-B498-43B3-948B-1728B52AA6E4}">
                <adec:decorative xmlns:adec="http://schemas.microsoft.com/office/drawing/2017/decorative" val="1"/>
              </a:ext>
            </a:extLst>
          </p:cNvPr>
          <p:cNvSpPr/>
          <p:nvPr userDrawn="1"/>
        </p:nvSpPr>
        <p:spPr>
          <a:xfrm>
            <a:off x="599783"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tx2"/>
          </a:solidFill>
          <a:ln w="1269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67566B53-E0FC-7790-43C9-63D1DBCBB8D4}"/>
              </a:ext>
              <a:ext uri="{C183D7F6-B498-43B3-948B-1728B52AA6E4}">
                <adec:decorative xmlns:adec="http://schemas.microsoft.com/office/drawing/2017/decorative" val="1"/>
              </a:ext>
            </a:extLst>
          </p:cNvPr>
          <p:cNvSpPr/>
          <p:nvPr userDrawn="1"/>
        </p:nvSpPr>
        <p:spPr>
          <a:xfrm>
            <a:off x="4398412"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accent1"/>
          </a:solidFill>
          <a:ln w="12690"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D6746F42-ACF2-5549-1ECF-84A99086372D}"/>
              </a:ext>
              <a:ext uri="{C183D7F6-B498-43B3-948B-1728B52AA6E4}">
                <adec:decorative xmlns:adec="http://schemas.microsoft.com/office/drawing/2017/decorative" val="1"/>
              </a:ext>
            </a:extLst>
          </p:cNvPr>
          <p:cNvSpPr/>
          <p:nvPr userDrawn="1"/>
        </p:nvSpPr>
        <p:spPr>
          <a:xfrm>
            <a:off x="8197042"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accent2"/>
          </a:solidFill>
          <a:ln w="12690" cap="flat">
            <a:noFill/>
            <a:prstDash val="solid"/>
            <a:miter/>
          </a:ln>
        </p:spPr>
        <p:txBody>
          <a:bodyPr rtlCol="0" anchor="ctr"/>
          <a:lstStyle/>
          <a:p>
            <a:endParaRPr lang="en-US"/>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2"/>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922809" y="1697709"/>
            <a:ext cx="2743200" cy="685800"/>
          </a:xfrm>
        </p:spPr>
        <p:txBody>
          <a:bodyPr lIns="0" tIns="0" rIns="0" bIns="0"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922809" y="2784922"/>
            <a:ext cx="2743200" cy="2408035"/>
          </a:xfrm>
        </p:spPr>
        <p:txBody>
          <a:bodyPr>
            <a:noAutofit/>
          </a:bodyPr>
          <a:lstStyle>
            <a:lvl1pPr marL="0" indent="0" algn="l">
              <a:buClr>
                <a:srgbClr val="E0D7AE"/>
              </a:buClr>
              <a:buFont typeface="Arial" panose="020B0604020202020204" pitchFamily="34" charset="0"/>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7" name="Text Placeholder 8">
            <a:extLst>
              <a:ext uri="{FF2B5EF4-FFF2-40B4-BE49-F238E27FC236}">
                <a16:creationId xmlns:a16="http://schemas.microsoft.com/office/drawing/2014/main" id="{3E8BFECF-DBB3-813D-8D7A-939152989893}"/>
              </a:ext>
            </a:extLst>
          </p:cNvPr>
          <p:cNvSpPr>
            <a:spLocks noGrp="1"/>
          </p:cNvSpPr>
          <p:nvPr>
            <p:ph type="body" sz="quarter" idx="23" hasCustomPrompt="1"/>
          </p:nvPr>
        </p:nvSpPr>
        <p:spPr>
          <a:xfrm>
            <a:off x="4721438" y="1687445"/>
            <a:ext cx="2743200" cy="685800"/>
          </a:xfrm>
        </p:spPr>
        <p:txBody>
          <a:bodyPr lIns="0" tIns="0" rIns="0" bIns="0"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8" name="Text Placeholder 7">
            <a:extLst>
              <a:ext uri="{FF2B5EF4-FFF2-40B4-BE49-F238E27FC236}">
                <a16:creationId xmlns:a16="http://schemas.microsoft.com/office/drawing/2014/main" id="{A4A48BDE-6081-A189-7D82-AA7184A64B62}"/>
              </a:ext>
            </a:extLst>
          </p:cNvPr>
          <p:cNvSpPr>
            <a:spLocks noGrp="1"/>
          </p:cNvSpPr>
          <p:nvPr>
            <p:ph type="body" sz="quarter" idx="24" hasCustomPrompt="1"/>
          </p:nvPr>
        </p:nvSpPr>
        <p:spPr>
          <a:xfrm>
            <a:off x="4721438" y="2774658"/>
            <a:ext cx="2743200" cy="2408035"/>
          </a:xfrm>
        </p:spPr>
        <p:txBody>
          <a:bodyPr>
            <a:noAutofit/>
          </a:bodyPr>
          <a:lstStyle>
            <a:lvl1pPr marL="0" indent="0" algn="l">
              <a:buClr>
                <a:schemeClr val="tx1"/>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9" name="Text Placeholder 8">
            <a:extLst>
              <a:ext uri="{FF2B5EF4-FFF2-40B4-BE49-F238E27FC236}">
                <a16:creationId xmlns:a16="http://schemas.microsoft.com/office/drawing/2014/main" id="{9C4E81B2-0496-6BFA-77D2-051BAA935283}"/>
              </a:ext>
            </a:extLst>
          </p:cNvPr>
          <p:cNvSpPr>
            <a:spLocks noGrp="1"/>
          </p:cNvSpPr>
          <p:nvPr>
            <p:ph type="body" sz="quarter" idx="25" hasCustomPrompt="1"/>
          </p:nvPr>
        </p:nvSpPr>
        <p:spPr>
          <a:xfrm>
            <a:off x="8520068" y="1687445"/>
            <a:ext cx="2743200" cy="685800"/>
          </a:xfrm>
        </p:spPr>
        <p:txBody>
          <a:bodyPr lIns="0" tIns="0" rIns="0" bIns="0"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0" name="Text Placeholder 7">
            <a:extLst>
              <a:ext uri="{FF2B5EF4-FFF2-40B4-BE49-F238E27FC236}">
                <a16:creationId xmlns:a16="http://schemas.microsoft.com/office/drawing/2014/main" id="{DC7CFDA2-4E8D-FDD4-CF8F-C9B020095751}"/>
              </a:ext>
            </a:extLst>
          </p:cNvPr>
          <p:cNvSpPr>
            <a:spLocks noGrp="1"/>
          </p:cNvSpPr>
          <p:nvPr>
            <p:ph type="body" sz="quarter" idx="26" hasCustomPrompt="1"/>
          </p:nvPr>
        </p:nvSpPr>
        <p:spPr>
          <a:xfrm>
            <a:off x="8520068" y="2774658"/>
            <a:ext cx="2743200" cy="2408035"/>
          </a:xfrm>
        </p:spPr>
        <p:txBody>
          <a:bodyPr>
            <a:noAutofit/>
          </a:bodyPr>
          <a:lstStyle>
            <a:lvl1pPr marL="0" indent="0" algn="l">
              <a:buClr>
                <a:srgbClr val="E0D7AE"/>
              </a:buClr>
              <a:buFont typeface="Arial" panose="020B0604020202020204" pitchFamily="34" charset="0"/>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2" name="Slide Number Placeholder 16">
            <a:extLst>
              <a:ext uri="{FF2B5EF4-FFF2-40B4-BE49-F238E27FC236}">
                <a16:creationId xmlns:a16="http://schemas.microsoft.com/office/drawing/2014/main" id="{481BA9F3-1454-FDBD-CE71-BA5C5CE6286B}"/>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6414BFC-DEF7-3C45-B045-30766B985271}"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3A2607F8-CD05-3B03-9F9F-55131F675250}"/>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254260733"/>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3 Callouts - gray">
    <p:bg>
      <p:bgPr>
        <a:solidFill>
          <a:schemeClr val="tx2"/>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4AC5B8D9-0E51-19C6-4E77-8F2FE9A076C4}"/>
              </a:ext>
              <a:ext uri="{C183D7F6-B498-43B3-948B-1728B52AA6E4}">
                <adec:decorative xmlns:adec="http://schemas.microsoft.com/office/drawing/2017/decorative" val="1"/>
              </a:ext>
            </a:extLst>
          </p:cNvPr>
          <p:cNvSpPr/>
          <p:nvPr userDrawn="1"/>
        </p:nvSpPr>
        <p:spPr>
          <a:xfrm>
            <a:off x="599783"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accent1"/>
          </a:solidFill>
          <a:ln w="1269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454868FD-AC99-F5B2-2262-51CF56544568}"/>
              </a:ext>
              <a:ext uri="{C183D7F6-B498-43B3-948B-1728B52AA6E4}">
                <adec:decorative xmlns:adec="http://schemas.microsoft.com/office/drawing/2017/decorative" val="1"/>
              </a:ext>
            </a:extLst>
          </p:cNvPr>
          <p:cNvSpPr/>
          <p:nvPr userDrawn="1"/>
        </p:nvSpPr>
        <p:spPr>
          <a:xfrm>
            <a:off x="4398412"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accent1"/>
          </a:solidFill>
          <a:ln w="1269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D1ADBDF8-2AA6-6D19-3E84-03B22DADD706}"/>
              </a:ext>
              <a:ext uri="{C183D7F6-B498-43B3-948B-1728B52AA6E4}">
                <adec:decorative xmlns:adec="http://schemas.microsoft.com/office/drawing/2017/decorative" val="1"/>
              </a:ext>
            </a:extLst>
          </p:cNvPr>
          <p:cNvSpPr/>
          <p:nvPr userDrawn="1"/>
        </p:nvSpPr>
        <p:spPr>
          <a:xfrm>
            <a:off x="8197042"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accent1"/>
          </a:solidFill>
          <a:ln w="12690" cap="flat">
            <a:noFill/>
            <a:prstDash val="solid"/>
            <a:miter/>
          </a:ln>
        </p:spPr>
        <p:txBody>
          <a:bodyPr rtlCol="0" anchor="ctr"/>
          <a:lstStyle/>
          <a:p>
            <a:endParaRPr lang="en-US"/>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bg1"/>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1013219" y="1697709"/>
            <a:ext cx="2743200" cy="685800"/>
          </a:xfrm>
        </p:spPr>
        <p:txBody>
          <a:bodyPr lIns="0" tIns="0" rIns="0" bIns="0" anchor="b"/>
          <a:lstStyle>
            <a:lvl1pPr marL="0" indent="0" algn="ctr">
              <a:buNone/>
              <a:defRPr b="0" i="0">
                <a:solidFill>
                  <a:schemeClr val="bg1"/>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1013219" y="2784922"/>
            <a:ext cx="2743200" cy="2408035"/>
          </a:xfrm>
        </p:spPr>
        <p:txBody>
          <a:bodyPr>
            <a:noAutofit/>
          </a:bodyPr>
          <a:lstStyle>
            <a:lvl1pPr marL="0" indent="0" algn="l">
              <a:buClr>
                <a:schemeClr val="tx1"/>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7" name="Text Placeholder 8">
            <a:extLst>
              <a:ext uri="{FF2B5EF4-FFF2-40B4-BE49-F238E27FC236}">
                <a16:creationId xmlns:a16="http://schemas.microsoft.com/office/drawing/2014/main" id="{3E8BFECF-DBB3-813D-8D7A-939152989893}"/>
              </a:ext>
            </a:extLst>
          </p:cNvPr>
          <p:cNvSpPr>
            <a:spLocks noGrp="1"/>
          </p:cNvSpPr>
          <p:nvPr>
            <p:ph type="body" sz="quarter" idx="23" hasCustomPrompt="1"/>
          </p:nvPr>
        </p:nvSpPr>
        <p:spPr>
          <a:xfrm>
            <a:off x="4724400" y="1687445"/>
            <a:ext cx="2743200" cy="685800"/>
          </a:xfrm>
        </p:spPr>
        <p:txBody>
          <a:bodyPr lIns="0" tIns="0" rIns="0" bIns="0" anchor="b"/>
          <a:lstStyle>
            <a:lvl1pPr marL="0" indent="0" algn="ctr">
              <a:buNone/>
              <a:defRPr b="0" i="0">
                <a:solidFill>
                  <a:schemeClr val="bg1"/>
                </a:solidFill>
                <a:latin typeface="Franklin Gothic Medium" panose="020B0603020102020204" pitchFamily="34" charset="0"/>
              </a:defRPr>
            </a:lvl1pPr>
          </a:lstStyle>
          <a:p>
            <a:r>
              <a:rPr lang="en-US" altLang="zh-CN"/>
              <a:t>Item title</a:t>
            </a:r>
            <a:endParaRPr lang="zh-CN" altLang="en-US"/>
          </a:p>
        </p:txBody>
      </p:sp>
      <p:sp>
        <p:nvSpPr>
          <p:cNvPr id="18" name="Text Placeholder 7">
            <a:extLst>
              <a:ext uri="{FF2B5EF4-FFF2-40B4-BE49-F238E27FC236}">
                <a16:creationId xmlns:a16="http://schemas.microsoft.com/office/drawing/2014/main" id="{A4A48BDE-6081-A189-7D82-AA7184A64B62}"/>
              </a:ext>
            </a:extLst>
          </p:cNvPr>
          <p:cNvSpPr>
            <a:spLocks noGrp="1"/>
          </p:cNvSpPr>
          <p:nvPr>
            <p:ph type="body" sz="quarter" idx="24" hasCustomPrompt="1"/>
          </p:nvPr>
        </p:nvSpPr>
        <p:spPr>
          <a:xfrm>
            <a:off x="4724400" y="2774658"/>
            <a:ext cx="2743200" cy="2408035"/>
          </a:xfrm>
        </p:spPr>
        <p:txBody>
          <a:bodyPr>
            <a:noAutofit/>
          </a:bodyPr>
          <a:lstStyle>
            <a:lvl1pPr marL="0" indent="0" algn="l">
              <a:buClr>
                <a:schemeClr val="tx1"/>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9" name="Text Placeholder 8">
            <a:extLst>
              <a:ext uri="{FF2B5EF4-FFF2-40B4-BE49-F238E27FC236}">
                <a16:creationId xmlns:a16="http://schemas.microsoft.com/office/drawing/2014/main" id="{9C4E81B2-0496-6BFA-77D2-051BAA935283}"/>
              </a:ext>
            </a:extLst>
          </p:cNvPr>
          <p:cNvSpPr>
            <a:spLocks noGrp="1"/>
          </p:cNvSpPr>
          <p:nvPr>
            <p:ph type="body" sz="quarter" idx="25" hasCustomPrompt="1"/>
          </p:nvPr>
        </p:nvSpPr>
        <p:spPr>
          <a:xfrm>
            <a:off x="8519160" y="1687445"/>
            <a:ext cx="2743200" cy="685800"/>
          </a:xfrm>
        </p:spPr>
        <p:txBody>
          <a:bodyPr lIns="0" tIns="0" rIns="0" bIns="0" anchor="b"/>
          <a:lstStyle>
            <a:lvl1pPr marL="0" indent="0" algn="ctr">
              <a:buNone/>
              <a:defRPr b="0" i="0">
                <a:solidFill>
                  <a:schemeClr val="bg1"/>
                </a:solidFill>
                <a:latin typeface="Franklin Gothic Medium" panose="020B0603020102020204" pitchFamily="34" charset="0"/>
              </a:defRPr>
            </a:lvl1pPr>
          </a:lstStyle>
          <a:p>
            <a:r>
              <a:rPr lang="en-US" altLang="zh-CN"/>
              <a:t>Item title</a:t>
            </a:r>
            <a:endParaRPr lang="zh-CN" altLang="en-US"/>
          </a:p>
        </p:txBody>
      </p:sp>
      <p:sp>
        <p:nvSpPr>
          <p:cNvPr id="20" name="Text Placeholder 7">
            <a:extLst>
              <a:ext uri="{FF2B5EF4-FFF2-40B4-BE49-F238E27FC236}">
                <a16:creationId xmlns:a16="http://schemas.microsoft.com/office/drawing/2014/main" id="{DC7CFDA2-4E8D-FDD4-CF8F-C9B020095751}"/>
              </a:ext>
            </a:extLst>
          </p:cNvPr>
          <p:cNvSpPr>
            <a:spLocks noGrp="1"/>
          </p:cNvSpPr>
          <p:nvPr>
            <p:ph type="body" sz="quarter" idx="26" hasCustomPrompt="1"/>
          </p:nvPr>
        </p:nvSpPr>
        <p:spPr>
          <a:xfrm>
            <a:off x="8519160" y="2774658"/>
            <a:ext cx="2743200" cy="2408035"/>
          </a:xfrm>
        </p:spPr>
        <p:txBody>
          <a:bodyPr>
            <a:noAutofit/>
          </a:bodyPr>
          <a:lstStyle>
            <a:lvl1pPr marL="0" indent="0" algn="l">
              <a:buClr>
                <a:schemeClr val="tx1"/>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3" name="Slide Number Placeholder 16">
            <a:extLst>
              <a:ext uri="{FF2B5EF4-FFF2-40B4-BE49-F238E27FC236}">
                <a16:creationId xmlns:a16="http://schemas.microsoft.com/office/drawing/2014/main" id="{A68F1FAA-D544-5F06-0F6B-FCF87A6FB5C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05C9547-BF9A-864E-91BA-1FA83361FBA4}"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ED986F91-61C1-1A7F-B08E-B1E78906A759}"/>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73185312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3 Callouts - gold">
    <p:bg>
      <p:bgPr>
        <a:solidFill>
          <a:schemeClr val="accent1"/>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AE8776ED-CEEC-7EEB-EE21-92FBBBF77203}"/>
              </a:ext>
              <a:ext uri="{C183D7F6-B498-43B3-948B-1728B52AA6E4}">
                <adec:decorative xmlns:adec="http://schemas.microsoft.com/office/drawing/2017/decorative" val="1"/>
              </a:ext>
            </a:extLst>
          </p:cNvPr>
          <p:cNvSpPr/>
          <p:nvPr userDrawn="1"/>
        </p:nvSpPr>
        <p:spPr>
          <a:xfrm>
            <a:off x="599783"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tx2"/>
          </a:solidFill>
          <a:ln w="12690"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22AC8DC7-01E0-5858-334D-9435E416B070}"/>
              </a:ext>
              <a:ext uri="{C183D7F6-B498-43B3-948B-1728B52AA6E4}">
                <adec:decorative xmlns:adec="http://schemas.microsoft.com/office/drawing/2017/decorative" val="1"/>
              </a:ext>
            </a:extLst>
          </p:cNvPr>
          <p:cNvSpPr/>
          <p:nvPr userDrawn="1"/>
        </p:nvSpPr>
        <p:spPr>
          <a:xfrm>
            <a:off x="4398412"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tx2"/>
          </a:solidFill>
          <a:ln w="1269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D77192B0-B8F2-AD65-D719-C40094CFBD0D}"/>
              </a:ext>
              <a:ext uri="{C183D7F6-B498-43B3-948B-1728B52AA6E4}">
                <adec:decorative xmlns:adec="http://schemas.microsoft.com/office/drawing/2017/decorative" val="1"/>
              </a:ext>
            </a:extLst>
          </p:cNvPr>
          <p:cNvSpPr/>
          <p:nvPr userDrawn="1"/>
        </p:nvSpPr>
        <p:spPr>
          <a:xfrm>
            <a:off x="8197042"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tx2"/>
          </a:solidFill>
          <a:ln w="12690" cap="flat">
            <a:noFill/>
            <a:prstDash val="solid"/>
            <a:miter/>
          </a:ln>
        </p:spPr>
        <p:txBody>
          <a:bodyPr rtlCol="0" anchor="ctr"/>
          <a:lstStyle/>
          <a:p>
            <a:endParaRPr lang="en-US"/>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1"/>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929640" y="1697709"/>
            <a:ext cx="2743200" cy="685800"/>
          </a:xfrm>
          <a:noFill/>
        </p:spPr>
        <p:txBody>
          <a:bodyPr lIns="0" tIns="0" rIns="0" bIns="0" anchor="b"/>
          <a:lstStyle>
            <a:lvl1pPr marL="0" indent="0" algn="ctr">
              <a:buNone/>
              <a:defRPr b="0" i="0">
                <a:solidFill>
                  <a:schemeClr val="tx1"/>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929640" y="2784922"/>
            <a:ext cx="2743200" cy="2408035"/>
          </a:xfrm>
          <a:noFill/>
        </p:spPr>
        <p:txBody>
          <a:bodyPr>
            <a:noAutofit/>
          </a:bodyPr>
          <a:lstStyle>
            <a:lvl1pPr marL="0" indent="0" algn="l">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7" name="Text Placeholder 8">
            <a:extLst>
              <a:ext uri="{FF2B5EF4-FFF2-40B4-BE49-F238E27FC236}">
                <a16:creationId xmlns:a16="http://schemas.microsoft.com/office/drawing/2014/main" id="{3E8BFECF-DBB3-813D-8D7A-939152989893}"/>
              </a:ext>
            </a:extLst>
          </p:cNvPr>
          <p:cNvSpPr>
            <a:spLocks noGrp="1"/>
          </p:cNvSpPr>
          <p:nvPr>
            <p:ph type="body" sz="quarter" idx="23" hasCustomPrompt="1"/>
          </p:nvPr>
        </p:nvSpPr>
        <p:spPr>
          <a:xfrm>
            <a:off x="4724400" y="1687445"/>
            <a:ext cx="2743200" cy="685800"/>
          </a:xfrm>
        </p:spPr>
        <p:txBody>
          <a:bodyPr lIns="0" tIns="0" rIns="0" bIns="0" anchor="b"/>
          <a:lstStyle>
            <a:lvl1pPr marL="0" indent="0" algn="ctr">
              <a:buNone/>
              <a:defRPr b="0" i="0">
                <a:solidFill>
                  <a:schemeClr val="tx1"/>
                </a:solidFill>
                <a:latin typeface="Franklin Gothic Medium" panose="020B0603020102020204" pitchFamily="34" charset="0"/>
              </a:defRPr>
            </a:lvl1pPr>
          </a:lstStyle>
          <a:p>
            <a:r>
              <a:rPr lang="en-US" altLang="zh-CN"/>
              <a:t>Item title</a:t>
            </a:r>
            <a:endParaRPr lang="zh-CN" altLang="en-US"/>
          </a:p>
        </p:txBody>
      </p:sp>
      <p:sp>
        <p:nvSpPr>
          <p:cNvPr id="18" name="Text Placeholder 7">
            <a:extLst>
              <a:ext uri="{FF2B5EF4-FFF2-40B4-BE49-F238E27FC236}">
                <a16:creationId xmlns:a16="http://schemas.microsoft.com/office/drawing/2014/main" id="{A4A48BDE-6081-A189-7D82-AA7184A64B62}"/>
              </a:ext>
            </a:extLst>
          </p:cNvPr>
          <p:cNvSpPr>
            <a:spLocks noGrp="1"/>
          </p:cNvSpPr>
          <p:nvPr>
            <p:ph type="body" sz="quarter" idx="24" hasCustomPrompt="1"/>
          </p:nvPr>
        </p:nvSpPr>
        <p:spPr>
          <a:xfrm>
            <a:off x="4724400" y="2774658"/>
            <a:ext cx="2743200" cy="2408035"/>
          </a:xfrm>
        </p:spPr>
        <p:txBody>
          <a:bodyPr>
            <a:noAutofit/>
          </a:bodyPr>
          <a:lstStyle>
            <a:lvl1pPr marL="0" indent="0" algn="l">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9" name="Text Placeholder 8">
            <a:extLst>
              <a:ext uri="{FF2B5EF4-FFF2-40B4-BE49-F238E27FC236}">
                <a16:creationId xmlns:a16="http://schemas.microsoft.com/office/drawing/2014/main" id="{9C4E81B2-0496-6BFA-77D2-051BAA935283}"/>
              </a:ext>
            </a:extLst>
          </p:cNvPr>
          <p:cNvSpPr>
            <a:spLocks noGrp="1"/>
          </p:cNvSpPr>
          <p:nvPr>
            <p:ph type="body" sz="quarter" idx="25" hasCustomPrompt="1"/>
          </p:nvPr>
        </p:nvSpPr>
        <p:spPr>
          <a:xfrm>
            <a:off x="8519160" y="1687445"/>
            <a:ext cx="2743200" cy="685800"/>
          </a:xfrm>
        </p:spPr>
        <p:txBody>
          <a:bodyPr lIns="0" tIns="0" rIns="0" bIns="0" anchor="b"/>
          <a:lstStyle>
            <a:lvl1pPr marL="0" indent="0" algn="ctr">
              <a:buNone/>
              <a:defRPr b="0" i="0">
                <a:solidFill>
                  <a:schemeClr val="tx1"/>
                </a:solidFill>
                <a:latin typeface="Franklin Gothic Medium" panose="020B0603020102020204" pitchFamily="34" charset="0"/>
              </a:defRPr>
            </a:lvl1pPr>
          </a:lstStyle>
          <a:p>
            <a:r>
              <a:rPr lang="en-US" altLang="zh-CN"/>
              <a:t>Item title</a:t>
            </a:r>
            <a:endParaRPr lang="zh-CN" altLang="en-US"/>
          </a:p>
        </p:txBody>
      </p:sp>
      <p:sp>
        <p:nvSpPr>
          <p:cNvPr id="20" name="Text Placeholder 7">
            <a:extLst>
              <a:ext uri="{FF2B5EF4-FFF2-40B4-BE49-F238E27FC236}">
                <a16:creationId xmlns:a16="http://schemas.microsoft.com/office/drawing/2014/main" id="{DC7CFDA2-4E8D-FDD4-CF8F-C9B020095751}"/>
              </a:ext>
            </a:extLst>
          </p:cNvPr>
          <p:cNvSpPr>
            <a:spLocks noGrp="1"/>
          </p:cNvSpPr>
          <p:nvPr>
            <p:ph type="body" sz="quarter" idx="26" hasCustomPrompt="1"/>
          </p:nvPr>
        </p:nvSpPr>
        <p:spPr>
          <a:xfrm>
            <a:off x="8519160" y="2774658"/>
            <a:ext cx="2743200" cy="2408035"/>
          </a:xfrm>
        </p:spPr>
        <p:txBody>
          <a:bodyPr>
            <a:noAutofit/>
          </a:bodyPr>
          <a:lstStyle>
            <a:lvl1pPr marL="0" indent="0" algn="l">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5" name="Slide Number Placeholder 16">
            <a:extLst>
              <a:ext uri="{FF2B5EF4-FFF2-40B4-BE49-F238E27FC236}">
                <a16:creationId xmlns:a16="http://schemas.microsoft.com/office/drawing/2014/main" id="{15063D20-9757-EA4B-B59D-B6FB2F0A5C11}"/>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1FE54C9-9DDF-BC43-9B32-DBD560819703}"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AEA7B5B6-ABCC-6805-D780-BEE1C51DD5A0}"/>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Tree>
    <p:extLst>
      <p:ext uri="{BB962C8B-B14F-4D97-AF65-F5344CB8AC3E}">
        <p14:creationId xmlns:p14="http://schemas.microsoft.com/office/powerpoint/2010/main" val="374333796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3 Callouts B - white opt 1">
    <p:bg>
      <p:bgPr>
        <a:solidFill>
          <a:schemeClr val="bg1"/>
        </a:solidFill>
        <a:effectLst/>
      </p:bgPr>
    </p:bg>
    <p:spTree>
      <p:nvGrpSpPr>
        <p:cNvPr id="1" name=""/>
        <p:cNvGrpSpPr/>
        <p:nvPr/>
      </p:nvGrpSpPr>
      <p:grpSpPr>
        <a:xfrm>
          <a:off x="0" y="0"/>
          <a:ext cx="0" cy="0"/>
          <a:chOff x="0" y="0"/>
          <a:chExt cx="0" cy="0"/>
        </a:xfrm>
      </p:grpSpPr>
      <p:sp>
        <p:nvSpPr>
          <p:cNvPr id="8" name="Round Same Side Corner Rectangle 7">
            <a:extLst>
              <a:ext uri="{FF2B5EF4-FFF2-40B4-BE49-F238E27FC236}">
                <a16:creationId xmlns:a16="http://schemas.microsoft.com/office/drawing/2014/main" id="{402A8394-BC0B-7AA8-2668-04E3898CDBCA}"/>
              </a:ext>
              <a:ext uri="{C183D7F6-B498-43B3-948B-1728B52AA6E4}">
                <adec:decorative xmlns:adec="http://schemas.microsoft.com/office/drawing/2017/decorative" val="1"/>
              </a:ext>
            </a:extLst>
          </p:cNvPr>
          <p:cNvSpPr/>
          <p:nvPr userDrawn="1"/>
        </p:nvSpPr>
        <p:spPr>
          <a:xfrm rot="10800000">
            <a:off x="731520" y="1828800"/>
            <a:ext cx="3383280" cy="4297680"/>
          </a:xfrm>
          <a:prstGeom prst="round2SameRect">
            <a:avLst>
              <a:gd name="adj1" fmla="val 10217"/>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 Same Side Corner Rectangle 8">
            <a:extLst>
              <a:ext uri="{FF2B5EF4-FFF2-40B4-BE49-F238E27FC236}">
                <a16:creationId xmlns:a16="http://schemas.microsoft.com/office/drawing/2014/main" id="{1000034D-0134-B017-D785-B24642E6840D}"/>
              </a:ext>
              <a:ext uri="{C183D7F6-B498-43B3-948B-1728B52AA6E4}">
                <adec:decorative xmlns:adec="http://schemas.microsoft.com/office/drawing/2017/decorative" val="1"/>
              </a:ext>
            </a:extLst>
          </p:cNvPr>
          <p:cNvSpPr/>
          <p:nvPr userDrawn="1"/>
        </p:nvSpPr>
        <p:spPr>
          <a:xfrm rot="10800000">
            <a:off x="1828800" y="1188720"/>
            <a:ext cx="1188720" cy="914400"/>
          </a:xfrm>
          <a:prstGeom prst="round2SameRect">
            <a:avLst>
              <a:gd name="adj1" fmla="val 22349"/>
              <a:gd name="adj2" fmla="val 0"/>
            </a:avLst>
          </a:prstGeom>
          <a:solidFill>
            <a:schemeClr val="bg1"/>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Round Same Side Corner Rectangle 1">
            <a:extLst>
              <a:ext uri="{FF2B5EF4-FFF2-40B4-BE49-F238E27FC236}">
                <a16:creationId xmlns:a16="http://schemas.microsoft.com/office/drawing/2014/main" id="{9254C962-5396-34DA-8C75-9C1D38010D72}"/>
              </a:ext>
              <a:ext uri="{C183D7F6-B498-43B3-948B-1728B52AA6E4}">
                <adec:decorative xmlns:adec="http://schemas.microsoft.com/office/drawing/2017/decorative" val="1"/>
              </a:ext>
            </a:extLst>
          </p:cNvPr>
          <p:cNvSpPr/>
          <p:nvPr userDrawn="1"/>
        </p:nvSpPr>
        <p:spPr>
          <a:xfrm rot="10800000">
            <a:off x="4389119" y="1828800"/>
            <a:ext cx="3383280" cy="4297680"/>
          </a:xfrm>
          <a:prstGeom prst="round2SameRect">
            <a:avLst>
              <a:gd name="adj1" fmla="val 10217"/>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5486398" y="1188720"/>
            <a:ext cx="1188720" cy="914400"/>
          </a:xfrm>
          <a:prstGeom prst="round2SameRect">
            <a:avLst>
              <a:gd name="adj1" fmla="val 22349"/>
              <a:gd name="adj2" fmla="val 0"/>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3" name="Round Same Side Corner Rectangle 12">
            <a:extLst>
              <a:ext uri="{FF2B5EF4-FFF2-40B4-BE49-F238E27FC236}">
                <a16:creationId xmlns:a16="http://schemas.microsoft.com/office/drawing/2014/main" id="{D4DDCC9C-9547-CF3E-F105-C3C3BECC96A1}"/>
              </a:ext>
              <a:ext uri="{C183D7F6-B498-43B3-948B-1728B52AA6E4}">
                <adec:decorative xmlns:adec="http://schemas.microsoft.com/office/drawing/2017/decorative" val="1"/>
              </a:ext>
            </a:extLst>
          </p:cNvPr>
          <p:cNvSpPr/>
          <p:nvPr userDrawn="1"/>
        </p:nvSpPr>
        <p:spPr>
          <a:xfrm rot="10800000">
            <a:off x="8052956" y="1828799"/>
            <a:ext cx="3383280" cy="4297680"/>
          </a:xfrm>
          <a:prstGeom prst="round2SameRect">
            <a:avLst>
              <a:gd name="adj1" fmla="val 10217"/>
              <a:gd name="adj2"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Same Side Corner Rectangle 13">
            <a:extLst>
              <a:ext uri="{FF2B5EF4-FFF2-40B4-BE49-F238E27FC236}">
                <a16:creationId xmlns:a16="http://schemas.microsoft.com/office/drawing/2014/main" id="{9E656CEF-0240-337F-0534-F1E45E31A228}"/>
              </a:ext>
              <a:ext uri="{C183D7F6-B498-43B3-948B-1728B52AA6E4}">
                <adec:decorative xmlns:adec="http://schemas.microsoft.com/office/drawing/2017/decorative" val="1"/>
              </a:ext>
            </a:extLst>
          </p:cNvPr>
          <p:cNvSpPr/>
          <p:nvPr userDrawn="1"/>
        </p:nvSpPr>
        <p:spPr>
          <a:xfrm rot="10800000">
            <a:off x="9150236" y="1188719"/>
            <a:ext cx="1188720" cy="914400"/>
          </a:xfrm>
          <a:prstGeom prst="round2SameRect">
            <a:avLst>
              <a:gd name="adj1" fmla="val 22349"/>
              <a:gd name="adj2" fmla="val 0"/>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2"/>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1874519" y="1280160"/>
            <a:ext cx="1097280" cy="731520"/>
          </a:xfrm>
        </p:spPr>
        <p:txBody>
          <a:bodyPr lIns="0" tIns="0" rIns="0" bIns="0" anchor="ctr" anchorCtr="0"/>
          <a:lstStyle>
            <a:lvl1pPr marL="0" indent="0" algn="ctr">
              <a:buNone/>
              <a:defRPr b="0" i="0">
                <a:solidFill>
                  <a:schemeClr val="tx2"/>
                </a:solidFill>
                <a:latin typeface="Franklin Gothic Medium" panose="020B0603020102020204" pitchFamily="34" charset="0"/>
              </a:defRPr>
            </a:lvl1pPr>
          </a:lstStyle>
          <a:p>
            <a:r>
              <a:rPr lang="en-US" altLang="zh-CN"/>
              <a:t>Item</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1005839" y="2285997"/>
            <a:ext cx="2834640" cy="3657600"/>
          </a:xfrm>
        </p:spPr>
        <p:txBody>
          <a:bodyPr>
            <a:noAutofit/>
          </a:bodyPr>
          <a:lstStyle>
            <a:lvl1pPr marL="0" indent="0" algn="l">
              <a:buClr>
                <a:srgbClr val="E0D7AE"/>
              </a:buClr>
              <a:buFont typeface="Arial" panose="020B0604020202020204" pitchFamily="34" charset="0"/>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5532118" y="1280160"/>
            <a:ext cx="1097280" cy="731520"/>
          </a:xfrm>
        </p:spPr>
        <p:txBody>
          <a:bodyPr lIns="0" tIns="0" rIns="0" bIns="0" anchor="ctr" anchorCtr="0"/>
          <a:lstStyle>
            <a:lvl1pPr marL="0" indent="0" algn="ctr">
              <a:buNone/>
              <a:defRPr b="0" i="0">
                <a:solidFill>
                  <a:schemeClr val="tx2"/>
                </a:solidFill>
                <a:latin typeface="Franklin Gothic Medium" panose="020B0603020102020204" pitchFamily="34" charset="0"/>
              </a:defRPr>
            </a:lvl1pPr>
          </a:lstStyle>
          <a:p>
            <a:r>
              <a:rPr lang="en-US" altLang="zh-CN"/>
              <a:t>Item</a:t>
            </a:r>
            <a:endParaRPr lang="zh-CN" altLang="en-US"/>
          </a:p>
        </p:txBody>
      </p:sp>
      <p:sp>
        <p:nvSpPr>
          <p:cNvPr id="16" name="Text Placeholder 7">
            <a:extLst>
              <a:ext uri="{FF2B5EF4-FFF2-40B4-BE49-F238E27FC236}">
                <a16:creationId xmlns:a16="http://schemas.microsoft.com/office/drawing/2014/main" id="{A31A2370-08E0-6F1B-4BB0-A767CCF162B0}"/>
              </a:ext>
            </a:extLst>
          </p:cNvPr>
          <p:cNvSpPr>
            <a:spLocks noGrp="1"/>
          </p:cNvSpPr>
          <p:nvPr>
            <p:ph type="body" sz="quarter" idx="24" hasCustomPrompt="1"/>
          </p:nvPr>
        </p:nvSpPr>
        <p:spPr>
          <a:xfrm>
            <a:off x="4663438" y="2285997"/>
            <a:ext cx="2834640" cy="3657600"/>
          </a:xfrm>
        </p:spPr>
        <p:txBody>
          <a:bodyPr>
            <a:noAutofit/>
          </a:bodyPr>
          <a:lstStyle>
            <a:lvl1pPr marL="0" indent="0" algn="l">
              <a:buClr>
                <a:schemeClr val="tx1"/>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21" name="Text Placeholder 8">
            <a:extLst>
              <a:ext uri="{FF2B5EF4-FFF2-40B4-BE49-F238E27FC236}">
                <a16:creationId xmlns:a16="http://schemas.microsoft.com/office/drawing/2014/main" id="{3AD17929-1F3F-CE9D-E97F-9C10FF499783}"/>
              </a:ext>
            </a:extLst>
          </p:cNvPr>
          <p:cNvSpPr>
            <a:spLocks noGrp="1"/>
          </p:cNvSpPr>
          <p:nvPr>
            <p:ph type="body" sz="quarter" idx="25" hasCustomPrompt="1"/>
          </p:nvPr>
        </p:nvSpPr>
        <p:spPr>
          <a:xfrm>
            <a:off x="9195956" y="1280158"/>
            <a:ext cx="1097280" cy="731520"/>
          </a:xfrm>
        </p:spPr>
        <p:txBody>
          <a:bodyPr lIns="0" tIns="0" rIns="0" bIns="0" anchor="ctr" anchorCtr="0"/>
          <a:lstStyle>
            <a:lvl1pPr marL="0" indent="0" algn="ctr">
              <a:buNone/>
              <a:defRPr b="0" i="0">
                <a:solidFill>
                  <a:schemeClr val="tx2"/>
                </a:solidFill>
                <a:latin typeface="Franklin Gothic Medium" panose="020B0603020102020204" pitchFamily="34" charset="0"/>
              </a:defRPr>
            </a:lvl1pPr>
          </a:lstStyle>
          <a:p>
            <a:r>
              <a:rPr lang="en-US" altLang="zh-CN"/>
              <a:t>Item</a:t>
            </a:r>
            <a:endParaRPr lang="zh-CN" altLang="en-US"/>
          </a:p>
        </p:txBody>
      </p:sp>
      <p:sp>
        <p:nvSpPr>
          <p:cNvPr id="22" name="Text Placeholder 7">
            <a:extLst>
              <a:ext uri="{FF2B5EF4-FFF2-40B4-BE49-F238E27FC236}">
                <a16:creationId xmlns:a16="http://schemas.microsoft.com/office/drawing/2014/main" id="{302EEEC3-A295-AEB6-A07F-D9A976418089}"/>
              </a:ext>
            </a:extLst>
          </p:cNvPr>
          <p:cNvSpPr>
            <a:spLocks noGrp="1"/>
          </p:cNvSpPr>
          <p:nvPr>
            <p:ph type="body" sz="quarter" idx="26" hasCustomPrompt="1"/>
          </p:nvPr>
        </p:nvSpPr>
        <p:spPr>
          <a:xfrm>
            <a:off x="8327276" y="2285997"/>
            <a:ext cx="2834640" cy="3657600"/>
          </a:xfrm>
        </p:spPr>
        <p:txBody>
          <a:bodyPr>
            <a:noAutofit/>
          </a:bodyPr>
          <a:lstStyle>
            <a:lvl1pPr marL="0" indent="0" algn="l">
              <a:buClr>
                <a:srgbClr val="E0D7AE"/>
              </a:buClr>
              <a:buFont typeface="Arial" panose="020B0604020202020204" pitchFamily="34" charset="0"/>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0" name="Slide Number Placeholder 16">
            <a:extLst>
              <a:ext uri="{FF2B5EF4-FFF2-40B4-BE49-F238E27FC236}">
                <a16:creationId xmlns:a16="http://schemas.microsoft.com/office/drawing/2014/main" id="{EC6B4077-86F5-FE4B-96B9-2F6BDAE2BAC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91FB6AC-9C04-C340-8882-9ED2A7758180}"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1" name="Picture 10" descr="Central Piedmont Community College logo icon">
            <a:extLst>
              <a:ext uri="{FF2B5EF4-FFF2-40B4-BE49-F238E27FC236}">
                <a16:creationId xmlns:a16="http://schemas.microsoft.com/office/drawing/2014/main" id="{B0FDE534-724C-12F3-35E1-9A8AAF42F337}"/>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55920474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3 Callouts B - white opt 2">
    <p:bg>
      <p:bgPr>
        <a:solidFill>
          <a:schemeClr val="bg1"/>
        </a:solidFill>
        <a:effectLst/>
      </p:bgPr>
    </p:bg>
    <p:spTree>
      <p:nvGrpSpPr>
        <p:cNvPr id="1" name=""/>
        <p:cNvGrpSpPr/>
        <p:nvPr/>
      </p:nvGrpSpPr>
      <p:grpSpPr>
        <a:xfrm>
          <a:off x="0" y="0"/>
          <a:ext cx="0" cy="0"/>
          <a:chOff x="0" y="0"/>
          <a:chExt cx="0" cy="0"/>
        </a:xfrm>
      </p:grpSpPr>
      <p:sp>
        <p:nvSpPr>
          <p:cNvPr id="8" name="Round Same Side Corner Rectangle 7">
            <a:extLst>
              <a:ext uri="{FF2B5EF4-FFF2-40B4-BE49-F238E27FC236}">
                <a16:creationId xmlns:a16="http://schemas.microsoft.com/office/drawing/2014/main" id="{402A8394-BC0B-7AA8-2668-04E3898CDBCA}"/>
              </a:ext>
              <a:ext uri="{C183D7F6-B498-43B3-948B-1728B52AA6E4}">
                <adec:decorative xmlns:adec="http://schemas.microsoft.com/office/drawing/2017/decorative" val="1"/>
              </a:ext>
            </a:extLst>
          </p:cNvPr>
          <p:cNvSpPr/>
          <p:nvPr userDrawn="1"/>
        </p:nvSpPr>
        <p:spPr>
          <a:xfrm rot="10800000">
            <a:off x="731520" y="1828800"/>
            <a:ext cx="3383280" cy="4297680"/>
          </a:xfrm>
          <a:prstGeom prst="round2SameRect">
            <a:avLst>
              <a:gd name="adj1" fmla="val 10217"/>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 Same Side Corner Rectangle 8">
            <a:extLst>
              <a:ext uri="{FF2B5EF4-FFF2-40B4-BE49-F238E27FC236}">
                <a16:creationId xmlns:a16="http://schemas.microsoft.com/office/drawing/2014/main" id="{1000034D-0134-B017-D785-B24642E6840D}"/>
              </a:ext>
              <a:ext uri="{C183D7F6-B498-43B3-948B-1728B52AA6E4}">
                <adec:decorative xmlns:adec="http://schemas.microsoft.com/office/drawing/2017/decorative" val="1"/>
              </a:ext>
            </a:extLst>
          </p:cNvPr>
          <p:cNvSpPr/>
          <p:nvPr userDrawn="1"/>
        </p:nvSpPr>
        <p:spPr>
          <a:xfrm rot="10800000">
            <a:off x="1828800" y="1188720"/>
            <a:ext cx="1188720" cy="91440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Round Same Side Corner Rectangle 1">
            <a:extLst>
              <a:ext uri="{FF2B5EF4-FFF2-40B4-BE49-F238E27FC236}">
                <a16:creationId xmlns:a16="http://schemas.microsoft.com/office/drawing/2014/main" id="{9254C962-5396-34DA-8C75-9C1D38010D72}"/>
              </a:ext>
              <a:ext uri="{C183D7F6-B498-43B3-948B-1728B52AA6E4}">
                <adec:decorative xmlns:adec="http://schemas.microsoft.com/office/drawing/2017/decorative" val="1"/>
              </a:ext>
            </a:extLst>
          </p:cNvPr>
          <p:cNvSpPr/>
          <p:nvPr userDrawn="1"/>
        </p:nvSpPr>
        <p:spPr>
          <a:xfrm rot="10800000">
            <a:off x="4389119" y="1828800"/>
            <a:ext cx="3383280" cy="4297680"/>
          </a:xfrm>
          <a:prstGeom prst="round2SameRect">
            <a:avLst>
              <a:gd name="adj1" fmla="val 10217"/>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5486398" y="1188720"/>
            <a:ext cx="1188720" cy="91440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3" name="Round Same Side Corner Rectangle 12">
            <a:extLst>
              <a:ext uri="{FF2B5EF4-FFF2-40B4-BE49-F238E27FC236}">
                <a16:creationId xmlns:a16="http://schemas.microsoft.com/office/drawing/2014/main" id="{D4DDCC9C-9547-CF3E-F105-C3C3BECC96A1}"/>
              </a:ext>
              <a:ext uri="{C183D7F6-B498-43B3-948B-1728B52AA6E4}">
                <adec:decorative xmlns:adec="http://schemas.microsoft.com/office/drawing/2017/decorative" val="1"/>
              </a:ext>
            </a:extLst>
          </p:cNvPr>
          <p:cNvSpPr/>
          <p:nvPr userDrawn="1"/>
        </p:nvSpPr>
        <p:spPr>
          <a:xfrm rot="10800000">
            <a:off x="8052956" y="1828799"/>
            <a:ext cx="3383280" cy="4297680"/>
          </a:xfrm>
          <a:prstGeom prst="round2SameRect">
            <a:avLst>
              <a:gd name="adj1" fmla="val 10217"/>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Same Side Corner Rectangle 13">
            <a:extLst>
              <a:ext uri="{FF2B5EF4-FFF2-40B4-BE49-F238E27FC236}">
                <a16:creationId xmlns:a16="http://schemas.microsoft.com/office/drawing/2014/main" id="{9E656CEF-0240-337F-0534-F1E45E31A228}"/>
              </a:ext>
              <a:ext uri="{C183D7F6-B498-43B3-948B-1728B52AA6E4}">
                <adec:decorative xmlns:adec="http://schemas.microsoft.com/office/drawing/2017/decorative" val="1"/>
              </a:ext>
            </a:extLst>
          </p:cNvPr>
          <p:cNvSpPr/>
          <p:nvPr userDrawn="1"/>
        </p:nvSpPr>
        <p:spPr>
          <a:xfrm rot="10800000">
            <a:off x="9150236" y="1188719"/>
            <a:ext cx="1188720" cy="91440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2"/>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1874519" y="1280160"/>
            <a:ext cx="1097280" cy="731520"/>
          </a:xfrm>
        </p:spPr>
        <p:txBody>
          <a:bodyPr lIns="0" tIns="0" rIns="0" bIns="0" anchor="ctr" anchorCtr="0"/>
          <a:lstStyle>
            <a:lvl1pPr marL="0" indent="0" algn="ctr">
              <a:buNone/>
              <a:defRPr b="0" i="0">
                <a:solidFill>
                  <a:schemeClr val="bg1"/>
                </a:solidFill>
                <a:latin typeface="Franklin Gothic Medium" panose="020B0603020102020204" pitchFamily="34" charset="0"/>
              </a:defRPr>
            </a:lvl1pPr>
          </a:lstStyle>
          <a:p>
            <a:r>
              <a:rPr lang="en-US" altLang="zh-CN"/>
              <a:t>Item</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1005839" y="2285999"/>
            <a:ext cx="2834640" cy="3657600"/>
          </a:xfrm>
        </p:spPr>
        <p:txBody>
          <a:bodyPr>
            <a:noAutofit/>
          </a:bodyPr>
          <a:lstStyle>
            <a:lvl1pPr marL="0" indent="0" algn="l">
              <a:buClr>
                <a:schemeClr val="tx2"/>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5532118" y="1280160"/>
            <a:ext cx="1097280" cy="731520"/>
          </a:xfrm>
        </p:spPr>
        <p:txBody>
          <a:bodyPr lIns="0" tIns="0" rIns="0" bIns="0" anchor="ctr" anchorCtr="0"/>
          <a:lstStyle>
            <a:lvl1pPr marL="0" indent="0" algn="ctr">
              <a:buNone/>
              <a:defRPr b="0" i="0">
                <a:solidFill>
                  <a:schemeClr val="bg1"/>
                </a:solidFill>
                <a:latin typeface="Franklin Gothic Medium" panose="020B0603020102020204" pitchFamily="34" charset="0"/>
              </a:defRPr>
            </a:lvl1pPr>
          </a:lstStyle>
          <a:p>
            <a:r>
              <a:rPr lang="en-US" altLang="zh-CN"/>
              <a:t>Item</a:t>
            </a:r>
            <a:endParaRPr lang="zh-CN" altLang="en-US"/>
          </a:p>
        </p:txBody>
      </p:sp>
      <p:sp>
        <p:nvSpPr>
          <p:cNvPr id="16" name="Text Placeholder 7">
            <a:extLst>
              <a:ext uri="{FF2B5EF4-FFF2-40B4-BE49-F238E27FC236}">
                <a16:creationId xmlns:a16="http://schemas.microsoft.com/office/drawing/2014/main" id="{A31A2370-08E0-6F1B-4BB0-A767CCF162B0}"/>
              </a:ext>
            </a:extLst>
          </p:cNvPr>
          <p:cNvSpPr>
            <a:spLocks noGrp="1"/>
          </p:cNvSpPr>
          <p:nvPr>
            <p:ph type="body" sz="quarter" idx="24" hasCustomPrompt="1"/>
          </p:nvPr>
        </p:nvSpPr>
        <p:spPr>
          <a:xfrm>
            <a:off x="4663438" y="2285999"/>
            <a:ext cx="2834640" cy="3657600"/>
          </a:xfrm>
        </p:spPr>
        <p:txBody>
          <a:bodyPr>
            <a:noAutofit/>
          </a:bodyPr>
          <a:lstStyle>
            <a:lvl1pPr marL="0" indent="0" algn="l">
              <a:buClr>
                <a:schemeClr val="tx2"/>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21" name="Text Placeholder 8">
            <a:extLst>
              <a:ext uri="{FF2B5EF4-FFF2-40B4-BE49-F238E27FC236}">
                <a16:creationId xmlns:a16="http://schemas.microsoft.com/office/drawing/2014/main" id="{3AD17929-1F3F-CE9D-E97F-9C10FF499783}"/>
              </a:ext>
            </a:extLst>
          </p:cNvPr>
          <p:cNvSpPr>
            <a:spLocks noGrp="1"/>
          </p:cNvSpPr>
          <p:nvPr>
            <p:ph type="body" sz="quarter" idx="25" hasCustomPrompt="1"/>
          </p:nvPr>
        </p:nvSpPr>
        <p:spPr>
          <a:xfrm>
            <a:off x="9195956" y="1280158"/>
            <a:ext cx="1097280" cy="731520"/>
          </a:xfrm>
        </p:spPr>
        <p:txBody>
          <a:bodyPr lIns="0" tIns="0" rIns="0" bIns="0" anchor="ctr" anchorCtr="0"/>
          <a:lstStyle>
            <a:lvl1pPr marL="0" indent="0" algn="ctr">
              <a:buNone/>
              <a:defRPr b="0" i="0">
                <a:solidFill>
                  <a:schemeClr val="bg1"/>
                </a:solidFill>
                <a:latin typeface="Franklin Gothic Medium" panose="020B0603020102020204" pitchFamily="34" charset="0"/>
              </a:defRPr>
            </a:lvl1pPr>
          </a:lstStyle>
          <a:p>
            <a:r>
              <a:rPr lang="en-US" altLang="zh-CN"/>
              <a:t>Item</a:t>
            </a:r>
            <a:endParaRPr lang="zh-CN" altLang="en-US"/>
          </a:p>
        </p:txBody>
      </p:sp>
      <p:sp>
        <p:nvSpPr>
          <p:cNvPr id="22" name="Text Placeholder 7">
            <a:extLst>
              <a:ext uri="{FF2B5EF4-FFF2-40B4-BE49-F238E27FC236}">
                <a16:creationId xmlns:a16="http://schemas.microsoft.com/office/drawing/2014/main" id="{302EEEC3-A295-AEB6-A07F-D9A976418089}"/>
              </a:ext>
            </a:extLst>
          </p:cNvPr>
          <p:cNvSpPr>
            <a:spLocks noGrp="1"/>
          </p:cNvSpPr>
          <p:nvPr>
            <p:ph type="body" sz="quarter" idx="26" hasCustomPrompt="1"/>
          </p:nvPr>
        </p:nvSpPr>
        <p:spPr>
          <a:xfrm>
            <a:off x="8327276" y="2285997"/>
            <a:ext cx="2834640" cy="3657600"/>
          </a:xfrm>
        </p:spPr>
        <p:txBody>
          <a:bodyPr>
            <a:noAutofit/>
          </a:bodyPr>
          <a:lstStyle>
            <a:lvl1pPr marL="0" indent="0" algn="l">
              <a:buClr>
                <a:schemeClr val="tx2"/>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23" name="Slide Number Placeholder 16">
            <a:extLst>
              <a:ext uri="{FF2B5EF4-FFF2-40B4-BE49-F238E27FC236}">
                <a16:creationId xmlns:a16="http://schemas.microsoft.com/office/drawing/2014/main" id="{79349723-06D5-E52C-6B10-B680336E683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D2E6F8A-B949-DD47-B429-9C599BA98E86}"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24" name="Picture 23" descr="Central Piedmont Community College logo icon">
            <a:extLst>
              <a:ext uri="{FF2B5EF4-FFF2-40B4-BE49-F238E27FC236}">
                <a16:creationId xmlns:a16="http://schemas.microsoft.com/office/drawing/2014/main" id="{CD25D0B4-4EAE-F397-1CFF-5D66F2405CDC}"/>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26684547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3 Callouts B - gray">
    <p:bg>
      <p:bgPr>
        <a:solidFill>
          <a:schemeClr val="tx2"/>
        </a:solidFill>
        <a:effectLst/>
      </p:bgPr>
    </p:bg>
    <p:spTree>
      <p:nvGrpSpPr>
        <p:cNvPr id="1" name=""/>
        <p:cNvGrpSpPr/>
        <p:nvPr/>
      </p:nvGrpSpPr>
      <p:grpSpPr>
        <a:xfrm>
          <a:off x="0" y="0"/>
          <a:ext cx="0" cy="0"/>
          <a:chOff x="0" y="0"/>
          <a:chExt cx="0" cy="0"/>
        </a:xfrm>
      </p:grpSpPr>
      <p:sp>
        <p:nvSpPr>
          <p:cNvPr id="8" name="Round Same Side Corner Rectangle 7">
            <a:extLst>
              <a:ext uri="{FF2B5EF4-FFF2-40B4-BE49-F238E27FC236}">
                <a16:creationId xmlns:a16="http://schemas.microsoft.com/office/drawing/2014/main" id="{402A8394-BC0B-7AA8-2668-04E3898CDBCA}"/>
              </a:ext>
              <a:ext uri="{C183D7F6-B498-43B3-948B-1728B52AA6E4}">
                <adec:decorative xmlns:adec="http://schemas.microsoft.com/office/drawing/2017/decorative" val="1"/>
              </a:ext>
            </a:extLst>
          </p:cNvPr>
          <p:cNvSpPr/>
          <p:nvPr userDrawn="1"/>
        </p:nvSpPr>
        <p:spPr>
          <a:xfrm rot="10800000">
            <a:off x="731520" y="1828800"/>
            <a:ext cx="3383280" cy="4297680"/>
          </a:xfrm>
          <a:prstGeom prst="round2SameRect">
            <a:avLst>
              <a:gd name="adj1" fmla="val 10217"/>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 Same Side Corner Rectangle 8">
            <a:extLst>
              <a:ext uri="{FF2B5EF4-FFF2-40B4-BE49-F238E27FC236}">
                <a16:creationId xmlns:a16="http://schemas.microsoft.com/office/drawing/2014/main" id="{1000034D-0134-B017-D785-B24642E6840D}"/>
              </a:ext>
              <a:ext uri="{C183D7F6-B498-43B3-948B-1728B52AA6E4}">
                <adec:decorative xmlns:adec="http://schemas.microsoft.com/office/drawing/2017/decorative" val="1"/>
              </a:ext>
            </a:extLst>
          </p:cNvPr>
          <p:cNvSpPr/>
          <p:nvPr userDrawn="1"/>
        </p:nvSpPr>
        <p:spPr>
          <a:xfrm rot="10800000">
            <a:off x="1828800" y="1188720"/>
            <a:ext cx="1188720" cy="91440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Round Same Side Corner Rectangle 1">
            <a:extLst>
              <a:ext uri="{FF2B5EF4-FFF2-40B4-BE49-F238E27FC236}">
                <a16:creationId xmlns:a16="http://schemas.microsoft.com/office/drawing/2014/main" id="{9254C962-5396-34DA-8C75-9C1D38010D72}"/>
              </a:ext>
              <a:ext uri="{C183D7F6-B498-43B3-948B-1728B52AA6E4}">
                <adec:decorative xmlns:adec="http://schemas.microsoft.com/office/drawing/2017/decorative" val="1"/>
              </a:ext>
            </a:extLst>
          </p:cNvPr>
          <p:cNvSpPr/>
          <p:nvPr userDrawn="1"/>
        </p:nvSpPr>
        <p:spPr>
          <a:xfrm rot="10800000">
            <a:off x="4389119" y="1828800"/>
            <a:ext cx="3383280" cy="4297680"/>
          </a:xfrm>
          <a:prstGeom prst="round2SameRect">
            <a:avLst>
              <a:gd name="adj1" fmla="val 10217"/>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5486398" y="1188720"/>
            <a:ext cx="1188720" cy="91440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3" name="Round Same Side Corner Rectangle 12">
            <a:extLst>
              <a:ext uri="{FF2B5EF4-FFF2-40B4-BE49-F238E27FC236}">
                <a16:creationId xmlns:a16="http://schemas.microsoft.com/office/drawing/2014/main" id="{D4DDCC9C-9547-CF3E-F105-C3C3BECC96A1}"/>
              </a:ext>
              <a:ext uri="{C183D7F6-B498-43B3-948B-1728B52AA6E4}">
                <adec:decorative xmlns:adec="http://schemas.microsoft.com/office/drawing/2017/decorative" val="1"/>
              </a:ext>
            </a:extLst>
          </p:cNvPr>
          <p:cNvSpPr/>
          <p:nvPr userDrawn="1"/>
        </p:nvSpPr>
        <p:spPr>
          <a:xfrm rot="10800000">
            <a:off x="8052956" y="1828799"/>
            <a:ext cx="3383280" cy="4297680"/>
          </a:xfrm>
          <a:prstGeom prst="round2SameRect">
            <a:avLst>
              <a:gd name="adj1" fmla="val 10217"/>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Same Side Corner Rectangle 13">
            <a:extLst>
              <a:ext uri="{FF2B5EF4-FFF2-40B4-BE49-F238E27FC236}">
                <a16:creationId xmlns:a16="http://schemas.microsoft.com/office/drawing/2014/main" id="{9E656CEF-0240-337F-0534-F1E45E31A228}"/>
              </a:ext>
              <a:ext uri="{C183D7F6-B498-43B3-948B-1728B52AA6E4}">
                <adec:decorative xmlns:adec="http://schemas.microsoft.com/office/drawing/2017/decorative" val="1"/>
              </a:ext>
            </a:extLst>
          </p:cNvPr>
          <p:cNvSpPr/>
          <p:nvPr userDrawn="1"/>
        </p:nvSpPr>
        <p:spPr>
          <a:xfrm rot="10800000">
            <a:off x="9150236" y="1188719"/>
            <a:ext cx="1188720" cy="91440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bg1"/>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1874519" y="1280160"/>
            <a:ext cx="1097280" cy="731520"/>
          </a:xfrm>
        </p:spPr>
        <p:txBody>
          <a:bodyPr lIns="0" tIns="0" rIns="0" bIns="0" anchor="ctr" anchorCtr="0"/>
          <a:lstStyle>
            <a:lvl1pPr marL="0" indent="0" algn="ctr">
              <a:buNone/>
              <a:defRPr b="0" i="0">
                <a:solidFill>
                  <a:schemeClr val="tx1"/>
                </a:solidFill>
                <a:latin typeface="Franklin Gothic Medium" panose="020B0603020102020204" pitchFamily="34" charset="0"/>
              </a:defRPr>
            </a:lvl1pPr>
          </a:lstStyle>
          <a:p>
            <a:r>
              <a:rPr lang="en-US" altLang="zh-CN"/>
              <a:t>Item</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1005839" y="2285999"/>
            <a:ext cx="2834640" cy="3657600"/>
          </a:xfrm>
        </p:spPr>
        <p:txBody>
          <a:bodyPr>
            <a:noAutofit/>
          </a:bodyPr>
          <a:lstStyle>
            <a:lvl1pPr marL="0" indent="0" algn="l">
              <a:buClr>
                <a:schemeClr val="tx1"/>
              </a:buClr>
              <a:buFontTx/>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5532118" y="1280160"/>
            <a:ext cx="1097280" cy="731520"/>
          </a:xfrm>
        </p:spPr>
        <p:txBody>
          <a:bodyPr lIns="0" tIns="0" rIns="0" bIns="0" anchor="ctr" anchorCtr="0"/>
          <a:lstStyle>
            <a:lvl1pPr marL="0" indent="0" algn="ctr">
              <a:buNone/>
              <a:defRPr b="0" i="0">
                <a:solidFill>
                  <a:schemeClr val="tx1"/>
                </a:solidFill>
                <a:latin typeface="Franklin Gothic Medium" panose="020B0603020102020204" pitchFamily="34" charset="0"/>
              </a:defRPr>
            </a:lvl1pPr>
          </a:lstStyle>
          <a:p>
            <a:r>
              <a:rPr lang="en-US" altLang="zh-CN"/>
              <a:t>Item</a:t>
            </a:r>
            <a:endParaRPr lang="zh-CN" altLang="en-US"/>
          </a:p>
        </p:txBody>
      </p:sp>
      <p:sp>
        <p:nvSpPr>
          <p:cNvPr id="16" name="Text Placeholder 7">
            <a:extLst>
              <a:ext uri="{FF2B5EF4-FFF2-40B4-BE49-F238E27FC236}">
                <a16:creationId xmlns:a16="http://schemas.microsoft.com/office/drawing/2014/main" id="{A31A2370-08E0-6F1B-4BB0-A767CCF162B0}"/>
              </a:ext>
            </a:extLst>
          </p:cNvPr>
          <p:cNvSpPr>
            <a:spLocks noGrp="1"/>
          </p:cNvSpPr>
          <p:nvPr>
            <p:ph type="body" sz="quarter" idx="24" hasCustomPrompt="1"/>
          </p:nvPr>
        </p:nvSpPr>
        <p:spPr>
          <a:xfrm>
            <a:off x="4663438" y="2285999"/>
            <a:ext cx="2834640" cy="3657600"/>
          </a:xfrm>
        </p:spPr>
        <p:txBody>
          <a:bodyPr>
            <a:noAutofit/>
          </a:bodyPr>
          <a:lstStyle>
            <a:lvl1pPr marL="0" indent="0" algn="l">
              <a:buClr>
                <a:schemeClr val="tx1"/>
              </a:buClr>
              <a:buFontTx/>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21" name="Text Placeholder 8">
            <a:extLst>
              <a:ext uri="{FF2B5EF4-FFF2-40B4-BE49-F238E27FC236}">
                <a16:creationId xmlns:a16="http://schemas.microsoft.com/office/drawing/2014/main" id="{3AD17929-1F3F-CE9D-E97F-9C10FF499783}"/>
              </a:ext>
            </a:extLst>
          </p:cNvPr>
          <p:cNvSpPr>
            <a:spLocks noGrp="1"/>
          </p:cNvSpPr>
          <p:nvPr>
            <p:ph type="body" sz="quarter" idx="25" hasCustomPrompt="1"/>
          </p:nvPr>
        </p:nvSpPr>
        <p:spPr>
          <a:xfrm>
            <a:off x="9195956" y="1280158"/>
            <a:ext cx="1097280" cy="731520"/>
          </a:xfrm>
        </p:spPr>
        <p:txBody>
          <a:bodyPr lIns="0" tIns="0" rIns="0" bIns="0" anchor="ctr" anchorCtr="0"/>
          <a:lstStyle>
            <a:lvl1pPr marL="0" indent="0" algn="ctr">
              <a:buNone/>
              <a:defRPr b="0" i="0">
                <a:solidFill>
                  <a:schemeClr val="tx1"/>
                </a:solidFill>
                <a:latin typeface="Franklin Gothic Medium" panose="020B0603020102020204" pitchFamily="34" charset="0"/>
              </a:defRPr>
            </a:lvl1pPr>
          </a:lstStyle>
          <a:p>
            <a:r>
              <a:rPr lang="en-US" altLang="zh-CN"/>
              <a:t>Item</a:t>
            </a:r>
            <a:endParaRPr lang="zh-CN" altLang="en-US"/>
          </a:p>
        </p:txBody>
      </p:sp>
      <p:sp>
        <p:nvSpPr>
          <p:cNvPr id="22" name="Text Placeholder 7">
            <a:extLst>
              <a:ext uri="{FF2B5EF4-FFF2-40B4-BE49-F238E27FC236}">
                <a16:creationId xmlns:a16="http://schemas.microsoft.com/office/drawing/2014/main" id="{302EEEC3-A295-AEB6-A07F-D9A976418089}"/>
              </a:ext>
            </a:extLst>
          </p:cNvPr>
          <p:cNvSpPr>
            <a:spLocks noGrp="1"/>
          </p:cNvSpPr>
          <p:nvPr>
            <p:ph type="body" sz="quarter" idx="26" hasCustomPrompt="1"/>
          </p:nvPr>
        </p:nvSpPr>
        <p:spPr>
          <a:xfrm>
            <a:off x="8327276" y="2285997"/>
            <a:ext cx="2834640" cy="3657600"/>
          </a:xfrm>
        </p:spPr>
        <p:txBody>
          <a:bodyPr>
            <a:noAutofit/>
          </a:bodyPr>
          <a:lstStyle>
            <a:lvl1pPr marL="0" indent="0" algn="l">
              <a:buClr>
                <a:schemeClr val="tx1"/>
              </a:buClr>
              <a:buFontTx/>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0" name="Slide Number Placeholder 16">
            <a:extLst>
              <a:ext uri="{FF2B5EF4-FFF2-40B4-BE49-F238E27FC236}">
                <a16:creationId xmlns:a16="http://schemas.microsoft.com/office/drawing/2014/main" id="{857308AA-D377-526A-0A09-E10E928AD1C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B24595F-9351-4B4A-9AEB-05356D889A81}"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11" name="Picture 10" descr="Central Piedmont Community College logo icon">
            <a:extLst>
              <a:ext uri="{FF2B5EF4-FFF2-40B4-BE49-F238E27FC236}">
                <a16:creationId xmlns:a16="http://schemas.microsoft.com/office/drawing/2014/main" id="{C5DF62A2-17B5-8C43-23E5-DF4C607DA65B}"/>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04353266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 Callouts B - gold">
    <p:bg>
      <p:bgPr>
        <a:solidFill>
          <a:schemeClr val="accent1"/>
        </a:solidFill>
        <a:effectLst/>
      </p:bgPr>
    </p:bg>
    <p:spTree>
      <p:nvGrpSpPr>
        <p:cNvPr id="1" name=""/>
        <p:cNvGrpSpPr/>
        <p:nvPr/>
      </p:nvGrpSpPr>
      <p:grpSpPr>
        <a:xfrm>
          <a:off x="0" y="0"/>
          <a:ext cx="0" cy="0"/>
          <a:chOff x="0" y="0"/>
          <a:chExt cx="0" cy="0"/>
        </a:xfrm>
      </p:grpSpPr>
      <p:sp>
        <p:nvSpPr>
          <p:cNvPr id="8" name="Round Same Side Corner Rectangle 7">
            <a:extLst>
              <a:ext uri="{FF2B5EF4-FFF2-40B4-BE49-F238E27FC236}">
                <a16:creationId xmlns:a16="http://schemas.microsoft.com/office/drawing/2014/main" id="{402A8394-BC0B-7AA8-2668-04E3898CDBCA}"/>
              </a:ext>
              <a:ext uri="{C183D7F6-B498-43B3-948B-1728B52AA6E4}">
                <adec:decorative xmlns:adec="http://schemas.microsoft.com/office/drawing/2017/decorative" val="1"/>
              </a:ext>
            </a:extLst>
          </p:cNvPr>
          <p:cNvSpPr/>
          <p:nvPr userDrawn="1"/>
        </p:nvSpPr>
        <p:spPr>
          <a:xfrm rot="10800000">
            <a:off x="731520" y="1828800"/>
            <a:ext cx="3383280" cy="4297680"/>
          </a:xfrm>
          <a:prstGeom prst="round2SameRect">
            <a:avLst>
              <a:gd name="adj1" fmla="val 10217"/>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 Same Side Corner Rectangle 8">
            <a:extLst>
              <a:ext uri="{FF2B5EF4-FFF2-40B4-BE49-F238E27FC236}">
                <a16:creationId xmlns:a16="http://schemas.microsoft.com/office/drawing/2014/main" id="{1000034D-0134-B017-D785-B24642E6840D}"/>
              </a:ext>
              <a:ext uri="{C183D7F6-B498-43B3-948B-1728B52AA6E4}">
                <adec:decorative xmlns:adec="http://schemas.microsoft.com/office/drawing/2017/decorative" val="1"/>
              </a:ext>
            </a:extLst>
          </p:cNvPr>
          <p:cNvSpPr/>
          <p:nvPr userDrawn="1"/>
        </p:nvSpPr>
        <p:spPr>
          <a:xfrm rot="10800000">
            <a:off x="1828800" y="1188720"/>
            <a:ext cx="1188720" cy="91440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Round Same Side Corner Rectangle 1">
            <a:extLst>
              <a:ext uri="{FF2B5EF4-FFF2-40B4-BE49-F238E27FC236}">
                <a16:creationId xmlns:a16="http://schemas.microsoft.com/office/drawing/2014/main" id="{9254C962-5396-34DA-8C75-9C1D38010D72}"/>
              </a:ext>
              <a:ext uri="{C183D7F6-B498-43B3-948B-1728B52AA6E4}">
                <adec:decorative xmlns:adec="http://schemas.microsoft.com/office/drawing/2017/decorative" val="1"/>
              </a:ext>
            </a:extLst>
          </p:cNvPr>
          <p:cNvSpPr/>
          <p:nvPr userDrawn="1"/>
        </p:nvSpPr>
        <p:spPr>
          <a:xfrm rot="10800000">
            <a:off x="4389119" y="1828800"/>
            <a:ext cx="3383280" cy="4297680"/>
          </a:xfrm>
          <a:prstGeom prst="round2SameRect">
            <a:avLst>
              <a:gd name="adj1" fmla="val 10217"/>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5486398" y="1188720"/>
            <a:ext cx="1188720" cy="91440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3" name="Round Same Side Corner Rectangle 12">
            <a:extLst>
              <a:ext uri="{FF2B5EF4-FFF2-40B4-BE49-F238E27FC236}">
                <a16:creationId xmlns:a16="http://schemas.microsoft.com/office/drawing/2014/main" id="{D4DDCC9C-9547-CF3E-F105-C3C3BECC96A1}"/>
              </a:ext>
              <a:ext uri="{C183D7F6-B498-43B3-948B-1728B52AA6E4}">
                <adec:decorative xmlns:adec="http://schemas.microsoft.com/office/drawing/2017/decorative" val="1"/>
              </a:ext>
            </a:extLst>
          </p:cNvPr>
          <p:cNvSpPr/>
          <p:nvPr userDrawn="1"/>
        </p:nvSpPr>
        <p:spPr>
          <a:xfrm rot="10800000">
            <a:off x="8052956" y="1828799"/>
            <a:ext cx="3383280" cy="4297680"/>
          </a:xfrm>
          <a:prstGeom prst="round2SameRect">
            <a:avLst>
              <a:gd name="adj1" fmla="val 10217"/>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Same Side Corner Rectangle 13">
            <a:extLst>
              <a:ext uri="{FF2B5EF4-FFF2-40B4-BE49-F238E27FC236}">
                <a16:creationId xmlns:a16="http://schemas.microsoft.com/office/drawing/2014/main" id="{9E656CEF-0240-337F-0534-F1E45E31A228}"/>
              </a:ext>
              <a:ext uri="{C183D7F6-B498-43B3-948B-1728B52AA6E4}">
                <adec:decorative xmlns:adec="http://schemas.microsoft.com/office/drawing/2017/decorative" val="1"/>
              </a:ext>
            </a:extLst>
          </p:cNvPr>
          <p:cNvSpPr/>
          <p:nvPr userDrawn="1"/>
        </p:nvSpPr>
        <p:spPr>
          <a:xfrm rot="10800000">
            <a:off x="9150236" y="1188719"/>
            <a:ext cx="1188720" cy="91440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1"/>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1874519" y="1280160"/>
            <a:ext cx="1097280" cy="731520"/>
          </a:xfrm>
        </p:spPr>
        <p:txBody>
          <a:bodyPr lIns="0" tIns="0" rIns="0" bIns="0" anchor="ctr" anchorCtr="0"/>
          <a:lstStyle>
            <a:lvl1pPr marL="0" indent="0" algn="ctr">
              <a:buNone/>
              <a:defRPr b="0" i="0">
                <a:solidFill>
                  <a:schemeClr val="tx2"/>
                </a:solidFill>
                <a:latin typeface="Franklin Gothic Medium" panose="020B0603020102020204" pitchFamily="34" charset="0"/>
              </a:defRPr>
            </a:lvl1pPr>
          </a:lstStyle>
          <a:p>
            <a:r>
              <a:rPr lang="en-US" altLang="zh-CN"/>
              <a:t>Item</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1005839" y="2285999"/>
            <a:ext cx="2834640" cy="3657600"/>
          </a:xfrm>
        </p:spPr>
        <p:txBody>
          <a:bodyPr>
            <a:noAutofit/>
          </a:bodyPr>
          <a:lstStyle>
            <a:lvl1pPr marL="0" indent="0" algn="l">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5532118" y="1280160"/>
            <a:ext cx="1097280" cy="731520"/>
          </a:xfrm>
        </p:spPr>
        <p:txBody>
          <a:bodyPr lIns="0" tIns="0" rIns="0" bIns="0" anchor="ctr" anchorCtr="0"/>
          <a:lstStyle>
            <a:lvl1pPr marL="0" indent="0" algn="ctr">
              <a:buNone/>
              <a:defRPr b="0" i="0">
                <a:solidFill>
                  <a:schemeClr val="tx2"/>
                </a:solidFill>
                <a:latin typeface="Franklin Gothic Medium" panose="020B0603020102020204" pitchFamily="34" charset="0"/>
              </a:defRPr>
            </a:lvl1pPr>
          </a:lstStyle>
          <a:p>
            <a:r>
              <a:rPr lang="en-US" altLang="zh-CN"/>
              <a:t>Item</a:t>
            </a:r>
            <a:endParaRPr lang="zh-CN" altLang="en-US"/>
          </a:p>
        </p:txBody>
      </p:sp>
      <p:sp>
        <p:nvSpPr>
          <p:cNvPr id="16" name="Text Placeholder 7">
            <a:extLst>
              <a:ext uri="{FF2B5EF4-FFF2-40B4-BE49-F238E27FC236}">
                <a16:creationId xmlns:a16="http://schemas.microsoft.com/office/drawing/2014/main" id="{A31A2370-08E0-6F1B-4BB0-A767CCF162B0}"/>
              </a:ext>
            </a:extLst>
          </p:cNvPr>
          <p:cNvSpPr>
            <a:spLocks noGrp="1"/>
          </p:cNvSpPr>
          <p:nvPr>
            <p:ph type="body" sz="quarter" idx="24" hasCustomPrompt="1"/>
          </p:nvPr>
        </p:nvSpPr>
        <p:spPr>
          <a:xfrm>
            <a:off x="4663438" y="2285999"/>
            <a:ext cx="2834640" cy="3657600"/>
          </a:xfrm>
        </p:spPr>
        <p:txBody>
          <a:bodyPr>
            <a:noAutofit/>
          </a:bodyPr>
          <a:lstStyle>
            <a:lvl1pPr marL="0" indent="0" algn="l">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21" name="Text Placeholder 8">
            <a:extLst>
              <a:ext uri="{FF2B5EF4-FFF2-40B4-BE49-F238E27FC236}">
                <a16:creationId xmlns:a16="http://schemas.microsoft.com/office/drawing/2014/main" id="{3AD17929-1F3F-CE9D-E97F-9C10FF499783}"/>
              </a:ext>
            </a:extLst>
          </p:cNvPr>
          <p:cNvSpPr>
            <a:spLocks noGrp="1"/>
          </p:cNvSpPr>
          <p:nvPr>
            <p:ph type="body" sz="quarter" idx="25" hasCustomPrompt="1"/>
          </p:nvPr>
        </p:nvSpPr>
        <p:spPr>
          <a:xfrm>
            <a:off x="9195956" y="1280158"/>
            <a:ext cx="1097280" cy="731520"/>
          </a:xfrm>
        </p:spPr>
        <p:txBody>
          <a:bodyPr lIns="0" tIns="0" rIns="0" bIns="0" anchor="ctr" anchorCtr="0"/>
          <a:lstStyle>
            <a:lvl1pPr marL="0" indent="0" algn="ctr">
              <a:buNone/>
              <a:defRPr b="0" i="0">
                <a:solidFill>
                  <a:schemeClr val="tx2"/>
                </a:solidFill>
                <a:latin typeface="Franklin Gothic Medium" panose="020B0603020102020204" pitchFamily="34" charset="0"/>
              </a:defRPr>
            </a:lvl1pPr>
          </a:lstStyle>
          <a:p>
            <a:r>
              <a:rPr lang="en-US" altLang="zh-CN"/>
              <a:t>Item</a:t>
            </a:r>
            <a:endParaRPr lang="zh-CN" altLang="en-US"/>
          </a:p>
        </p:txBody>
      </p:sp>
      <p:sp>
        <p:nvSpPr>
          <p:cNvPr id="22" name="Text Placeholder 7">
            <a:extLst>
              <a:ext uri="{FF2B5EF4-FFF2-40B4-BE49-F238E27FC236}">
                <a16:creationId xmlns:a16="http://schemas.microsoft.com/office/drawing/2014/main" id="{302EEEC3-A295-AEB6-A07F-D9A976418089}"/>
              </a:ext>
            </a:extLst>
          </p:cNvPr>
          <p:cNvSpPr>
            <a:spLocks noGrp="1"/>
          </p:cNvSpPr>
          <p:nvPr>
            <p:ph type="body" sz="quarter" idx="26" hasCustomPrompt="1"/>
          </p:nvPr>
        </p:nvSpPr>
        <p:spPr>
          <a:xfrm>
            <a:off x="8327276" y="2285997"/>
            <a:ext cx="2834640" cy="3657600"/>
          </a:xfrm>
        </p:spPr>
        <p:txBody>
          <a:bodyPr>
            <a:noAutofit/>
          </a:bodyPr>
          <a:lstStyle>
            <a:lvl1pPr marL="0" indent="0" algn="l">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1" name="Slide Number Placeholder 16">
            <a:extLst>
              <a:ext uri="{FF2B5EF4-FFF2-40B4-BE49-F238E27FC236}">
                <a16:creationId xmlns:a16="http://schemas.microsoft.com/office/drawing/2014/main" id="{1457223C-4C17-31C9-5710-508DA7A0836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8BC603C-79DD-4F43-9C95-C69D216327F1}"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6DA74051-2A1D-4E08-E036-F2E3F71624E1}"/>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Tree>
    <p:extLst>
      <p:ext uri="{BB962C8B-B14F-4D97-AF65-F5344CB8AC3E}">
        <p14:creationId xmlns:p14="http://schemas.microsoft.com/office/powerpoint/2010/main" val="1003737555"/>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Objectives - white opt 1">
    <p:bg>
      <p:bgPr>
        <a:solidFill>
          <a:schemeClr val="bg1"/>
        </a:solidFill>
        <a:effectLst/>
      </p:bgPr>
    </p:bg>
    <p:spTree>
      <p:nvGrpSpPr>
        <p:cNvPr id="1" name=""/>
        <p:cNvGrpSpPr/>
        <p:nvPr/>
      </p:nvGrpSpPr>
      <p:grpSpPr>
        <a:xfrm>
          <a:off x="0" y="0"/>
          <a:ext cx="0" cy="0"/>
          <a:chOff x="0" y="0"/>
          <a:chExt cx="0" cy="0"/>
        </a:xfrm>
      </p:grpSpPr>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2"/>
                </a:solidFill>
              </a:defRPr>
            </a:lvl1pPr>
          </a:lstStyle>
          <a:p>
            <a:r>
              <a:rPr lang="en-US" altLang="zh-CN" noProof="0"/>
              <a:t>Click to edit title</a:t>
            </a:r>
            <a:endParaRPr lang="zh-CN" alt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734425" y="1280161"/>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960120" y="1417320"/>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10" name="Arrow: Right 3" descr="Arrow pointing right">
            <a:extLst>
              <a:ext uri="{FF2B5EF4-FFF2-40B4-BE49-F238E27FC236}">
                <a16:creationId xmlns:a16="http://schemas.microsoft.com/office/drawing/2014/main" id="{9E3A4A40-A79B-9CCF-7C59-E6975E464306}"/>
              </a:ext>
            </a:extLst>
          </p:cNvPr>
          <p:cNvSpPr/>
          <p:nvPr userDrawn="1"/>
        </p:nvSpPr>
        <p:spPr>
          <a:xfrm>
            <a:off x="5577840" y="1600200"/>
            <a:ext cx="1097280" cy="457200"/>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 Same Side Corner Rectangle 10">
            <a:extLst>
              <a:ext uri="{FF2B5EF4-FFF2-40B4-BE49-F238E27FC236}">
                <a16:creationId xmlns:a16="http://schemas.microsoft.com/office/drawing/2014/main" id="{3C22F2FC-3606-5030-B64D-09F6F07ED399}"/>
              </a:ext>
              <a:ext uri="{C183D7F6-B498-43B3-948B-1728B52AA6E4}">
                <adec:decorative xmlns:adec="http://schemas.microsoft.com/office/drawing/2017/decorative" val="1"/>
              </a:ext>
            </a:extLst>
          </p:cNvPr>
          <p:cNvSpPr/>
          <p:nvPr userDrawn="1"/>
        </p:nvSpPr>
        <p:spPr>
          <a:xfrm rot="10800000">
            <a:off x="6903720" y="1280160"/>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2" name="Text Placeholder 8">
            <a:extLst>
              <a:ext uri="{FF2B5EF4-FFF2-40B4-BE49-F238E27FC236}">
                <a16:creationId xmlns:a16="http://schemas.microsoft.com/office/drawing/2014/main" id="{84CB9B01-55E5-3FA1-8ACC-9B0D07500D3B}"/>
              </a:ext>
            </a:extLst>
          </p:cNvPr>
          <p:cNvSpPr>
            <a:spLocks noGrp="1"/>
          </p:cNvSpPr>
          <p:nvPr>
            <p:ph type="body" sz="quarter" idx="27" hasCustomPrompt="1"/>
          </p:nvPr>
        </p:nvSpPr>
        <p:spPr>
          <a:xfrm>
            <a:off x="7132320" y="1417320"/>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17" name="Round Same Side Corner Rectangle 16">
            <a:extLst>
              <a:ext uri="{FF2B5EF4-FFF2-40B4-BE49-F238E27FC236}">
                <a16:creationId xmlns:a16="http://schemas.microsoft.com/office/drawing/2014/main" id="{F4BAE8EF-E94F-6374-45FE-979D8C1D62E0}"/>
              </a:ext>
              <a:ext uri="{C183D7F6-B498-43B3-948B-1728B52AA6E4}">
                <adec:decorative xmlns:adec="http://schemas.microsoft.com/office/drawing/2017/decorative" val="1"/>
              </a:ext>
            </a:extLst>
          </p:cNvPr>
          <p:cNvSpPr/>
          <p:nvPr userDrawn="1"/>
        </p:nvSpPr>
        <p:spPr>
          <a:xfrm rot="10800000">
            <a:off x="731520" y="2540225"/>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9" name="Text Placeholder 8">
            <a:extLst>
              <a:ext uri="{FF2B5EF4-FFF2-40B4-BE49-F238E27FC236}">
                <a16:creationId xmlns:a16="http://schemas.microsoft.com/office/drawing/2014/main" id="{5EC3DA3A-AB63-0E09-109D-9520CC177545}"/>
              </a:ext>
            </a:extLst>
          </p:cNvPr>
          <p:cNvSpPr>
            <a:spLocks noGrp="1"/>
          </p:cNvSpPr>
          <p:nvPr>
            <p:ph type="body" sz="quarter" idx="28" hasCustomPrompt="1"/>
          </p:nvPr>
        </p:nvSpPr>
        <p:spPr>
          <a:xfrm>
            <a:off x="960120" y="2677385"/>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18" name="Arrow: Right 3" descr="Arrow pointing right">
            <a:extLst>
              <a:ext uri="{FF2B5EF4-FFF2-40B4-BE49-F238E27FC236}">
                <a16:creationId xmlns:a16="http://schemas.microsoft.com/office/drawing/2014/main" id="{F5590762-8A0B-B9E3-DBD7-5E9D80573176}"/>
              </a:ext>
            </a:extLst>
          </p:cNvPr>
          <p:cNvSpPr/>
          <p:nvPr userDrawn="1"/>
        </p:nvSpPr>
        <p:spPr>
          <a:xfrm>
            <a:off x="5604564" y="2860265"/>
            <a:ext cx="1097280" cy="457200"/>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 Same Side Corner Rectangle 19">
            <a:extLst>
              <a:ext uri="{FF2B5EF4-FFF2-40B4-BE49-F238E27FC236}">
                <a16:creationId xmlns:a16="http://schemas.microsoft.com/office/drawing/2014/main" id="{FA0B2CD9-02B0-A5B6-696A-7B8A470508F1}"/>
              </a:ext>
              <a:ext uri="{C183D7F6-B498-43B3-948B-1728B52AA6E4}">
                <adec:decorative xmlns:adec="http://schemas.microsoft.com/office/drawing/2017/decorative" val="1"/>
              </a:ext>
            </a:extLst>
          </p:cNvPr>
          <p:cNvSpPr/>
          <p:nvPr userDrawn="1"/>
        </p:nvSpPr>
        <p:spPr>
          <a:xfrm rot="10800000">
            <a:off x="6903720" y="2540225"/>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5" name="Text Placeholder 8">
            <a:extLst>
              <a:ext uri="{FF2B5EF4-FFF2-40B4-BE49-F238E27FC236}">
                <a16:creationId xmlns:a16="http://schemas.microsoft.com/office/drawing/2014/main" id="{543F6868-CF98-5445-B7EF-2B3CEEE37F25}"/>
              </a:ext>
            </a:extLst>
          </p:cNvPr>
          <p:cNvSpPr>
            <a:spLocks noGrp="1"/>
          </p:cNvSpPr>
          <p:nvPr>
            <p:ph type="body" sz="quarter" idx="29" hasCustomPrompt="1"/>
          </p:nvPr>
        </p:nvSpPr>
        <p:spPr>
          <a:xfrm>
            <a:off x="7132320" y="2677385"/>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6" name="Round Same Side Corner Rectangle 25">
            <a:extLst>
              <a:ext uri="{FF2B5EF4-FFF2-40B4-BE49-F238E27FC236}">
                <a16:creationId xmlns:a16="http://schemas.microsoft.com/office/drawing/2014/main" id="{22E4FEDD-2FF4-3AA3-729C-142DC465DBD2}"/>
              </a:ext>
              <a:ext uri="{C183D7F6-B498-43B3-948B-1728B52AA6E4}">
                <adec:decorative xmlns:adec="http://schemas.microsoft.com/office/drawing/2017/decorative" val="1"/>
              </a:ext>
            </a:extLst>
          </p:cNvPr>
          <p:cNvSpPr/>
          <p:nvPr userDrawn="1"/>
        </p:nvSpPr>
        <p:spPr>
          <a:xfrm rot="10800000">
            <a:off x="731520" y="3800288"/>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8" name="Text Placeholder 8">
            <a:extLst>
              <a:ext uri="{FF2B5EF4-FFF2-40B4-BE49-F238E27FC236}">
                <a16:creationId xmlns:a16="http://schemas.microsoft.com/office/drawing/2014/main" id="{5B07C1B1-D0AC-D68D-CFBB-F29A34996314}"/>
              </a:ext>
            </a:extLst>
          </p:cNvPr>
          <p:cNvSpPr>
            <a:spLocks noGrp="1"/>
          </p:cNvSpPr>
          <p:nvPr>
            <p:ph type="body" sz="quarter" idx="30" hasCustomPrompt="1"/>
          </p:nvPr>
        </p:nvSpPr>
        <p:spPr>
          <a:xfrm>
            <a:off x="960120" y="3937448"/>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27" name="Arrow: Right 3" descr="Arrow pointing right">
            <a:extLst>
              <a:ext uri="{FF2B5EF4-FFF2-40B4-BE49-F238E27FC236}">
                <a16:creationId xmlns:a16="http://schemas.microsoft.com/office/drawing/2014/main" id="{090E2B57-2F29-EFD1-EBE8-C7B22CE4EDE4}"/>
              </a:ext>
            </a:extLst>
          </p:cNvPr>
          <p:cNvSpPr/>
          <p:nvPr userDrawn="1"/>
        </p:nvSpPr>
        <p:spPr>
          <a:xfrm>
            <a:off x="5604564" y="4120328"/>
            <a:ext cx="1097280" cy="457200"/>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Same Side Corner Rectangle 28">
            <a:extLst>
              <a:ext uri="{FF2B5EF4-FFF2-40B4-BE49-F238E27FC236}">
                <a16:creationId xmlns:a16="http://schemas.microsoft.com/office/drawing/2014/main" id="{3E77B77A-21E0-946B-C374-D6CFB893A756}"/>
              </a:ext>
              <a:ext uri="{C183D7F6-B498-43B3-948B-1728B52AA6E4}">
                <adec:decorative xmlns:adec="http://schemas.microsoft.com/office/drawing/2017/decorative" val="1"/>
              </a:ext>
            </a:extLst>
          </p:cNvPr>
          <p:cNvSpPr/>
          <p:nvPr userDrawn="1"/>
        </p:nvSpPr>
        <p:spPr>
          <a:xfrm rot="10800000">
            <a:off x="6903720" y="3800288"/>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0" name="Text Placeholder 8">
            <a:extLst>
              <a:ext uri="{FF2B5EF4-FFF2-40B4-BE49-F238E27FC236}">
                <a16:creationId xmlns:a16="http://schemas.microsoft.com/office/drawing/2014/main" id="{A9BDB45F-C88A-87CA-0C92-B4514974D83C}"/>
              </a:ext>
            </a:extLst>
          </p:cNvPr>
          <p:cNvSpPr>
            <a:spLocks noGrp="1"/>
          </p:cNvSpPr>
          <p:nvPr>
            <p:ph type="body" sz="quarter" idx="31" hasCustomPrompt="1"/>
          </p:nvPr>
        </p:nvSpPr>
        <p:spPr>
          <a:xfrm>
            <a:off x="7132320" y="3937448"/>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32" name="Round Same Side Corner Rectangle 31">
            <a:extLst>
              <a:ext uri="{FF2B5EF4-FFF2-40B4-BE49-F238E27FC236}">
                <a16:creationId xmlns:a16="http://schemas.microsoft.com/office/drawing/2014/main" id="{A44C06C7-B56B-48EF-C576-A097869AF445}"/>
              </a:ext>
              <a:ext uri="{C183D7F6-B498-43B3-948B-1728B52AA6E4}">
                <adec:decorative xmlns:adec="http://schemas.microsoft.com/office/drawing/2017/decorative" val="1"/>
              </a:ext>
            </a:extLst>
          </p:cNvPr>
          <p:cNvSpPr/>
          <p:nvPr userDrawn="1"/>
        </p:nvSpPr>
        <p:spPr>
          <a:xfrm rot="10800000">
            <a:off x="731520" y="5060352"/>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4" name="Text Placeholder 8">
            <a:extLst>
              <a:ext uri="{FF2B5EF4-FFF2-40B4-BE49-F238E27FC236}">
                <a16:creationId xmlns:a16="http://schemas.microsoft.com/office/drawing/2014/main" id="{F897BE49-A211-ACC6-08C4-7C38DD010986}"/>
              </a:ext>
            </a:extLst>
          </p:cNvPr>
          <p:cNvSpPr>
            <a:spLocks noGrp="1"/>
          </p:cNvSpPr>
          <p:nvPr>
            <p:ph type="body" sz="quarter" idx="32" hasCustomPrompt="1"/>
          </p:nvPr>
        </p:nvSpPr>
        <p:spPr>
          <a:xfrm>
            <a:off x="960120" y="5197512"/>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33" name="Arrow: Right 3" descr="Arrow pointing right">
            <a:extLst>
              <a:ext uri="{FF2B5EF4-FFF2-40B4-BE49-F238E27FC236}">
                <a16:creationId xmlns:a16="http://schemas.microsoft.com/office/drawing/2014/main" id="{B3DEC056-4CCE-5A6A-B3A0-AFC3DC3833A0}"/>
              </a:ext>
            </a:extLst>
          </p:cNvPr>
          <p:cNvSpPr/>
          <p:nvPr userDrawn="1"/>
        </p:nvSpPr>
        <p:spPr>
          <a:xfrm>
            <a:off x="5604564" y="5380392"/>
            <a:ext cx="1097280" cy="457200"/>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 Same Side Corner Rectangle 34">
            <a:extLst>
              <a:ext uri="{FF2B5EF4-FFF2-40B4-BE49-F238E27FC236}">
                <a16:creationId xmlns:a16="http://schemas.microsoft.com/office/drawing/2014/main" id="{C4C4C883-D285-0617-D996-C5EE219092DD}"/>
              </a:ext>
              <a:ext uri="{C183D7F6-B498-43B3-948B-1728B52AA6E4}">
                <adec:decorative xmlns:adec="http://schemas.microsoft.com/office/drawing/2017/decorative" val="1"/>
              </a:ext>
            </a:extLst>
          </p:cNvPr>
          <p:cNvSpPr/>
          <p:nvPr userDrawn="1"/>
        </p:nvSpPr>
        <p:spPr>
          <a:xfrm rot="10800000">
            <a:off x="6903720" y="5060352"/>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6" name="Text Placeholder 8">
            <a:extLst>
              <a:ext uri="{FF2B5EF4-FFF2-40B4-BE49-F238E27FC236}">
                <a16:creationId xmlns:a16="http://schemas.microsoft.com/office/drawing/2014/main" id="{AC8DFC33-2041-7283-25D9-F1A1CF23BEB8}"/>
              </a:ext>
            </a:extLst>
          </p:cNvPr>
          <p:cNvSpPr>
            <a:spLocks noGrp="1"/>
          </p:cNvSpPr>
          <p:nvPr>
            <p:ph type="body" sz="quarter" idx="33" hasCustomPrompt="1"/>
          </p:nvPr>
        </p:nvSpPr>
        <p:spPr>
          <a:xfrm>
            <a:off x="7132320" y="5197512"/>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3" name="Slide Number Placeholder 16">
            <a:extLst>
              <a:ext uri="{FF2B5EF4-FFF2-40B4-BE49-F238E27FC236}">
                <a16:creationId xmlns:a16="http://schemas.microsoft.com/office/drawing/2014/main" id="{79349723-06D5-E52C-6B10-B680336E683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4308E9D-F830-1F43-96A9-B3210FACF2CC}"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24" name="Picture 23" descr="Central Piedmont Community College logo icon">
            <a:extLst>
              <a:ext uri="{FF2B5EF4-FFF2-40B4-BE49-F238E27FC236}">
                <a16:creationId xmlns:a16="http://schemas.microsoft.com/office/drawing/2014/main" id="{CD25D0B4-4EAE-F397-1CFF-5D66F2405CDC}"/>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829053465"/>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Objectives - white opt 2">
    <p:bg>
      <p:bgPr>
        <a:solidFill>
          <a:schemeClr val="bg1"/>
        </a:solidFill>
        <a:effectLst/>
      </p:bgPr>
    </p:bg>
    <p:spTree>
      <p:nvGrpSpPr>
        <p:cNvPr id="1" name=""/>
        <p:cNvGrpSpPr/>
        <p:nvPr/>
      </p:nvGrpSpPr>
      <p:grpSpPr>
        <a:xfrm>
          <a:off x="0" y="0"/>
          <a:ext cx="0" cy="0"/>
          <a:chOff x="0" y="0"/>
          <a:chExt cx="0" cy="0"/>
        </a:xfrm>
      </p:grpSpPr>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2"/>
                </a:solidFill>
              </a:defRPr>
            </a:lvl1pPr>
          </a:lstStyle>
          <a:p>
            <a:r>
              <a:rPr lang="en-US" altLang="zh-CN" noProof="0"/>
              <a:t>Click to edit title</a:t>
            </a:r>
            <a:endParaRPr lang="zh-CN" alt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734425" y="1280161"/>
            <a:ext cx="4568898" cy="109728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960120" y="1417320"/>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Objective</a:t>
            </a:r>
            <a:endParaRPr lang="zh-CN" altLang="en-US"/>
          </a:p>
        </p:txBody>
      </p:sp>
      <p:sp>
        <p:nvSpPr>
          <p:cNvPr id="10" name="Arrow: Right 3" descr="Arrow pointing right">
            <a:extLst>
              <a:ext uri="{FF2B5EF4-FFF2-40B4-BE49-F238E27FC236}">
                <a16:creationId xmlns:a16="http://schemas.microsoft.com/office/drawing/2014/main" id="{9E3A4A40-A79B-9CCF-7C59-E6975E464306}"/>
              </a:ext>
            </a:extLst>
          </p:cNvPr>
          <p:cNvSpPr/>
          <p:nvPr userDrawn="1"/>
        </p:nvSpPr>
        <p:spPr>
          <a:xfrm>
            <a:off x="5577840" y="1600200"/>
            <a:ext cx="1097280" cy="457200"/>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 Same Side Corner Rectangle 10">
            <a:extLst>
              <a:ext uri="{FF2B5EF4-FFF2-40B4-BE49-F238E27FC236}">
                <a16:creationId xmlns:a16="http://schemas.microsoft.com/office/drawing/2014/main" id="{3C22F2FC-3606-5030-B64D-09F6F07ED399}"/>
              </a:ext>
              <a:ext uri="{C183D7F6-B498-43B3-948B-1728B52AA6E4}">
                <adec:decorative xmlns:adec="http://schemas.microsoft.com/office/drawing/2017/decorative" val="1"/>
              </a:ext>
            </a:extLst>
          </p:cNvPr>
          <p:cNvSpPr/>
          <p:nvPr userDrawn="1"/>
        </p:nvSpPr>
        <p:spPr>
          <a:xfrm rot="10800000">
            <a:off x="6903720" y="1280160"/>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2" name="Text Placeholder 8">
            <a:extLst>
              <a:ext uri="{FF2B5EF4-FFF2-40B4-BE49-F238E27FC236}">
                <a16:creationId xmlns:a16="http://schemas.microsoft.com/office/drawing/2014/main" id="{84CB9B01-55E5-3FA1-8ACC-9B0D07500D3B}"/>
              </a:ext>
            </a:extLst>
          </p:cNvPr>
          <p:cNvSpPr>
            <a:spLocks noGrp="1"/>
          </p:cNvSpPr>
          <p:nvPr>
            <p:ph type="body" sz="quarter" idx="27" hasCustomPrompt="1"/>
          </p:nvPr>
        </p:nvSpPr>
        <p:spPr>
          <a:xfrm>
            <a:off x="7132320" y="1417320"/>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17" name="Round Same Side Corner Rectangle 16">
            <a:extLst>
              <a:ext uri="{FF2B5EF4-FFF2-40B4-BE49-F238E27FC236}">
                <a16:creationId xmlns:a16="http://schemas.microsoft.com/office/drawing/2014/main" id="{F4BAE8EF-E94F-6374-45FE-979D8C1D62E0}"/>
              </a:ext>
              <a:ext uri="{C183D7F6-B498-43B3-948B-1728B52AA6E4}">
                <adec:decorative xmlns:adec="http://schemas.microsoft.com/office/drawing/2017/decorative" val="1"/>
              </a:ext>
            </a:extLst>
          </p:cNvPr>
          <p:cNvSpPr/>
          <p:nvPr userDrawn="1"/>
        </p:nvSpPr>
        <p:spPr>
          <a:xfrm rot="10800000">
            <a:off x="731520" y="2540225"/>
            <a:ext cx="4568898" cy="109728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9" name="Text Placeholder 8">
            <a:extLst>
              <a:ext uri="{FF2B5EF4-FFF2-40B4-BE49-F238E27FC236}">
                <a16:creationId xmlns:a16="http://schemas.microsoft.com/office/drawing/2014/main" id="{5EC3DA3A-AB63-0E09-109D-9520CC177545}"/>
              </a:ext>
            </a:extLst>
          </p:cNvPr>
          <p:cNvSpPr>
            <a:spLocks noGrp="1"/>
          </p:cNvSpPr>
          <p:nvPr>
            <p:ph type="body" sz="quarter" idx="28" hasCustomPrompt="1"/>
          </p:nvPr>
        </p:nvSpPr>
        <p:spPr>
          <a:xfrm>
            <a:off x="960120" y="2677385"/>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Objective</a:t>
            </a:r>
            <a:endParaRPr lang="zh-CN" altLang="en-US"/>
          </a:p>
        </p:txBody>
      </p:sp>
      <p:sp>
        <p:nvSpPr>
          <p:cNvPr id="18" name="Arrow: Right 3" descr="Arrow pointing right">
            <a:extLst>
              <a:ext uri="{FF2B5EF4-FFF2-40B4-BE49-F238E27FC236}">
                <a16:creationId xmlns:a16="http://schemas.microsoft.com/office/drawing/2014/main" id="{F5590762-8A0B-B9E3-DBD7-5E9D80573176}"/>
              </a:ext>
            </a:extLst>
          </p:cNvPr>
          <p:cNvSpPr/>
          <p:nvPr userDrawn="1"/>
        </p:nvSpPr>
        <p:spPr>
          <a:xfrm>
            <a:off x="5604564" y="2860265"/>
            <a:ext cx="1097280" cy="457200"/>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 Same Side Corner Rectangle 19">
            <a:extLst>
              <a:ext uri="{FF2B5EF4-FFF2-40B4-BE49-F238E27FC236}">
                <a16:creationId xmlns:a16="http://schemas.microsoft.com/office/drawing/2014/main" id="{FA0B2CD9-02B0-A5B6-696A-7B8A470508F1}"/>
              </a:ext>
              <a:ext uri="{C183D7F6-B498-43B3-948B-1728B52AA6E4}">
                <adec:decorative xmlns:adec="http://schemas.microsoft.com/office/drawing/2017/decorative" val="1"/>
              </a:ext>
            </a:extLst>
          </p:cNvPr>
          <p:cNvSpPr/>
          <p:nvPr userDrawn="1"/>
        </p:nvSpPr>
        <p:spPr>
          <a:xfrm rot="10800000">
            <a:off x="6903720" y="2540225"/>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5" name="Text Placeholder 8">
            <a:extLst>
              <a:ext uri="{FF2B5EF4-FFF2-40B4-BE49-F238E27FC236}">
                <a16:creationId xmlns:a16="http://schemas.microsoft.com/office/drawing/2014/main" id="{543F6868-CF98-5445-B7EF-2B3CEEE37F25}"/>
              </a:ext>
            </a:extLst>
          </p:cNvPr>
          <p:cNvSpPr>
            <a:spLocks noGrp="1"/>
          </p:cNvSpPr>
          <p:nvPr>
            <p:ph type="body" sz="quarter" idx="29" hasCustomPrompt="1"/>
          </p:nvPr>
        </p:nvSpPr>
        <p:spPr>
          <a:xfrm>
            <a:off x="7132320" y="2677385"/>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6" name="Round Same Side Corner Rectangle 25">
            <a:extLst>
              <a:ext uri="{FF2B5EF4-FFF2-40B4-BE49-F238E27FC236}">
                <a16:creationId xmlns:a16="http://schemas.microsoft.com/office/drawing/2014/main" id="{22E4FEDD-2FF4-3AA3-729C-142DC465DBD2}"/>
              </a:ext>
              <a:ext uri="{C183D7F6-B498-43B3-948B-1728B52AA6E4}">
                <adec:decorative xmlns:adec="http://schemas.microsoft.com/office/drawing/2017/decorative" val="1"/>
              </a:ext>
            </a:extLst>
          </p:cNvPr>
          <p:cNvSpPr/>
          <p:nvPr userDrawn="1"/>
        </p:nvSpPr>
        <p:spPr>
          <a:xfrm rot="10800000">
            <a:off x="731520" y="3800288"/>
            <a:ext cx="4568898" cy="109728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8" name="Text Placeholder 8">
            <a:extLst>
              <a:ext uri="{FF2B5EF4-FFF2-40B4-BE49-F238E27FC236}">
                <a16:creationId xmlns:a16="http://schemas.microsoft.com/office/drawing/2014/main" id="{5B07C1B1-D0AC-D68D-CFBB-F29A34996314}"/>
              </a:ext>
            </a:extLst>
          </p:cNvPr>
          <p:cNvSpPr>
            <a:spLocks noGrp="1"/>
          </p:cNvSpPr>
          <p:nvPr>
            <p:ph type="body" sz="quarter" idx="30" hasCustomPrompt="1"/>
          </p:nvPr>
        </p:nvSpPr>
        <p:spPr>
          <a:xfrm>
            <a:off x="960120" y="3937448"/>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Objective</a:t>
            </a:r>
            <a:endParaRPr lang="zh-CN" altLang="en-US"/>
          </a:p>
        </p:txBody>
      </p:sp>
      <p:sp>
        <p:nvSpPr>
          <p:cNvPr id="27" name="Arrow: Right 3" descr="Arrow pointing right">
            <a:extLst>
              <a:ext uri="{FF2B5EF4-FFF2-40B4-BE49-F238E27FC236}">
                <a16:creationId xmlns:a16="http://schemas.microsoft.com/office/drawing/2014/main" id="{090E2B57-2F29-EFD1-EBE8-C7B22CE4EDE4}"/>
              </a:ext>
            </a:extLst>
          </p:cNvPr>
          <p:cNvSpPr/>
          <p:nvPr userDrawn="1"/>
        </p:nvSpPr>
        <p:spPr>
          <a:xfrm>
            <a:off x="5604564" y="4120328"/>
            <a:ext cx="1097280" cy="457200"/>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Same Side Corner Rectangle 28">
            <a:extLst>
              <a:ext uri="{FF2B5EF4-FFF2-40B4-BE49-F238E27FC236}">
                <a16:creationId xmlns:a16="http://schemas.microsoft.com/office/drawing/2014/main" id="{3E77B77A-21E0-946B-C374-D6CFB893A756}"/>
              </a:ext>
              <a:ext uri="{C183D7F6-B498-43B3-948B-1728B52AA6E4}">
                <adec:decorative xmlns:adec="http://schemas.microsoft.com/office/drawing/2017/decorative" val="1"/>
              </a:ext>
            </a:extLst>
          </p:cNvPr>
          <p:cNvSpPr/>
          <p:nvPr userDrawn="1"/>
        </p:nvSpPr>
        <p:spPr>
          <a:xfrm rot="10800000">
            <a:off x="6903720" y="3800288"/>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0" name="Text Placeholder 8">
            <a:extLst>
              <a:ext uri="{FF2B5EF4-FFF2-40B4-BE49-F238E27FC236}">
                <a16:creationId xmlns:a16="http://schemas.microsoft.com/office/drawing/2014/main" id="{A9BDB45F-C88A-87CA-0C92-B4514974D83C}"/>
              </a:ext>
            </a:extLst>
          </p:cNvPr>
          <p:cNvSpPr>
            <a:spLocks noGrp="1"/>
          </p:cNvSpPr>
          <p:nvPr>
            <p:ph type="body" sz="quarter" idx="31" hasCustomPrompt="1"/>
          </p:nvPr>
        </p:nvSpPr>
        <p:spPr>
          <a:xfrm>
            <a:off x="7132320" y="3937448"/>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32" name="Round Same Side Corner Rectangle 31">
            <a:extLst>
              <a:ext uri="{FF2B5EF4-FFF2-40B4-BE49-F238E27FC236}">
                <a16:creationId xmlns:a16="http://schemas.microsoft.com/office/drawing/2014/main" id="{A44C06C7-B56B-48EF-C576-A097869AF445}"/>
              </a:ext>
              <a:ext uri="{C183D7F6-B498-43B3-948B-1728B52AA6E4}">
                <adec:decorative xmlns:adec="http://schemas.microsoft.com/office/drawing/2017/decorative" val="1"/>
              </a:ext>
            </a:extLst>
          </p:cNvPr>
          <p:cNvSpPr/>
          <p:nvPr userDrawn="1"/>
        </p:nvSpPr>
        <p:spPr>
          <a:xfrm rot="10800000">
            <a:off x="731520" y="5060352"/>
            <a:ext cx="4568898" cy="109728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4" name="Text Placeholder 8">
            <a:extLst>
              <a:ext uri="{FF2B5EF4-FFF2-40B4-BE49-F238E27FC236}">
                <a16:creationId xmlns:a16="http://schemas.microsoft.com/office/drawing/2014/main" id="{F897BE49-A211-ACC6-08C4-7C38DD010986}"/>
              </a:ext>
            </a:extLst>
          </p:cNvPr>
          <p:cNvSpPr>
            <a:spLocks noGrp="1"/>
          </p:cNvSpPr>
          <p:nvPr>
            <p:ph type="body" sz="quarter" idx="32" hasCustomPrompt="1"/>
          </p:nvPr>
        </p:nvSpPr>
        <p:spPr>
          <a:xfrm>
            <a:off x="960120" y="5197512"/>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Objective</a:t>
            </a:r>
            <a:endParaRPr lang="zh-CN" altLang="en-US"/>
          </a:p>
        </p:txBody>
      </p:sp>
      <p:sp>
        <p:nvSpPr>
          <p:cNvPr id="33" name="Arrow: Right 3" descr="Arrow pointing right">
            <a:extLst>
              <a:ext uri="{FF2B5EF4-FFF2-40B4-BE49-F238E27FC236}">
                <a16:creationId xmlns:a16="http://schemas.microsoft.com/office/drawing/2014/main" id="{B3DEC056-4CCE-5A6A-B3A0-AFC3DC3833A0}"/>
              </a:ext>
            </a:extLst>
          </p:cNvPr>
          <p:cNvSpPr/>
          <p:nvPr userDrawn="1"/>
        </p:nvSpPr>
        <p:spPr>
          <a:xfrm>
            <a:off x="5604564" y="5380392"/>
            <a:ext cx="1097280" cy="457200"/>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 Same Side Corner Rectangle 34">
            <a:extLst>
              <a:ext uri="{FF2B5EF4-FFF2-40B4-BE49-F238E27FC236}">
                <a16:creationId xmlns:a16="http://schemas.microsoft.com/office/drawing/2014/main" id="{C4C4C883-D285-0617-D996-C5EE219092DD}"/>
              </a:ext>
              <a:ext uri="{C183D7F6-B498-43B3-948B-1728B52AA6E4}">
                <adec:decorative xmlns:adec="http://schemas.microsoft.com/office/drawing/2017/decorative" val="1"/>
              </a:ext>
            </a:extLst>
          </p:cNvPr>
          <p:cNvSpPr/>
          <p:nvPr userDrawn="1"/>
        </p:nvSpPr>
        <p:spPr>
          <a:xfrm rot="10800000">
            <a:off x="6903720" y="5060352"/>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6" name="Text Placeholder 8">
            <a:extLst>
              <a:ext uri="{FF2B5EF4-FFF2-40B4-BE49-F238E27FC236}">
                <a16:creationId xmlns:a16="http://schemas.microsoft.com/office/drawing/2014/main" id="{AC8DFC33-2041-7283-25D9-F1A1CF23BEB8}"/>
              </a:ext>
            </a:extLst>
          </p:cNvPr>
          <p:cNvSpPr>
            <a:spLocks noGrp="1"/>
          </p:cNvSpPr>
          <p:nvPr>
            <p:ph type="body" sz="quarter" idx="33" hasCustomPrompt="1"/>
          </p:nvPr>
        </p:nvSpPr>
        <p:spPr>
          <a:xfrm>
            <a:off x="7132320" y="5197512"/>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3" name="Slide Number Placeholder 16">
            <a:extLst>
              <a:ext uri="{FF2B5EF4-FFF2-40B4-BE49-F238E27FC236}">
                <a16:creationId xmlns:a16="http://schemas.microsoft.com/office/drawing/2014/main" id="{79349723-06D5-E52C-6B10-B680336E683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F7872BC-9D10-F34B-9327-B209F0A53EFD}"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24" name="Picture 23" descr="Central Piedmont Community College logo icon">
            <a:extLst>
              <a:ext uri="{FF2B5EF4-FFF2-40B4-BE49-F238E27FC236}">
                <a16:creationId xmlns:a16="http://schemas.microsoft.com/office/drawing/2014/main" id="{CD25D0B4-4EAE-F397-1CFF-5D66F2405CDC}"/>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425725939"/>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Objectives - gray">
    <p:bg>
      <p:bgPr>
        <a:solidFill>
          <a:schemeClr val="tx2"/>
        </a:solidFill>
        <a:effectLst/>
      </p:bgPr>
    </p:bg>
    <p:spTree>
      <p:nvGrpSpPr>
        <p:cNvPr id="1" name=""/>
        <p:cNvGrpSpPr/>
        <p:nvPr/>
      </p:nvGrpSpPr>
      <p:grpSpPr>
        <a:xfrm>
          <a:off x="0" y="0"/>
          <a:ext cx="0" cy="0"/>
          <a:chOff x="0" y="0"/>
          <a:chExt cx="0" cy="0"/>
        </a:xfrm>
      </p:grpSpPr>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bg1"/>
                </a:solidFill>
              </a:defRPr>
            </a:lvl1pPr>
          </a:lstStyle>
          <a:p>
            <a:r>
              <a:rPr lang="en-US" altLang="zh-CN" noProof="0"/>
              <a:t>Click to edit title</a:t>
            </a:r>
            <a:endParaRPr lang="zh-CN" alt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734425" y="1280161"/>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960120" y="1417320"/>
            <a:ext cx="4114800" cy="822960"/>
          </a:xfrm>
        </p:spPr>
        <p:txBody>
          <a:bodyPr lIns="0" tIns="0" rIns="0" bIns="0" anchor="ctr" anchorCtr="0">
            <a:normAutofit/>
          </a:bodyPr>
          <a:lstStyle>
            <a:lvl1pPr marL="0" indent="0" algn="l">
              <a:buNone/>
              <a:defRPr sz="1800" b="0" i="0">
                <a:solidFill>
                  <a:schemeClr val="tx2"/>
                </a:solidFill>
                <a:latin typeface="Franklin Gothic Medium" panose="020B0603020102020204" pitchFamily="34" charset="0"/>
              </a:defRPr>
            </a:lvl1pPr>
          </a:lstStyle>
          <a:p>
            <a:r>
              <a:rPr lang="en-US" altLang="zh-CN"/>
              <a:t>Objective</a:t>
            </a:r>
            <a:endParaRPr lang="zh-CN" altLang="en-US"/>
          </a:p>
        </p:txBody>
      </p:sp>
      <p:sp>
        <p:nvSpPr>
          <p:cNvPr id="10" name="Arrow: Right 3" descr="Arrow pointing right">
            <a:extLst>
              <a:ext uri="{FF2B5EF4-FFF2-40B4-BE49-F238E27FC236}">
                <a16:creationId xmlns:a16="http://schemas.microsoft.com/office/drawing/2014/main" id="{9E3A4A40-A79B-9CCF-7C59-E6975E464306}"/>
              </a:ext>
            </a:extLst>
          </p:cNvPr>
          <p:cNvSpPr/>
          <p:nvPr userDrawn="1"/>
        </p:nvSpPr>
        <p:spPr>
          <a:xfrm>
            <a:off x="5577840" y="1600200"/>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 Same Side Corner Rectangle 10">
            <a:extLst>
              <a:ext uri="{FF2B5EF4-FFF2-40B4-BE49-F238E27FC236}">
                <a16:creationId xmlns:a16="http://schemas.microsoft.com/office/drawing/2014/main" id="{3C22F2FC-3606-5030-B64D-09F6F07ED399}"/>
              </a:ext>
              <a:ext uri="{C183D7F6-B498-43B3-948B-1728B52AA6E4}">
                <adec:decorative xmlns:adec="http://schemas.microsoft.com/office/drawing/2017/decorative" val="1"/>
              </a:ext>
            </a:extLst>
          </p:cNvPr>
          <p:cNvSpPr/>
          <p:nvPr userDrawn="1"/>
        </p:nvSpPr>
        <p:spPr>
          <a:xfrm rot="10800000">
            <a:off x="6903720" y="1280160"/>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2" name="Text Placeholder 8">
            <a:extLst>
              <a:ext uri="{FF2B5EF4-FFF2-40B4-BE49-F238E27FC236}">
                <a16:creationId xmlns:a16="http://schemas.microsoft.com/office/drawing/2014/main" id="{84CB9B01-55E5-3FA1-8ACC-9B0D07500D3B}"/>
              </a:ext>
            </a:extLst>
          </p:cNvPr>
          <p:cNvSpPr>
            <a:spLocks noGrp="1"/>
          </p:cNvSpPr>
          <p:nvPr>
            <p:ph type="body" sz="quarter" idx="27" hasCustomPrompt="1"/>
          </p:nvPr>
        </p:nvSpPr>
        <p:spPr>
          <a:xfrm>
            <a:off x="7132320" y="1417320"/>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17" name="Round Same Side Corner Rectangle 16">
            <a:extLst>
              <a:ext uri="{FF2B5EF4-FFF2-40B4-BE49-F238E27FC236}">
                <a16:creationId xmlns:a16="http://schemas.microsoft.com/office/drawing/2014/main" id="{F4BAE8EF-E94F-6374-45FE-979D8C1D62E0}"/>
              </a:ext>
              <a:ext uri="{C183D7F6-B498-43B3-948B-1728B52AA6E4}">
                <adec:decorative xmlns:adec="http://schemas.microsoft.com/office/drawing/2017/decorative" val="1"/>
              </a:ext>
            </a:extLst>
          </p:cNvPr>
          <p:cNvSpPr/>
          <p:nvPr userDrawn="1"/>
        </p:nvSpPr>
        <p:spPr>
          <a:xfrm rot="10800000">
            <a:off x="731520" y="2540225"/>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9" name="Text Placeholder 8">
            <a:extLst>
              <a:ext uri="{FF2B5EF4-FFF2-40B4-BE49-F238E27FC236}">
                <a16:creationId xmlns:a16="http://schemas.microsoft.com/office/drawing/2014/main" id="{5EC3DA3A-AB63-0E09-109D-9520CC177545}"/>
              </a:ext>
            </a:extLst>
          </p:cNvPr>
          <p:cNvSpPr>
            <a:spLocks noGrp="1"/>
          </p:cNvSpPr>
          <p:nvPr>
            <p:ph type="body" sz="quarter" idx="28" hasCustomPrompt="1"/>
          </p:nvPr>
        </p:nvSpPr>
        <p:spPr>
          <a:xfrm>
            <a:off x="960120" y="2677385"/>
            <a:ext cx="4114800" cy="822960"/>
          </a:xfrm>
        </p:spPr>
        <p:txBody>
          <a:bodyPr lIns="0" tIns="0" rIns="0" bIns="0" anchor="ctr" anchorCtr="0">
            <a:normAutofit/>
          </a:bodyPr>
          <a:lstStyle>
            <a:lvl1pPr marL="0" indent="0" algn="l">
              <a:buNone/>
              <a:defRPr sz="1800" b="0" i="0">
                <a:solidFill>
                  <a:schemeClr val="tx2"/>
                </a:solidFill>
                <a:latin typeface="Franklin Gothic Medium" panose="020B0603020102020204" pitchFamily="34" charset="0"/>
              </a:defRPr>
            </a:lvl1pPr>
          </a:lstStyle>
          <a:p>
            <a:r>
              <a:rPr lang="en-US" altLang="zh-CN"/>
              <a:t>Objective</a:t>
            </a:r>
            <a:endParaRPr lang="zh-CN" altLang="en-US"/>
          </a:p>
        </p:txBody>
      </p:sp>
      <p:sp>
        <p:nvSpPr>
          <p:cNvPr id="18" name="Arrow: Right 3" descr="Arrow pointing right">
            <a:extLst>
              <a:ext uri="{FF2B5EF4-FFF2-40B4-BE49-F238E27FC236}">
                <a16:creationId xmlns:a16="http://schemas.microsoft.com/office/drawing/2014/main" id="{F5590762-8A0B-B9E3-DBD7-5E9D80573176}"/>
              </a:ext>
            </a:extLst>
          </p:cNvPr>
          <p:cNvSpPr/>
          <p:nvPr userDrawn="1"/>
        </p:nvSpPr>
        <p:spPr>
          <a:xfrm>
            <a:off x="5604564" y="2860265"/>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 Same Side Corner Rectangle 19">
            <a:extLst>
              <a:ext uri="{FF2B5EF4-FFF2-40B4-BE49-F238E27FC236}">
                <a16:creationId xmlns:a16="http://schemas.microsoft.com/office/drawing/2014/main" id="{FA0B2CD9-02B0-A5B6-696A-7B8A470508F1}"/>
              </a:ext>
              <a:ext uri="{C183D7F6-B498-43B3-948B-1728B52AA6E4}">
                <adec:decorative xmlns:adec="http://schemas.microsoft.com/office/drawing/2017/decorative" val="1"/>
              </a:ext>
            </a:extLst>
          </p:cNvPr>
          <p:cNvSpPr/>
          <p:nvPr userDrawn="1"/>
        </p:nvSpPr>
        <p:spPr>
          <a:xfrm rot="10800000">
            <a:off x="6903720" y="2540225"/>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5" name="Text Placeholder 8">
            <a:extLst>
              <a:ext uri="{FF2B5EF4-FFF2-40B4-BE49-F238E27FC236}">
                <a16:creationId xmlns:a16="http://schemas.microsoft.com/office/drawing/2014/main" id="{543F6868-CF98-5445-B7EF-2B3CEEE37F25}"/>
              </a:ext>
            </a:extLst>
          </p:cNvPr>
          <p:cNvSpPr>
            <a:spLocks noGrp="1"/>
          </p:cNvSpPr>
          <p:nvPr>
            <p:ph type="body" sz="quarter" idx="29" hasCustomPrompt="1"/>
          </p:nvPr>
        </p:nvSpPr>
        <p:spPr>
          <a:xfrm>
            <a:off x="7132320" y="2677385"/>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6" name="Round Same Side Corner Rectangle 25">
            <a:extLst>
              <a:ext uri="{FF2B5EF4-FFF2-40B4-BE49-F238E27FC236}">
                <a16:creationId xmlns:a16="http://schemas.microsoft.com/office/drawing/2014/main" id="{22E4FEDD-2FF4-3AA3-729C-142DC465DBD2}"/>
              </a:ext>
              <a:ext uri="{C183D7F6-B498-43B3-948B-1728B52AA6E4}">
                <adec:decorative xmlns:adec="http://schemas.microsoft.com/office/drawing/2017/decorative" val="1"/>
              </a:ext>
            </a:extLst>
          </p:cNvPr>
          <p:cNvSpPr/>
          <p:nvPr userDrawn="1"/>
        </p:nvSpPr>
        <p:spPr>
          <a:xfrm rot="10800000">
            <a:off x="731520" y="3800288"/>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8" name="Text Placeholder 8">
            <a:extLst>
              <a:ext uri="{FF2B5EF4-FFF2-40B4-BE49-F238E27FC236}">
                <a16:creationId xmlns:a16="http://schemas.microsoft.com/office/drawing/2014/main" id="{5B07C1B1-D0AC-D68D-CFBB-F29A34996314}"/>
              </a:ext>
            </a:extLst>
          </p:cNvPr>
          <p:cNvSpPr>
            <a:spLocks noGrp="1"/>
          </p:cNvSpPr>
          <p:nvPr>
            <p:ph type="body" sz="quarter" idx="30" hasCustomPrompt="1"/>
          </p:nvPr>
        </p:nvSpPr>
        <p:spPr>
          <a:xfrm>
            <a:off x="960120" y="3937448"/>
            <a:ext cx="4114800" cy="822960"/>
          </a:xfrm>
        </p:spPr>
        <p:txBody>
          <a:bodyPr lIns="0" tIns="0" rIns="0" bIns="0" anchor="ctr" anchorCtr="0">
            <a:normAutofit/>
          </a:bodyPr>
          <a:lstStyle>
            <a:lvl1pPr marL="0" indent="0" algn="l">
              <a:buNone/>
              <a:defRPr sz="1800" b="0" i="0">
                <a:solidFill>
                  <a:schemeClr val="tx2"/>
                </a:solidFill>
                <a:latin typeface="Franklin Gothic Medium" panose="020B0603020102020204" pitchFamily="34" charset="0"/>
              </a:defRPr>
            </a:lvl1pPr>
          </a:lstStyle>
          <a:p>
            <a:r>
              <a:rPr lang="en-US" altLang="zh-CN"/>
              <a:t>Objective</a:t>
            </a:r>
            <a:endParaRPr lang="zh-CN" altLang="en-US"/>
          </a:p>
        </p:txBody>
      </p:sp>
      <p:sp>
        <p:nvSpPr>
          <p:cNvPr id="27" name="Arrow: Right 3" descr="Arrow pointing right">
            <a:extLst>
              <a:ext uri="{FF2B5EF4-FFF2-40B4-BE49-F238E27FC236}">
                <a16:creationId xmlns:a16="http://schemas.microsoft.com/office/drawing/2014/main" id="{090E2B57-2F29-EFD1-EBE8-C7B22CE4EDE4}"/>
              </a:ext>
            </a:extLst>
          </p:cNvPr>
          <p:cNvSpPr/>
          <p:nvPr userDrawn="1"/>
        </p:nvSpPr>
        <p:spPr>
          <a:xfrm>
            <a:off x="5604564" y="4120328"/>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Same Side Corner Rectangle 28">
            <a:extLst>
              <a:ext uri="{FF2B5EF4-FFF2-40B4-BE49-F238E27FC236}">
                <a16:creationId xmlns:a16="http://schemas.microsoft.com/office/drawing/2014/main" id="{3E77B77A-21E0-946B-C374-D6CFB893A756}"/>
              </a:ext>
              <a:ext uri="{C183D7F6-B498-43B3-948B-1728B52AA6E4}">
                <adec:decorative xmlns:adec="http://schemas.microsoft.com/office/drawing/2017/decorative" val="1"/>
              </a:ext>
            </a:extLst>
          </p:cNvPr>
          <p:cNvSpPr/>
          <p:nvPr userDrawn="1"/>
        </p:nvSpPr>
        <p:spPr>
          <a:xfrm rot="10800000">
            <a:off x="6903720" y="3800288"/>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0" name="Text Placeholder 8">
            <a:extLst>
              <a:ext uri="{FF2B5EF4-FFF2-40B4-BE49-F238E27FC236}">
                <a16:creationId xmlns:a16="http://schemas.microsoft.com/office/drawing/2014/main" id="{A9BDB45F-C88A-87CA-0C92-B4514974D83C}"/>
              </a:ext>
            </a:extLst>
          </p:cNvPr>
          <p:cNvSpPr>
            <a:spLocks noGrp="1"/>
          </p:cNvSpPr>
          <p:nvPr>
            <p:ph type="body" sz="quarter" idx="31" hasCustomPrompt="1"/>
          </p:nvPr>
        </p:nvSpPr>
        <p:spPr>
          <a:xfrm>
            <a:off x="7132320" y="3937448"/>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32" name="Round Same Side Corner Rectangle 31">
            <a:extLst>
              <a:ext uri="{FF2B5EF4-FFF2-40B4-BE49-F238E27FC236}">
                <a16:creationId xmlns:a16="http://schemas.microsoft.com/office/drawing/2014/main" id="{A44C06C7-B56B-48EF-C576-A097869AF445}"/>
              </a:ext>
              <a:ext uri="{C183D7F6-B498-43B3-948B-1728B52AA6E4}">
                <adec:decorative xmlns:adec="http://schemas.microsoft.com/office/drawing/2017/decorative" val="1"/>
              </a:ext>
            </a:extLst>
          </p:cNvPr>
          <p:cNvSpPr/>
          <p:nvPr userDrawn="1"/>
        </p:nvSpPr>
        <p:spPr>
          <a:xfrm rot="10800000">
            <a:off x="731520" y="5060352"/>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4" name="Text Placeholder 8">
            <a:extLst>
              <a:ext uri="{FF2B5EF4-FFF2-40B4-BE49-F238E27FC236}">
                <a16:creationId xmlns:a16="http://schemas.microsoft.com/office/drawing/2014/main" id="{F897BE49-A211-ACC6-08C4-7C38DD010986}"/>
              </a:ext>
            </a:extLst>
          </p:cNvPr>
          <p:cNvSpPr>
            <a:spLocks noGrp="1"/>
          </p:cNvSpPr>
          <p:nvPr>
            <p:ph type="body" sz="quarter" idx="32" hasCustomPrompt="1"/>
          </p:nvPr>
        </p:nvSpPr>
        <p:spPr>
          <a:xfrm>
            <a:off x="960120" y="5197512"/>
            <a:ext cx="4114800" cy="822960"/>
          </a:xfrm>
        </p:spPr>
        <p:txBody>
          <a:bodyPr lIns="0" tIns="0" rIns="0" bIns="0" anchor="ctr" anchorCtr="0">
            <a:normAutofit/>
          </a:bodyPr>
          <a:lstStyle>
            <a:lvl1pPr marL="0" indent="0" algn="l">
              <a:buNone/>
              <a:defRPr sz="1800" b="0" i="0">
                <a:solidFill>
                  <a:schemeClr val="tx2"/>
                </a:solidFill>
                <a:latin typeface="Franklin Gothic Medium" panose="020B0603020102020204" pitchFamily="34" charset="0"/>
              </a:defRPr>
            </a:lvl1pPr>
          </a:lstStyle>
          <a:p>
            <a:r>
              <a:rPr lang="en-US" altLang="zh-CN"/>
              <a:t>Objective</a:t>
            </a:r>
            <a:endParaRPr lang="zh-CN" altLang="en-US"/>
          </a:p>
        </p:txBody>
      </p:sp>
      <p:sp>
        <p:nvSpPr>
          <p:cNvPr id="33" name="Arrow: Right 3" descr="Arrow pointing right">
            <a:extLst>
              <a:ext uri="{FF2B5EF4-FFF2-40B4-BE49-F238E27FC236}">
                <a16:creationId xmlns:a16="http://schemas.microsoft.com/office/drawing/2014/main" id="{B3DEC056-4CCE-5A6A-B3A0-AFC3DC3833A0}"/>
              </a:ext>
            </a:extLst>
          </p:cNvPr>
          <p:cNvSpPr/>
          <p:nvPr userDrawn="1"/>
        </p:nvSpPr>
        <p:spPr>
          <a:xfrm>
            <a:off x="5604564" y="5380392"/>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 Same Side Corner Rectangle 34">
            <a:extLst>
              <a:ext uri="{FF2B5EF4-FFF2-40B4-BE49-F238E27FC236}">
                <a16:creationId xmlns:a16="http://schemas.microsoft.com/office/drawing/2014/main" id="{C4C4C883-D285-0617-D996-C5EE219092DD}"/>
              </a:ext>
              <a:ext uri="{C183D7F6-B498-43B3-948B-1728B52AA6E4}">
                <adec:decorative xmlns:adec="http://schemas.microsoft.com/office/drawing/2017/decorative" val="1"/>
              </a:ext>
            </a:extLst>
          </p:cNvPr>
          <p:cNvSpPr/>
          <p:nvPr userDrawn="1"/>
        </p:nvSpPr>
        <p:spPr>
          <a:xfrm rot="10800000">
            <a:off x="6903720" y="5060352"/>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6" name="Text Placeholder 8">
            <a:extLst>
              <a:ext uri="{FF2B5EF4-FFF2-40B4-BE49-F238E27FC236}">
                <a16:creationId xmlns:a16="http://schemas.microsoft.com/office/drawing/2014/main" id="{AC8DFC33-2041-7283-25D9-F1A1CF23BEB8}"/>
              </a:ext>
            </a:extLst>
          </p:cNvPr>
          <p:cNvSpPr>
            <a:spLocks noGrp="1"/>
          </p:cNvSpPr>
          <p:nvPr>
            <p:ph type="body" sz="quarter" idx="33" hasCustomPrompt="1"/>
          </p:nvPr>
        </p:nvSpPr>
        <p:spPr>
          <a:xfrm>
            <a:off x="7132320" y="5197512"/>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 name="Slide Number Placeholder 16">
            <a:extLst>
              <a:ext uri="{FF2B5EF4-FFF2-40B4-BE49-F238E27FC236}">
                <a16:creationId xmlns:a16="http://schemas.microsoft.com/office/drawing/2014/main" id="{43DD13CD-16BD-F5AC-A0E1-113CD4723F91}"/>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11B0DE2-A4B2-D74C-9E0C-C57923142C20}"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CF2B73DA-0165-B7E5-4F5F-069FAAA25DF1}"/>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2121996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Objectives - gold">
    <p:bg>
      <p:bgPr>
        <a:solidFill>
          <a:schemeClr val="accent1"/>
        </a:solidFill>
        <a:effectLst/>
      </p:bgPr>
    </p:bg>
    <p:spTree>
      <p:nvGrpSpPr>
        <p:cNvPr id="1" name=""/>
        <p:cNvGrpSpPr/>
        <p:nvPr/>
      </p:nvGrpSpPr>
      <p:grpSpPr>
        <a:xfrm>
          <a:off x="0" y="0"/>
          <a:ext cx="0" cy="0"/>
          <a:chOff x="0" y="0"/>
          <a:chExt cx="0" cy="0"/>
        </a:xfrm>
      </p:grpSpPr>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1"/>
                </a:solidFill>
              </a:defRPr>
            </a:lvl1pPr>
          </a:lstStyle>
          <a:p>
            <a:r>
              <a:rPr lang="en-US" altLang="zh-CN" noProof="0"/>
              <a:t>Click to edit title</a:t>
            </a:r>
            <a:endParaRPr lang="zh-CN" alt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734425" y="1280161"/>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960120" y="1417320"/>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10" name="Arrow: Right 3" descr="Arrow pointing right">
            <a:extLst>
              <a:ext uri="{FF2B5EF4-FFF2-40B4-BE49-F238E27FC236}">
                <a16:creationId xmlns:a16="http://schemas.microsoft.com/office/drawing/2014/main" id="{9E3A4A40-A79B-9CCF-7C59-E6975E464306}"/>
              </a:ext>
            </a:extLst>
          </p:cNvPr>
          <p:cNvSpPr/>
          <p:nvPr userDrawn="1"/>
        </p:nvSpPr>
        <p:spPr>
          <a:xfrm>
            <a:off x="5577840" y="1600200"/>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 Same Side Corner Rectangle 10">
            <a:extLst>
              <a:ext uri="{FF2B5EF4-FFF2-40B4-BE49-F238E27FC236}">
                <a16:creationId xmlns:a16="http://schemas.microsoft.com/office/drawing/2014/main" id="{3C22F2FC-3606-5030-B64D-09F6F07ED399}"/>
              </a:ext>
              <a:ext uri="{C183D7F6-B498-43B3-948B-1728B52AA6E4}">
                <adec:decorative xmlns:adec="http://schemas.microsoft.com/office/drawing/2017/decorative" val="1"/>
              </a:ext>
            </a:extLst>
          </p:cNvPr>
          <p:cNvSpPr/>
          <p:nvPr userDrawn="1"/>
        </p:nvSpPr>
        <p:spPr>
          <a:xfrm rot="10800000">
            <a:off x="6903720" y="1280160"/>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2" name="Text Placeholder 8">
            <a:extLst>
              <a:ext uri="{FF2B5EF4-FFF2-40B4-BE49-F238E27FC236}">
                <a16:creationId xmlns:a16="http://schemas.microsoft.com/office/drawing/2014/main" id="{84CB9B01-55E5-3FA1-8ACC-9B0D07500D3B}"/>
              </a:ext>
            </a:extLst>
          </p:cNvPr>
          <p:cNvSpPr>
            <a:spLocks noGrp="1"/>
          </p:cNvSpPr>
          <p:nvPr>
            <p:ph type="body" sz="quarter" idx="27" hasCustomPrompt="1"/>
          </p:nvPr>
        </p:nvSpPr>
        <p:spPr>
          <a:xfrm>
            <a:off x="7132320" y="1417320"/>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17" name="Round Same Side Corner Rectangle 16">
            <a:extLst>
              <a:ext uri="{FF2B5EF4-FFF2-40B4-BE49-F238E27FC236}">
                <a16:creationId xmlns:a16="http://schemas.microsoft.com/office/drawing/2014/main" id="{F4BAE8EF-E94F-6374-45FE-979D8C1D62E0}"/>
              </a:ext>
              <a:ext uri="{C183D7F6-B498-43B3-948B-1728B52AA6E4}">
                <adec:decorative xmlns:adec="http://schemas.microsoft.com/office/drawing/2017/decorative" val="1"/>
              </a:ext>
            </a:extLst>
          </p:cNvPr>
          <p:cNvSpPr/>
          <p:nvPr userDrawn="1"/>
        </p:nvSpPr>
        <p:spPr>
          <a:xfrm rot="10800000">
            <a:off x="731520" y="2540225"/>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9" name="Text Placeholder 8">
            <a:extLst>
              <a:ext uri="{FF2B5EF4-FFF2-40B4-BE49-F238E27FC236}">
                <a16:creationId xmlns:a16="http://schemas.microsoft.com/office/drawing/2014/main" id="{5EC3DA3A-AB63-0E09-109D-9520CC177545}"/>
              </a:ext>
            </a:extLst>
          </p:cNvPr>
          <p:cNvSpPr>
            <a:spLocks noGrp="1"/>
          </p:cNvSpPr>
          <p:nvPr>
            <p:ph type="body" sz="quarter" idx="28" hasCustomPrompt="1"/>
          </p:nvPr>
        </p:nvSpPr>
        <p:spPr>
          <a:xfrm>
            <a:off x="960120" y="2677385"/>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18" name="Arrow: Right 3" descr="Arrow pointing right">
            <a:extLst>
              <a:ext uri="{FF2B5EF4-FFF2-40B4-BE49-F238E27FC236}">
                <a16:creationId xmlns:a16="http://schemas.microsoft.com/office/drawing/2014/main" id="{F5590762-8A0B-B9E3-DBD7-5E9D80573176}"/>
              </a:ext>
            </a:extLst>
          </p:cNvPr>
          <p:cNvSpPr/>
          <p:nvPr userDrawn="1"/>
        </p:nvSpPr>
        <p:spPr>
          <a:xfrm>
            <a:off x="5604564" y="2860265"/>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 Same Side Corner Rectangle 19">
            <a:extLst>
              <a:ext uri="{FF2B5EF4-FFF2-40B4-BE49-F238E27FC236}">
                <a16:creationId xmlns:a16="http://schemas.microsoft.com/office/drawing/2014/main" id="{FA0B2CD9-02B0-A5B6-696A-7B8A470508F1}"/>
              </a:ext>
              <a:ext uri="{C183D7F6-B498-43B3-948B-1728B52AA6E4}">
                <adec:decorative xmlns:adec="http://schemas.microsoft.com/office/drawing/2017/decorative" val="1"/>
              </a:ext>
            </a:extLst>
          </p:cNvPr>
          <p:cNvSpPr/>
          <p:nvPr userDrawn="1"/>
        </p:nvSpPr>
        <p:spPr>
          <a:xfrm rot="10800000">
            <a:off x="6903720" y="2540225"/>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5" name="Text Placeholder 8">
            <a:extLst>
              <a:ext uri="{FF2B5EF4-FFF2-40B4-BE49-F238E27FC236}">
                <a16:creationId xmlns:a16="http://schemas.microsoft.com/office/drawing/2014/main" id="{543F6868-CF98-5445-B7EF-2B3CEEE37F25}"/>
              </a:ext>
            </a:extLst>
          </p:cNvPr>
          <p:cNvSpPr>
            <a:spLocks noGrp="1"/>
          </p:cNvSpPr>
          <p:nvPr>
            <p:ph type="body" sz="quarter" idx="29" hasCustomPrompt="1"/>
          </p:nvPr>
        </p:nvSpPr>
        <p:spPr>
          <a:xfrm>
            <a:off x="7132320" y="2677385"/>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6" name="Round Same Side Corner Rectangle 25">
            <a:extLst>
              <a:ext uri="{FF2B5EF4-FFF2-40B4-BE49-F238E27FC236}">
                <a16:creationId xmlns:a16="http://schemas.microsoft.com/office/drawing/2014/main" id="{22E4FEDD-2FF4-3AA3-729C-142DC465DBD2}"/>
              </a:ext>
              <a:ext uri="{C183D7F6-B498-43B3-948B-1728B52AA6E4}">
                <adec:decorative xmlns:adec="http://schemas.microsoft.com/office/drawing/2017/decorative" val="1"/>
              </a:ext>
            </a:extLst>
          </p:cNvPr>
          <p:cNvSpPr/>
          <p:nvPr userDrawn="1"/>
        </p:nvSpPr>
        <p:spPr>
          <a:xfrm rot="10800000">
            <a:off x="731520" y="3800288"/>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8" name="Text Placeholder 8">
            <a:extLst>
              <a:ext uri="{FF2B5EF4-FFF2-40B4-BE49-F238E27FC236}">
                <a16:creationId xmlns:a16="http://schemas.microsoft.com/office/drawing/2014/main" id="{5B07C1B1-D0AC-D68D-CFBB-F29A34996314}"/>
              </a:ext>
            </a:extLst>
          </p:cNvPr>
          <p:cNvSpPr>
            <a:spLocks noGrp="1"/>
          </p:cNvSpPr>
          <p:nvPr>
            <p:ph type="body" sz="quarter" idx="30" hasCustomPrompt="1"/>
          </p:nvPr>
        </p:nvSpPr>
        <p:spPr>
          <a:xfrm>
            <a:off x="960120" y="3937448"/>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27" name="Arrow: Right 3" descr="Arrow pointing right">
            <a:extLst>
              <a:ext uri="{FF2B5EF4-FFF2-40B4-BE49-F238E27FC236}">
                <a16:creationId xmlns:a16="http://schemas.microsoft.com/office/drawing/2014/main" id="{090E2B57-2F29-EFD1-EBE8-C7B22CE4EDE4}"/>
              </a:ext>
            </a:extLst>
          </p:cNvPr>
          <p:cNvSpPr/>
          <p:nvPr userDrawn="1"/>
        </p:nvSpPr>
        <p:spPr>
          <a:xfrm>
            <a:off x="5604564" y="4120328"/>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Same Side Corner Rectangle 28">
            <a:extLst>
              <a:ext uri="{FF2B5EF4-FFF2-40B4-BE49-F238E27FC236}">
                <a16:creationId xmlns:a16="http://schemas.microsoft.com/office/drawing/2014/main" id="{3E77B77A-21E0-946B-C374-D6CFB893A756}"/>
              </a:ext>
              <a:ext uri="{C183D7F6-B498-43B3-948B-1728B52AA6E4}">
                <adec:decorative xmlns:adec="http://schemas.microsoft.com/office/drawing/2017/decorative" val="1"/>
              </a:ext>
            </a:extLst>
          </p:cNvPr>
          <p:cNvSpPr/>
          <p:nvPr userDrawn="1"/>
        </p:nvSpPr>
        <p:spPr>
          <a:xfrm rot="10800000">
            <a:off x="6903720" y="3800288"/>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0" name="Text Placeholder 8">
            <a:extLst>
              <a:ext uri="{FF2B5EF4-FFF2-40B4-BE49-F238E27FC236}">
                <a16:creationId xmlns:a16="http://schemas.microsoft.com/office/drawing/2014/main" id="{A9BDB45F-C88A-87CA-0C92-B4514974D83C}"/>
              </a:ext>
            </a:extLst>
          </p:cNvPr>
          <p:cNvSpPr>
            <a:spLocks noGrp="1"/>
          </p:cNvSpPr>
          <p:nvPr>
            <p:ph type="body" sz="quarter" idx="31" hasCustomPrompt="1"/>
          </p:nvPr>
        </p:nvSpPr>
        <p:spPr>
          <a:xfrm>
            <a:off x="7132320" y="3937448"/>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32" name="Round Same Side Corner Rectangle 31">
            <a:extLst>
              <a:ext uri="{FF2B5EF4-FFF2-40B4-BE49-F238E27FC236}">
                <a16:creationId xmlns:a16="http://schemas.microsoft.com/office/drawing/2014/main" id="{A44C06C7-B56B-48EF-C576-A097869AF445}"/>
              </a:ext>
              <a:ext uri="{C183D7F6-B498-43B3-948B-1728B52AA6E4}">
                <adec:decorative xmlns:adec="http://schemas.microsoft.com/office/drawing/2017/decorative" val="1"/>
              </a:ext>
            </a:extLst>
          </p:cNvPr>
          <p:cNvSpPr/>
          <p:nvPr userDrawn="1"/>
        </p:nvSpPr>
        <p:spPr>
          <a:xfrm rot="10800000">
            <a:off x="731520" y="5060352"/>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4" name="Text Placeholder 8">
            <a:extLst>
              <a:ext uri="{FF2B5EF4-FFF2-40B4-BE49-F238E27FC236}">
                <a16:creationId xmlns:a16="http://schemas.microsoft.com/office/drawing/2014/main" id="{F897BE49-A211-ACC6-08C4-7C38DD010986}"/>
              </a:ext>
            </a:extLst>
          </p:cNvPr>
          <p:cNvSpPr>
            <a:spLocks noGrp="1"/>
          </p:cNvSpPr>
          <p:nvPr>
            <p:ph type="body" sz="quarter" idx="32" hasCustomPrompt="1"/>
          </p:nvPr>
        </p:nvSpPr>
        <p:spPr>
          <a:xfrm>
            <a:off x="960120" y="5197512"/>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33" name="Arrow: Right 3" descr="Arrow pointing right">
            <a:extLst>
              <a:ext uri="{FF2B5EF4-FFF2-40B4-BE49-F238E27FC236}">
                <a16:creationId xmlns:a16="http://schemas.microsoft.com/office/drawing/2014/main" id="{B3DEC056-4CCE-5A6A-B3A0-AFC3DC3833A0}"/>
              </a:ext>
            </a:extLst>
          </p:cNvPr>
          <p:cNvSpPr/>
          <p:nvPr userDrawn="1"/>
        </p:nvSpPr>
        <p:spPr>
          <a:xfrm>
            <a:off x="5604564" y="5380392"/>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 Same Side Corner Rectangle 34">
            <a:extLst>
              <a:ext uri="{FF2B5EF4-FFF2-40B4-BE49-F238E27FC236}">
                <a16:creationId xmlns:a16="http://schemas.microsoft.com/office/drawing/2014/main" id="{C4C4C883-D285-0617-D996-C5EE219092DD}"/>
              </a:ext>
              <a:ext uri="{C183D7F6-B498-43B3-948B-1728B52AA6E4}">
                <adec:decorative xmlns:adec="http://schemas.microsoft.com/office/drawing/2017/decorative" val="1"/>
              </a:ext>
            </a:extLst>
          </p:cNvPr>
          <p:cNvSpPr/>
          <p:nvPr userDrawn="1"/>
        </p:nvSpPr>
        <p:spPr>
          <a:xfrm rot="10800000">
            <a:off x="6903720" y="5060352"/>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6" name="Text Placeholder 8">
            <a:extLst>
              <a:ext uri="{FF2B5EF4-FFF2-40B4-BE49-F238E27FC236}">
                <a16:creationId xmlns:a16="http://schemas.microsoft.com/office/drawing/2014/main" id="{AC8DFC33-2041-7283-25D9-F1A1CF23BEB8}"/>
              </a:ext>
            </a:extLst>
          </p:cNvPr>
          <p:cNvSpPr>
            <a:spLocks noGrp="1"/>
          </p:cNvSpPr>
          <p:nvPr>
            <p:ph type="body" sz="quarter" idx="33" hasCustomPrompt="1"/>
          </p:nvPr>
        </p:nvSpPr>
        <p:spPr>
          <a:xfrm>
            <a:off x="7132320" y="5197512"/>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8" name="Slide Number Placeholder 16">
            <a:extLst>
              <a:ext uri="{FF2B5EF4-FFF2-40B4-BE49-F238E27FC236}">
                <a16:creationId xmlns:a16="http://schemas.microsoft.com/office/drawing/2014/main" id="{F03E988A-A8B9-80F5-342B-5C532E884963}"/>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D314FA3-8227-2C4F-AE67-48EF31A009C3}"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pic>
        <p:nvPicPr>
          <p:cNvPr id="6" name="Picture 5" descr="Central Piedmont Community College logo icon">
            <a:extLst>
              <a:ext uri="{FF2B5EF4-FFF2-40B4-BE49-F238E27FC236}">
                <a16:creationId xmlns:a16="http://schemas.microsoft.com/office/drawing/2014/main" id="{D8C51A3F-9101-C1F2-47F9-D221242E76D9}"/>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Tree>
    <p:extLst>
      <p:ext uri="{BB962C8B-B14F-4D97-AF65-F5344CB8AC3E}">
        <p14:creationId xmlns:p14="http://schemas.microsoft.com/office/powerpoint/2010/main" val="353117240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Quote - white A gold bar">
    <p:bg>
      <p:bgPr>
        <a:solidFill>
          <a:schemeClr val="bg1"/>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B440436C-18E6-C6EB-F7EC-5A8A9FD201DE}"/>
              </a:ext>
              <a:ext uri="{C183D7F6-B498-43B3-948B-1728B52AA6E4}">
                <adec:decorative xmlns:adec="http://schemas.microsoft.com/office/drawing/2017/decorative" val="1"/>
              </a:ext>
            </a:extLst>
          </p:cNvPr>
          <p:cNvSpPr/>
          <p:nvPr userDrawn="1"/>
        </p:nvSpPr>
        <p:spPr>
          <a:xfrm>
            <a:off x="0" y="5548895"/>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Box 3">
            <a:extLst>
              <a:ext uri="{FF2B5EF4-FFF2-40B4-BE49-F238E27FC236}">
                <a16:creationId xmlns:a16="http://schemas.microsoft.com/office/drawing/2014/main" id="{91DB1600-2E11-35EF-719F-014A9DC6AD8B}"/>
              </a:ext>
            </a:extLst>
          </p:cNvPr>
          <p:cNvSpPr txBox="1"/>
          <p:nvPr userDrawn="1"/>
        </p:nvSpPr>
        <p:spPr>
          <a:xfrm>
            <a:off x="1195214" y="234781"/>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2" name="Text Placeholder 13">
            <a:extLst>
              <a:ext uri="{FF2B5EF4-FFF2-40B4-BE49-F238E27FC236}">
                <a16:creationId xmlns:a16="http://schemas.microsoft.com/office/drawing/2014/main" id="{1D09E097-5F9A-2818-2709-C22140C92BBE}"/>
              </a:ext>
            </a:extLst>
          </p:cNvPr>
          <p:cNvSpPr>
            <a:spLocks noGrp="1"/>
          </p:cNvSpPr>
          <p:nvPr>
            <p:ph type="body" sz="quarter" idx="15" hasCustomPrompt="1"/>
          </p:nvPr>
        </p:nvSpPr>
        <p:spPr>
          <a:xfrm>
            <a:off x="2182136" y="1116800"/>
            <a:ext cx="7688195" cy="3643268"/>
          </a:xfrm>
        </p:spPr>
        <p:txBody>
          <a:bodyPr>
            <a:normAutofit/>
          </a:bodyPr>
          <a:lstStyle>
            <a:lvl1pPr marL="0" indent="0">
              <a:buNone/>
              <a:defRPr sz="3200" b="0" i="0">
                <a:solidFill>
                  <a:schemeClr val="tx2"/>
                </a:solidFill>
                <a:latin typeface="Franklin Gothic Medium" panose="020B0603020102020204" pitchFamily="34" charset="0"/>
              </a:defRPr>
            </a:lvl1pPr>
          </a:lstStyle>
          <a:p>
            <a:pPr lvl="0"/>
            <a:r>
              <a:rPr lang="en-US"/>
              <a:t>Insert quote text here</a:t>
            </a:r>
          </a:p>
        </p:txBody>
      </p:sp>
      <p:sp>
        <p:nvSpPr>
          <p:cNvPr id="16" name="TextBox 15">
            <a:extLst>
              <a:ext uri="{FF2B5EF4-FFF2-40B4-BE49-F238E27FC236}">
                <a16:creationId xmlns:a16="http://schemas.microsoft.com/office/drawing/2014/main" id="{2F7E4594-C7F9-A78F-1E26-D1073D5730BD}"/>
              </a:ext>
            </a:extLst>
          </p:cNvPr>
          <p:cNvSpPr txBox="1"/>
          <p:nvPr userDrawn="1"/>
        </p:nvSpPr>
        <p:spPr>
          <a:xfrm rot="10800000">
            <a:off x="8719124" y="309432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14" name="Text Placeholder 13">
            <a:extLst>
              <a:ext uri="{FF2B5EF4-FFF2-40B4-BE49-F238E27FC236}">
                <a16:creationId xmlns:a16="http://schemas.microsoft.com/office/drawing/2014/main" id="{B6BBFCD3-B844-48D8-9776-39E997E794EE}"/>
              </a:ext>
            </a:extLst>
          </p:cNvPr>
          <p:cNvSpPr>
            <a:spLocks noGrp="1"/>
          </p:cNvSpPr>
          <p:nvPr>
            <p:ph type="body" sz="quarter" idx="10" hasCustomPrompt="1"/>
          </p:nvPr>
        </p:nvSpPr>
        <p:spPr>
          <a:xfrm>
            <a:off x="2182137" y="4985218"/>
            <a:ext cx="5253037" cy="371641"/>
          </a:xfrm>
        </p:spPr>
        <p:txBody>
          <a:bodyPr>
            <a:normAutofit/>
          </a:bodyPr>
          <a:lstStyle>
            <a:lvl1pPr marL="0" indent="0">
              <a:buNone/>
              <a:defRPr sz="1800" b="0" i="0">
                <a:solidFill>
                  <a:schemeClr val="tx2"/>
                </a:solidFill>
                <a:latin typeface="Franklin Gothic Medium" panose="020B0603020102020204" pitchFamily="34" charset="0"/>
              </a:defRPr>
            </a:lvl1pPr>
          </a:lstStyle>
          <a:p>
            <a:pPr lvl="0"/>
            <a:r>
              <a:rPr lang="en-US"/>
              <a:t>Insert Name Here</a:t>
            </a:r>
          </a:p>
        </p:txBody>
      </p:sp>
      <p:sp>
        <p:nvSpPr>
          <p:cNvPr id="15" name="Text Placeholder 13">
            <a:extLst>
              <a:ext uri="{FF2B5EF4-FFF2-40B4-BE49-F238E27FC236}">
                <a16:creationId xmlns:a16="http://schemas.microsoft.com/office/drawing/2014/main" id="{0AC11D23-BEB1-FDD9-9021-09DE19E8A830}"/>
              </a:ext>
            </a:extLst>
          </p:cNvPr>
          <p:cNvSpPr>
            <a:spLocks noGrp="1"/>
          </p:cNvSpPr>
          <p:nvPr>
            <p:ph type="body" sz="quarter" idx="11" hasCustomPrompt="1"/>
          </p:nvPr>
        </p:nvSpPr>
        <p:spPr>
          <a:xfrm>
            <a:off x="2182137" y="5369559"/>
            <a:ext cx="5253037" cy="371641"/>
          </a:xfrm>
        </p:spPr>
        <p:txBody>
          <a:bodyPr>
            <a:normAutofit/>
          </a:bodyPr>
          <a:lstStyle>
            <a:lvl1pPr marL="0" indent="0">
              <a:buNone/>
              <a:defRPr sz="1800" b="0" i="1">
                <a:solidFill>
                  <a:schemeClr val="tx2"/>
                </a:solidFill>
                <a:latin typeface="Franklin Gothic Book" panose="020B0503020102020204" pitchFamily="34" charset="0"/>
              </a:defRPr>
            </a:lvl1pPr>
          </a:lstStyle>
          <a:p>
            <a:pPr lvl="0"/>
            <a:r>
              <a:rPr lang="en-US"/>
              <a:t>Insert Title Here</a:t>
            </a:r>
          </a:p>
        </p:txBody>
      </p:sp>
      <p:pic>
        <p:nvPicPr>
          <p:cNvPr id="5" name="Picture 4" descr="Central Piedmont Community College logo icon">
            <a:extLst>
              <a:ext uri="{FF2B5EF4-FFF2-40B4-BE49-F238E27FC236}">
                <a16:creationId xmlns:a16="http://schemas.microsoft.com/office/drawing/2014/main" id="{F8151C2E-AB2A-6DA4-6CAF-44198D34BE94}"/>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7" name="Slide Number Placeholder 16">
            <a:extLst>
              <a:ext uri="{FF2B5EF4-FFF2-40B4-BE49-F238E27FC236}">
                <a16:creationId xmlns:a16="http://schemas.microsoft.com/office/drawing/2014/main" id="{30AF4978-FEB4-7912-AA43-451E57E3EA91}"/>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41D32FB-2B5C-8044-AFBE-9F74C8431396}" type="slidenum">
              <a:rPr lang="en-US" sz="1200" b="0" i="0" smtClean="0">
                <a:solidFill>
                  <a:schemeClr val="tx1"/>
                </a:solidFill>
                <a:latin typeface="Franklin Gothic Medium" panose="020B0603020102020204" pitchFamily="34" charset="0"/>
              </a:rPr>
              <a:t>‹#›</a:t>
            </a:fld>
            <a:endParaRPr lang="en-US" sz="1200" b="0" i="0" dirty="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660431522"/>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Quote - white A gray bar">
    <p:bg>
      <p:bgPr>
        <a:solidFill>
          <a:schemeClr val="bg1"/>
        </a:solidFill>
        <a:effectLst/>
      </p:bgPr>
    </p:bg>
    <p:spTree>
      <p:nvGrpSpPr>
        <p:cNvPr id="1" name=""/>
        <p:cNvGrpSpPr/>
        <p:nvPr/>
      </p:nvGrpSpPr>
      <p:grpSpPr>
        <a:xfrm>
          <a:off x="0" y="0"/>
          <a:ext cx="0" cy="0"/>
          <a:chOff x="0" y="0"/>
          <a:chExt cx="0" cy="0"/>
        </a:xfrm>
      </p:grpSpPr>
      <p:sp>
        <p:nvSpPr>
          <p:cNvPr id="17" name="Freeform 16">
            <a:extLst>
              <a:ext uri="{FF2B5EF4-FFF2-40B4-BE49-F238E27FC236}">
                <a16:creationId xmlns:a16="http://schemas.microsoft.com/office/drawing/2014/main" id="{F5686861-57EF-71BA-DAB0-99613F4C4ACF}"/>
              </a:ext>
              <a:ext uri="{C183D7F6-B498-43B3-948B-1728B52AA6E4}">
                <adec:decorative xmlns:adec="http://schemas.microsoft.com/office/drawing/2017/decorative" val="1"/>
              </a:ext>
            </a:extLst>
          </p:cNvPr>
          <p:cNvSpPr/>
          <p:nvPr userDrawn="1"/>
        </p:nvSpPr>
        <p:spPr>
          <a:xfrm>
            <a:off x="-3175" y="5555382"/>
            <a:ext cx="12191999" cy="1332434"/>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5613 w 12257838"/>
              <a:gd name="connsiteY6" fmla="*/ 1316559 h 1316559"/>
              <a:gd name="connsiteX0" fmla="*/ 0 w 12303299"/>
              <a:gd name="connsiteY0" fmla="*/ 1316559 h 1316559"/>
              <a:gd name="connsiteX1" fmla="*/ 45461 w 12303299"/>
              <a:gd name="connsiteY1" fmla="*/ 0 h 1316559"/>
              <a:gd name="connsiteX2" fmla="*/ 1583425 w 12303299"/>
              <a:gd name="connsiteY2" fmla="*/ 0 h 1316559"/>
              <a:gd name="connsiteX3" fmla="*/ 2261002 w 12303299"/>
              <a:gd name="connsiteY3" fmla="*/ 677577 h 1316559"/>
              <a:gd name="connsiteX4" fmla="*/ 12303299 w 12303299"/>
              <a:gd name="connsiteY4" fmla="*/ 677577 h 1316559"/>
              <a:gd name="connsiteX5" fmla="*/ 12303299 w 12303299"/>
              <a:gd name="connsiteY5" fmla="*/ 1309105 h 1316559"/>
              <a:gd name="connsiteX6" fmla="*/ 0 w 12303299"/>
              <a:gd name="connsiteY6" fmla="*/ 1316559 h 1316559"/>
              <a:gd name="connsiteX0" fmla="*/ 18382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18382 w 12257838"/>
              <a:gd name="connsiteY6" fmla="*/ 1316559 h 1316559"/>
              <a:gd name="connsiteX0" fmla="*/ 2421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2421 w 12257838"/>
              <a:gd name="connsiteY6" fmla="*/ 1316559 h 1316559"/>
              <a:gd name="connsiteX0" fmla="*/ 27958 w 12283375"/>
              <a:gd name="connsiteY0" fmla="*/ 1316559 h 1316559"/>
              <a:gd name="connsiteX1" fmla="*/ 0 w 12283375"/>
              <a:gd name="connsiteY1" fmla="*/ 3175 h 1316559"/>
              <a:gd name="connsiteX2" fmla="*/ 1563501 w 12283375"/>
              <a:gd name="connsiteY2" fmla="*/ 0 h 1316559"/>
              <a:gd name="connsiteX3" fmla="*/ 2241078 w 12283375"/>
              <a:gd name="connsiteY3" fmla="*/ 677577 h 1316559"/>
              <a:gd name="connsiteX4" fmla="*/ 12283375 w 12283375"/>
              <a:gd name="connsiteY4" fmla="*/ 677577 h 1316559"/>
              <a:gd name="connsiteX5" fmla="*/ 12283375 w 12283375"/>
              <a:gd name="connsiteY5" fmla="*/ 1309105 h 1316559"/>
              <a:gd name="connsiteX6" fmla="*/ 27958 w 12283375"/>
              <a:gd name="connsiteY6" fmla="*/ 1316559 h 1316559"/>
              <a:gd name="connsiteX0" fmla="*/ 2421 w 12257838"/>
              <a:gd name="connsiteY0" fmla="*/ 1316559 h 1316559"/>
              <a:gd name="connsiteX1" fmla="*/ 0 w 12257838"/>
              <a:gd name="connsiteY1" fmla="*/ 3175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2421 w 12257838"/>
              <a:gd name="connsiteY6" fmla="*/ 1316559 h 1316559"/>
              <a:gd name="connsiteX0" fmla="*/ 18382 w 12257838"/>
              <a:gd name="connsiteY0" fmla="*/ 1319734 h 1319734"/>
              <a:gd name="connsiteX1" fmla="*/ 0 w 12257838"/>
              <a:gd name="connsiteY1" fmla="*/ 3175 h 1319734"/>
              <a:gd name="connsiteX2" fmla="*/ 1537964 w 12257838"/>
              <a:gd name="connsiteY2" fmla="*/ 0 h 1319734"/>
              <a:gd name="connsiteX3" fmla="*/ 2215541 w 12257838"/>
              <a:gd name="connsiteY3" fmla="*/ 677577 h 1319734"/>
              <a:gd name="connsiteX4" fmla="*/ 12257838 w 12257838"/>
              <a:gd name="connsiteY4" fmla="*/ 677577 h 1319734"/>
              <a:gd name="connsiteX5" fmla="*/ 12257838 w 12257838"/>
              <a:gd name="connsiteY5" fmla="*/ 1309105 h 1319734"/>
              <a:gd name="connsiteX6" fmla="*/ 18382 w 12257838"/>
              <a:gd name="connsiteY6" fmla="*/ 1319734 h 1319734"/>
              <a:gd name="connsiteX0" fmla="*/ 8805 w 12257838"/>
              <a:gd name="connsiteY0" fmla="*/ 1319734 h 1319734"/>
              <a:gd name="connsiteX1" fmla="*/ 0 w 12257838"/>
              <a:gd name="connsiteY1" fmla="*/ 3175 h 1319734"/>
              <a:gd name="connsiteX2" fmla="*/ 1537964 w 12257838"/>
              <a:gd name="connsiteY2" fmla="*/ 0 h 1319734"/>
              <a:gd name="connsiteX3" fmla="*/ 2215541 w 12257838"/>
              <a:gd name="connsiteY3" fmla="*/ 677577 h 1319734"/>
              <a:gd name="connsiteX4" fmla="*/ 12257838 w 12257838"/>
              <a:gd name="connsiteY4" fmla="*/ 677577 h 1319734"/>
              <a:gd name="connsiteX5" fmla="*/ 12257838 w 12257838"/>
              <a:gd name="connsiteY5" fmla="*/ 1309105 h 1319734"/>
              <a:gd name="connsiteX6" fmla="*/ 8805 w 12257838"/>
              <a:gd name="connsiteY6" fmla="*/ 1319734 h 1319734"/>
              <a:gd name="connsiteX0" fmla="*/ 0 w 12264993"/>
              <a:gd name="connsiteY0" fmla="*/ 1322909 h 1322909"/>
              <a:gd name="connsiteX1" fmla="*/ 7155 w 12264993"/>
              <a:gd name="connsiteY1" fmla="*/ 3175 h 1322909"/>
              <a:gd name="connsiteX2" fmla="*/ 1545119 w 12264993"/>
              <a:gd name="connsiteY2" fmla="*/ 0 h 1322909"/>
              <a:gd name="connsiteX3" fmla="*/ 2222696 w 12264993"/>
              <a:gd name="connsiteY3" fmla="*/ 677577 h 1322909"/>
              <a:gd name="connsiteX4" fmla="*/ 12264993 w 12264993"/>
              <a:gd name="connsiteY4" fmla="*/ 677577 h 1322909"/>
              <a:gd name="connsiteX5" fmla="*/ 12264993 w 12264993"/>
              <a:gd name="connsiteY5" fmla="*/ 1309105 h 1322909"/>
              <a:gd name="connsiteX6" fmla="*/ 0 w 12264993"/>
              <a:gd name="connsiteY6" fmla="*/ 1322909 h 1322909"/>
              <a:gd name="connsiteX0" fmla="*/ 2421 w 12257838"/>
              <a:gd name="connsiteY0" fmla="*/ 1326084 h 1326084"/>
              <a:gd name="connsiteX1" fmla="*/ 0 w 12257838"/>
              <a:gd name="connsiteY1" fmla="*/ 3175 h 1326084"/>
              <a:gd name="connsiteX2" fmla="*/ 1537964 w 12257838"/>
              <a:gd name="connsiteY2" fmla="*/ 0 h 1326084"/>
              <a:gd name="connsiteX3" fmla="*/ 2215541 w 12257838"/>
              <a:gd name="connsiteY3" fmla="*/ 677577 h 1326084"/>
              <a:gd name="connsiteX4" fmla="*/ 12257838 w 12257838"/>
              <a:gd name="connsiteY4" fmla="*/ 677577 h 1326084"/>
              <a:gd name="connsiteX5" fmla="*/ 12257838 w 12257838"/>
              <a:gd name="connsiteY5" fmla="*/ 1309105 h 1326084"/>
              <a:gd name="connsiteX6" fmla="*/ 2421 w 12257838"/>
              <a:gd name="connsiteY6" fmla="*/ 1326084 h 1326084"/>
              <a:gd name="connsiteX0" fmla="*/ 0 w 12258609"/>
              <a:gd name="connsiteY0" fmla="*/ 1332434 h 1332434"/>
              <a:gd name="connsiteX1" fmla="*/ 771 w 12258609"/>
              <a:gd name="connsiteY1" fmla="*/ 3175 h 1332434"/>
              <a:gd name="connsiteX2" fmla="*/ 1538735 w 12258609"/>
              <a:gd name="connsiteY2" fmla="*/ 0 h 1332434"/>
              <a:gd name="connsiteX3" fmla="*/ 2216312 w 12258609"/>
              <a:gd name="connsiteY3" fmla="*/ 677577 h 1332434"/>
              <a:gd name="connsiteX4" fmla="*/ 12258609 w 12258609"/>
              <a:gd name="connsiteY4" fmla="*/ 677577 h 1332434"/>
              <a:gd name="connsiteX5" fmla="*/ 12258609 w 12258609"/>
              <a:gd name="connsiteY5" fmla="*/ 1309105 h 1332434"/>
              <a:gd name="connsiteX6" fmla="*/ 0 w 12258609"/>
              <a:gd name="connsiteY6" fmla="*/ 1332434 h 133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8609" h="1332434">
                <a:moveTo>
                  <a:pt x="0" y="1332434"/>
                </a:moveTo>
                <a:lnTo>
                  <a:pt x="771" y="3175"/>
                </a:lnTo>
                <a:lnTo>
                  <a:pt x="1538735" y="0"/>
                </a:lnTo>
                <a:lnTo>
                  <a:pt x="2216312" y="677577"/>
                </a:lnTo>
                <a:lnTo>
                  <a:pt x="12258609" y="677577"/>
                </a:lnTo>
                <a:lnTo>
                  <a:pt x="12258609" y="1309105"/>
                </a:lnTo>
                <a:lnTo>
                  <a:pt x="0" y="1332434"/>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Box 3">
            <a:extLst>
              <a:ext uri="{FF2B5EF4-FFF2-40B4-BE49-F238E27FC236}">
                <a16:creationId xmlns:a16="http://schemas.microsoft.com/office/drawing/2014/main" id="{91DB1600-2E11-35EF-719F-014A9DC6AD8B}"/>
              </a:ext>
            </a:extLst>
          </p:cNvPr>
          <p:cNvSpPr txBox="1"/>
          <p:nvPr userDrawn="1"/>
        </p:nvSpPr>
        <p:spPr>
          <a:xfrm>
            <a:off x="1195214" y="234781"/>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2" name="Text Placeholder 13">
            <a:extLst>
              <a:ext uri="{FF2B5EF4-FFF2-40B4-BE49-F238E27FC236}">
                <a16:creationId xmlns:a16="http://schemas.microsoft.com/office/drawing/2014/main" id="{1D09E097-5F9A-2818-2709-C22140C92BBE}"/>
              </a:ext>
            </a:extLst>
          </p:cNvPr>
          <p:cNvSpPr>
            <a:spLocks noGrp="1"/>
          </p:cNvSpPr>
          <p:nvPr>
            <p:ph type="body" sz="quarter" idx="15" hasCustomPrompt="1"/>
          </p:nvPr>
        </p:nvSpPr>
        <p:spPr>
          <a:xfrm>
            <a:off x="2182136" y="1116800"/>
            <a:ext cx="7688195" cy="3643268"/>
          </a:xfrm>
        </p:spPr>
        <p:txBody>
          <a:bodyPr>
            <a:normAutofit/>
          </a:bodyPr>
          <a:lstStyle>
            <a:lvl1pPr marL="0" indent="0">
              <a:buNone/>
              <a:defRPr sz="3200" b="0" i="0">
                <a:solidFill>
                  <a:schemeClr val="tx2"/>
                </a:solidFill>
                <a:latin typeface="Franklin Gothic Medium" panose="020B0603020102020204" pitchFamily="34" charset="0"/>
              </a:defRPr>
            </a:lvl1pPr>
          </a:lstStyle>
          <a:p>
            <a:pPr lvl="0"/>
            <a:r>
              <a:rPr lang="en-US"/>
              <a:t>Insert quote text here</a:t>
            </a:r>
          </a:p>
        </p:txBody>
      </p:sp>
      <p:sp>
        <p:nvSpPr>
          <p:cNvPr id="16" name="TextBox 15">
            <a:extLst>
              <a:ext uri="{FF2B5EF4-FFF2-40B4-BE49-F238E27FC236}">
                <a16:creationId xmlns:a16="http://schemas.microsoft.com/office/drawing/2014/main" id="{2F7E4594-C7F9-A78F-1E26-D1073D5730BD}"/>
              </a:ext>
            </a:extLst>
          </p:cNvPr>
          <p:cNvSpPr txBox="1"/>
          <p:nvPr userDrawn="1"/>
        </p:nvSpPr>
        <p:spPr>
          <a:xfrm rot="10800000">
            <a:off x="8719124" y="309432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14" name="Text Placeholder 13">
            <a:extLst>
              <a:ext uri="{FF2B5EF4-FFF2-40B4-BE49-F238E27FC236}">
                <a16:creationId xmlns:a16="http://schemas.microsoft.com/office/drawing/2014/main" id="{B6BBFCD3-B844-48D8-9776-39E997E794EE}"/>
              </a:ext>
            </a:extLst>
          </p:cNvPr>
          <p:cNvSpPr>
            <a:spLocks noGrp="1"/>
          </p:cNvSpPr>
          <p:nvPr>
            <p:ph type="body" sz="quarter" idx="10" hasCustomPrompt="1"/>
          </p:nvPr>
        </p:nvSpPr>
        <p:spPr>
          <a:xfrm>
            <a:off x="2182137" y="4985218"/>
            <a:ext cx="5253037" cy="371641"/>
          </a:xfrm>
        </p:spPr>
        <p:txBody>
          <a:bodyPr>
            <a:normAutofit/>
          </a:bodyPr>
          <a:lstStyle>
            <a:lvl1pPr marL="0" indent="0">
              <a:buNone/>
              <a:defRPr sz="1800" b="0" i="0">
                <a:solidFill>
                  <a:schemeClr val="tx2"/>
                </a:solidFill>
                <a:latin typeface="Franklin Gothic Medium" panose="020B0603020102020204" pitchFamily="34" charset="0"/>
              </a:defRPr>
            </a:lvl1pPr>
          </a:lstStyle>
          <a:p>
            <a:pPr lvl="0"/>
            <a:r>
              <a:rPr lang="en-US"/>
              <a:t>Insert Name Here</a:t>
            </a:r>
          </a:p>
        </p:txBody>
      </p:sp>
      <p:sp>
        <p:nvSpPr>
          <p:cNvPr id="15" name="Text Placeholder 13">
            <a:extLst>
              <a:ext uri="{FF2B5EF4-FFF2-40B4-BE49-F238E27FC236}">
                <a16:creationId xmlns:a16="http://schemas.microsoft.com/office/drawing/2014/main" id="{0AC11D23-BEB1-FDD9-9021-09DE19E8A830}"/>
              </a:ext>
            </a:extLst>
          </p:cNvPr>
          <p:cNvSpPr>
            <a:spLocks noGrp="1"/>
          </p:cNvSpPr>
          <p:nvPr>
            <p:ph type="body" sz="quarter" idx="11" hasCustomPrompt="1"/>
          </p:nvPr>
        </p:nvSpPr>
        <p:spPr>
          <a:xfrm>
            <a:off x="2182137" y="5369559"/>
            <a:ext cx="5253037" cy="371641"/>
          </a:xfrm>
        </p:spPr>
        <p:txBody>
          <a:bodyPr>
            <a:normAutofit/>
          </a:bodyPr>
          <a:lstStyle>
            <a:lvl1pPr marL="0" indent="0">
              <a:buNone/>
              <a:defRPr sz="1800" b="0" i="1">
                <a:solidFill>
                  <a:schemeClr val="tx2"/>
                </a:solidFill>
                <a:latin typeface="Franklin Gothic Book" panose="020B0503020102020204" pitchFamily="34" charset="0"/>
              </a:defRPr>
            </a:lvl1pPr>
          </a:lstStyle>
          <a:p>
            <a:pPr lvl="0"/>
            <a:r>
              <a:rPr lang="en-US"/>
              <a:t>Insert Title Here</a:t>
            </a:r>
          </a:p>
        </p:txBody>
      </p:sp>
      <p:pic>
        <p:nvPicPr>
          <p:cNvPr id="19" name="Picture 18" descr="Central Piedmont Community College logo icon">
            <a:extLst>
              <a:ext uri="{FF2B5EF4-FFF2-40B4-BE49-F238E27FC236}">
                <a16:creationId xmlns:a16="http://schemas.microsoft.com/office/drawing/2014/main" id="{9C32EECE-4333-6B4A-273C-4CB197267994}"/>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3" name="Slide Number Placeholder 16">
            <a:extLst>
              <a:ext uri="{FF2B5EF4-FFF2-40B4-BE49-F238E27FC236}">
                <a16:creationId xmlns:a16="http://schemas.microsoft.com/office/drawing/2014/main" id="{0D1E987A-0326-0850-D26A-3194EB0B77EC}"/>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3C595C-601A-FF48-9867-6CB3623C6FB3}" type="slidenum">
              <a:rPr lang="en-US" sz="1200" b="0" i="0" smtClean="0">
                <a:solidFill>
                  <a:schemeClr val="bg1"/>
                </a:solidFill>
                <a:latin typeface="Franklin Gothic Medium" panose="020B0603020102020204" pitchFamily="34" charset="0"/>
              </a:rPr>
              <a:t>‹#›</a:t>
            </a:fld>
            <a:endParaRPr lang="en-US" sz="1200" b="0" i="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477915147"/>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userDrawn="1">
  <p:cSld name="Quote - gray A">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DA830824-D4B9-4DF7-5C90-F056506196F4}"/>
              </a:ext>
              <a:ext uri="{C183D7F6-B498-43B3-948B-1728B52AA6E4}">
                <adec:decorative xmlns:adec="http://schemas.microsoft.com/office/drawing/2017/decorative" val="1"/>
              </a:ext>
            </a:extLst>
          </p:cNvPr>
          <p:cNvSpPr/>
          <p:nvPr userDrawn="1"/>
        </p:nvSpPr>
        <p:spPr>
          <a:xfrm>
            <a:off x="-3175" y="5555382"/>
            <a:ext cx="12195175" cy="1332434"/>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5613 w 12257838"/>
              <a:gd name="connsiteY6" fmla="*/ 1316559 h 1316559"/>
              <a:gd name="connsiteX0" fmla="*/ 0 w 12303299"/>
              <a:gd name="connsiteY0" fmla="*/ 1316559 h 1316559"/>
              <a:gd name="connsiteX1" fmla="*/ 45461 w 12303299"/>
              <a:gd name="connsiteY1" fmla="*/ 0 h 1316559"/>
              <a:gd name="connsiteX2" fmla="*/ 1583425 w 12303299"/>
              <a:gd name="connsiteY2" fmla="*/ 0 h 1316559"/>
              <a:gd name="connsiteX3" fmla="*/ 2261002 w 12303299"/>
              <a:gd name="connsiteY3" fmla="*/ 677577 h 1316559"/>
              <a:gd name="connsiteX4" fmla="*/ 12303299 w 12303299"/>
              <a:gd name="connsiteY4" fmla="*/ 677577 h 1316559"/>
              <a:gd name="connsiteX5" fmla="*/ 12303299 w 12303299"/>
              <a:gd name="connsiteY5" fmla="*/ 1309105 h 1316559"/>
              <a:gd name="connsiteX6" fmla="*/ 0 w 12303299"/>
              <a:gd name="connsiteY6" fmla="*/ 1316559 h 1316559"/>
              <a:gd name="connsiteX0" fmla="*/ 18382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18382 w 12257838"/>
              <a:gd name="connsiteY6" fmla="*/ 1316559 h 1316559"/>
              <a:gd name="connsiteX0" fmla="*/ 2421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2421 w 12257838"/>
              <a:gd name="connsiteY6" fmla="*/ 1316559 h 1316559"/>
              <a:gd name="connsiteX0" fmla="*/ 27958 w 12283375"/>
              <a:gd name="connsiteY0" fmla="*/ 1316559 h 1316559"/>
              <a:gd name="connsiteX1" fmla="*/ 0 w 12283375"/>
              <a:gd name="connsiteY1" fmla="*/ 3175 h 1316559"/>
              <a:gd name="connsiteX2" fmla="*/ 1563501 w 12283375"/>
              <a:gd name="connsiteY2" fmla="*/ 0 h 1316559"/>
              <a:gd name="connsiteX3" fmla="*/ 2241078 w 12283375"/>
              <a:gd name="connsiteY3" fmla="*/ 677577 h 1316559"/>
              <a:gd name="connsiteX4" fmla="*/ 12283375 w 12283375"/>
              <a:gd name="connsiteY4" fmla="*/ 677577 h 1316559"/>
              <a:gd name="connsiteX5" fmla="*/ 12283375 w 12283375"/>
              <a:gd name="connsiteY5" fmla="*/ 1309105 h 1316559"/>
              <a:gd name="connsiteX6" fmla="*/ 27958 w 12283375"/>
              <a:gd name="connsiteY6" fmla="*/ 1316559 h 1316559"/>
              <a:gd name="connsiteX0" fmla="*/ 2421 w 12257838"/>
              <a:gd name="connsiteY0" fmla="*/ 1316559 h 1316559"/>
              <a:gd name="connsiteX1" fmla="*/ 0 w 12257838"/>
              <a:gd name="connsiteY1" fmla="*/ 3175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2421 w 12257838"/>
              <a:gd name="connsiteY6" fmla="*/ 1316559 h 1316559"/>
              <a:gd name="connsiteX0" fmla="*/ 18382 w 12257838"/>
              <a:gd name="connsiteY0" fmla="*/ 1319734 h 1319734"/>
              <a:gd name="connsiteX1" fmla="*/ 0 w 12257838"/>
              <a:gd name="connsiteY1" fmla="*/ 3175 h 1319734"/>
              <a:gd name="connsiteX2" fmla="*/ 1537964 w 12257838"/>
              <a:gd name="connsiteY2" fmla="*/ 0 h 1319734"/>
              <a:gd name="connsiteX3" fmla="*/ 2215541 w 12257838"/>
              <a:gd name="connsiteY3" fmla="*/ 677577 h 1319734"/>
              <a:gd name="connsiteX4" fmla="*/ 12257838 w 12257838"/>
              <a:gd name="connsiteY4" fmla="*/ 677577 h 1319734"/>
              <a:gd name="connsiteX5" fmla="*/ 12257838 w 12257838"/>
              <a:gd name="connsiteY5" fmla="*/ 1309105 h 1319734"/>
              <a:gd name="connsiteX6" fmla="*/ 18382 w 12257838"/>
              <a:gd name="connsiteY6" fmla="*/ 1319734 h 1319734"/>
              <a:gd name="connsiteX0" fmla="*/ 8805 w 12257838"/>
              <a:gd name="connsiteY0" fmla="*/ 1319734 h 1319734"/>
              <a:gd name="connsiteX1" fmla="*/ 0 w 12257838"/>
              <a:gd name="connsiteY1" fmla="*/ 3175 h 1319734"/>
              <a:gd name="connsiteX2" fmla="*/ 1537964 w 12257838"/>
              <a:gd name="connsiteY2" fmla="*/ 0 h 1319734"/>
              <a:gd name="connsiteX3" fmla="*/ 2215541 w 12257838"/>
              <a:gd name="connsiteY3" fmla="*/ 677577 h 1319734"/>
              <a:gd name="connsiteX4" fmla="*/ 12257838 w 12257838"/>
              <a:gd name="connsiteY4" fmla="*/ 677577 h 1319734"/>
              <a:gd name="connsiteX5" fmla="*/ 12257838 w 12257838"/>
              <a:gd name="connsiteY5" fmla="*/ 1309105 h 1319734"/>
              <a:gd name="connsiteX6" fmla="*/ 8805 w 12257838"/>
              <a:gd name="connsiteY6" fmla="*/ 1319734 h 1319734"/>
              <a:gd name="connsiteX0" fmla="*/ 0 w 12264993"/>
              <a:gd name="connsiteY0" fmla="*/ 1322909 h 1322909"/>
              <a:gd name="connsiteX1" fmla="*/ 7155 w 12264993"/>
              <a:gd name="connsiteY1" fmla="*/ 3175 h 1322909"/>
              <a:gd name="connsiteX2" fmla="*/ 1545119 w 12264993"/>
              <a:gd name="connsiteY2" fmla="*/ 0 h 1322909"/>
              <a:gd name="connsiteX3" fmla="*/ 2222696 w 12264993"/>
              <a:gd name="connsiteY3" fmla="*/ 677577 h 1322909"/>
              <a:gd name="connsiteX4" fmla="*/ 12264993 w 12264993"/>
              <a:gd name="connsiteY4" fmla="*/ 677577 h 1322909"/>
              <a:gd name="connsiteX5" fmla="*/ 12264993 w 12264993"/>
              <a:gd name="connsiteY5" fmla="*/ 1309105 h 1322909"/>
              <a:gd name="connsiteX6" fmla="*/ 0 w 12264993"/>
              <a:gd name="connsiteY6" fmla="*/ 1322909 h 1322909"/>
              <a:gd name="connsiteX0" fmla="*/ 2421 w 12257838"/>
              <a:gd name="connsiteY0" fmla="*/ 1326084 h 1326084"/>
              <a:gd name="connsiteX1" fmla="*/ 0 w 12257838"/>
              <a:gd name="connsiteY1" fmla="*/ 3175 h 1326084"/>
              <a:gd name="connsiteX2" fmla="*/ 1537964 w 12257838"/>
              <a:gd name="connsiteY2" fmla="*/ 0 h 1326084"/>
              <a:gd name="connsiteX3" fmla="*/ 2215541 w 12257838"/>
              <a:gd name="connsiteY3" fmla="*/ 677577 h 1326084"/>
              <a:gd name="connsiteX4" fmla="*/ 12257838 w 12257838"/>
              <a:gd name="connsiteY4" fmla="*/ 677577 h 1326084"/>
              <a:gd name="connsiteX5" fmla="*/ 12257838 w 12257838"/>
              <a:gd name="connsiteY5" fmla="*/ 1309105 h 1326084"/>
              <a:gd name="connsiteX6" fmla="*/ 2421 w 12257838"/>
              <a:gd name="connsiteY6" fmla="*/ 1326084 h 1326084"/>
              <a:gd name="connsiteX0" fmla="*/ 0 w 12258609"/>
              <a:gd name="connsiteY0" fmla="*/ 1332434 h 1332434"/>
              <a:gd name="connsiteX1" fmla="*/ 771 w 12258609"/>
              <a:gd name="connsiteY1" fmla="*/ 3175 h 1332434"/>
              <a:gd name="connsiteX2" fmla="*/ 1538735 w 12258609"/>
              <a:gd name="connsiteY2" fmla="*/ 0 h 1332434"/>
              <a:gd name="connsiteX3" fmla="*/ 2216312 w 12258609"/>
              <a:gd name="connsiteY3" fmla="*/ 677577 h 1332434"/>
              <a:gd name="connsiteX4" fmla="*/ 12258609 w 12258609"/>
              <a:gd name="connsiteY4" fmla="*/ 677577 h 1332434"/>
              <a:gd name="connsiteX5" fmla="*/ 12258609 w 12258609"/>
              <a:gd name="connsiteY5" fmla="*/ 1309105 h 1332434"/>
              <a:gd name="connsiteX6" fmla="*/ 0 w 12258609"/>
              <a:gd name="connsiteY6" fmla="*/ 1332434 h 133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8609" h="1332434">
                <a:moveTo>
                  <a:pt x="0" y="1332434"/>
                </a:moveTo>
                <a:lnTo>
                  <a:pt x="771" y="3175"/>
                </a:lnTo>
                <a:lnTo>
                  <a:pt x="1538735" y="0"/>
                </a:lnTo>
                <a:lnTo>
                  <a:pt x="2216312" y="677577"/>
                </a:lnTo>
                <a:lnTo>
                  <a:pt x="12258609" y="677577"/>
                </a:lnTo>
                <a:lnTo>
                  <a:pt x="12258609" y="1309105"/>
                </a:lnTo>
                <a:lnTo>
                  <a:pt x="0" y="1332434"/>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Box 3">
            <a:extLst>
              <a:ext uri="{FF2B5EF4-FFF2-40B4-BE49-F238E27FC236}">
                <a16:creationId xmlns:a16="http://schemas.microsoft.com/office/drawing/2014/main" id="{91DB1600-2E11-35EF-719F-014A9DC6AD8B}"/>
              </a:ext>
            </a:extLst>
          </p:cNvPr>
          <p:cNvSpPr txBox="1"/>
          <p:nvPr userDrawn="1"/>
        </p:nvSpPr>
        <p:spPr>
          <a:xfrm>
            <a:off x="1195214" y="234781"/>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2" name="Text Placeholder 13">
            <a:extLst>
              <a:ext uri="{FF2B5EF4-FFF2-40B4-BE49-F238E27FC236}">
                <a16:creationId xmlns:a16="http://schemas.microsoft.com/office/drawing/2014/main" id="{1D09E097-5F9A-2818-2709-C22140C92BBE}"/>
              </a:ext>
            </a:extLst>
          </p:cNvPr>
          <p:cNvSpPr>
            <a:spLocks noGrp="1"/>
          </p:cNvSpPr>
          <p:nvPr>
            <p:ph type="body" sz="quarter" idx="15" hasCustomPrompt="1"/>
          </p:nvPr>
        </p:nvSpPr>
        <p:spPr>
          <a:xfrm>
            <a:off x="2182136" y="1116800"/>
            <a:ext cx="7688195" cy="3643268"/>
          </a:xfrm>
        </p:spPr>
        <p:txBody>
          <a:bodyPr>
            <a:normAutofit/>
          </a:bodyPr>
          <a:lstStyle>
            <a:lvl1pPr marL="0" indent="0">
              <a:buNone/>
              <a:defRPr sz="3200" b="0" i="0">
                <a:solidFill>
                  <a:schemeClr val="bg1"/>
                </a:solidFill>
                <a:latin typeface="Franklin Gothic Medium" panose="020B0603020102020204" pitchFamily="34" charset="0"/>
              </a:defRPr>
            </a:lvl1pPr>
          </a:lstStyle>
          <a:p>
            <a:pPr lvl="0"/>
            <a:r>
              <a:rPr lang="en-US"/>
              <a:t>Insert quote text here</a:t>
            </a:r>
          </a:p>
        </p:txBody>
      </p:sp>
      <p:sp>
        <p:nvSpPr>
          <p:cNvPr id="16" name="TextBox 15">
            <a:extLst>
              <a:ext uri="{FF2B5EF4-FFF2-40B4-BE49-F238E27FC236}">
                <a16:creationId xmlns:a16="http://schemas.microsoft.com/office/drawing/2014/main" id="{2F7E4594-C7F9-A78F-1E26-D1073D5730BD}"/>
              </a:ext>
            </a:extLst>
          </p:cNvPr>
          <p:cNvSpPr txBox="1"/>
          <p:nvPr userDrawn="1"/>
        </p:nvSpPr>
        <p:spPr>
          <a:xfrm rot="10800000">
            <a:off x="8719124" y="309432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14" name="Text Placeholder 13">
            <a:extLst>
              <a:ext uri="{FF2B5EF4-FFF2-40B4-BE49-F238E27FC236}">
                <a16:creationId xmlns:a16="http://schemas.microsoft.com/office/drawing/2014/main" id="{B6BBFCD3-B844-48D8-9776-39E997E794EE}"/>
              </a:ext>
            </a:extLst>
          </p:cNvPr>
          <p:cNvSpPr>
            <a:spLocks noGrp="1"/>
          </p:cNvSpPr>
          <p:nvPr>
            <p:ph type="body" sz="quarter" idx="10" hasCustomPrompt="1"/>
          </p:nvPr>
        </p:nvSpPr>
        <p:spPr>
          <a:xfrm>
            <a:off x="2182137" y="4985218"/>
            <a:ext cx="5253037" cy="371641"/>
          </a:xfrm>
        </p:spPr>
        <p:txBody>
          <a:bodyPr>
            <a:normAutofit/>
          </a:bodyPr>
          <a:lstStyle>
            <a:lvl1pPr marL="0" indent="0">
              <a:buNone/>
              <a:defRPr sz="1800" b="0" i="0">
                <a:solidFill>
                  <a:schemeClr val="bg1"/>
                </a:solidFill>
                <a:latin typeface="Franklin Gothic Medium" panose="020B0603020102020204" pitchFamily="34" charset="0"/>
              </a:defRPr>
            </a:lvl1pPr>
          </a:lstStyle>
          <a:p>
            <a:pPr lvl="0"/>
            <a:r>
              <a:rPr lang="en-US"/>
              <a:t>Insert Name Here</a:t>
            </a:r>
          </a:p>
        </p:txBody>
      </p:sp>
      <p:sp>
        <p:nvSpPr>
          <p:cNvPr id="15" name="Text Placeholder 13">
            <a:extLst>
              <a:ext uri="{FF2B5EF4-FFF2-40B4-BE49-F238E27FC236}">
                <a16:creationId xmlns:a16="http://schemas.microsoft.com/office/drawing/2014/main" id="{0AC11D23-BEB1-FDD9-9021-09DE19E8A830}"/>
              </a:ext>
            </a:extLst>
          </p:cNvPr>
          <p:cNvSpPr>
            <a:spLocks noGrp="1"/>
          </p:cNvSpPr>
          <p:nvPr>
            <p:ph type="body" sz="quarter" idx="11" hasCustomPrompt="1"/>
          </p:nvPr>
        </p:nvSpPr>
        <p:spPr>
          <a:xfrm>
            <a:off x="2182137" y="5369559"/>
            <a:ext cx="5253037" cy="371641"/>
          </a:xfrm>
        </p:spPr>
        <p:txBody>
          <a:bodyPr>
            <a:normAutofit/>
          </a:bodyPr>
          <a:lstStyle>
            <a:lvl1pPr marL="0" indent="0">
              <a:buNone/>
              <a:defRPr sz="1800" b="0" i="1">
                <a:solidFill>
                  <a:schemeClr val="bg1"/>
                </a:solidFill>
                <a:latin typeface="Franklin Gothic Book" panose="020B0503020102020204" pitchFamily="34" charset="0"/>
              </a:defRPr>
            </a:lvl1pPr>
          </a:lstStyle>
          <a:p>
            <a:pPr lvl="0"/>
            <a:r>
              <a:rPr lang="en-US"/>
              <a:t>Insert Title Here</a:t>
            </a:r>
          </a:p>
        </p:txBody>
      </p:sp>
      <p:pic>
        <p:nvPicPr>
          <p:cNvPr id="18" name="Picture 17" descr="Central Piedmont Community College logo icon">
            <a:extLst>
              <a:ext uri="{FF2B5EF4-FFF2-40B4-BE49-F238E27FC236}">
                <a16:creationId xmlns:a16="http://schemas.microsoft.com/office/drawing/2014/main" id="{53AA51DC-FF16-0CA8-A4A5-50C4623D26C1}"/>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3" name="Slide Number Placeholder 16">
            <a:extLst>
              <a:ext uri="{FF2B5EF4-FFF2-40B4-BE49-F238E27FC236}">
                <a16:creationId xmlns:a16="http://schemas.microsoft.com/office/drawing/2014/main" id="{EA50ED84-7D4F-D744-51E3-A710A0B654CE}"/>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A5C4226-C819-014E-85A6-6815903C4692}" type="slidenum">
              <a:rPr lang="en-US" sz="1200" b="0" i="0" smtClean="0">
                <a:solidFill>
                  <a:schemeClr val="tx1"/>
                </a:solidFill>
                <a:latin typeface="Franklin Gothic Medium" panose="020B0603020102020204" pitchFamily="34" charset="0"/>
              </a:rPr>
              <a:t>‹#›</a:t>
            </a:fld>
            <a:endParaRPr lang="en-US" sz="1200" b="0" i="0" dirty="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51960346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Quote - Blue A">
    <p:bg>
      <p:bgPr>
        <a:solidFill>
          <a:schemeClr val="accent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74E78ED-1ADF-0813-85F2-4FD5D5C72C1C}"/>
              </a:ext>
              <a:ext uri="{C183D7F6-B498-43B3-948B-1728B52AA6E4}">
                <adec:decorative xmlns:adec="http://schemas.microsoft.com/office/drawing/2017/decorative" val="1"/>
              </a:ext>
            </a:extLst>
          </p:cNvPr>
          <p:cNvSpPr/>
          <p:nvPr userDrawn="1"/>
        </p:nvSpPr>
        <p:spPr>
          <a:xfrm>
            <a:off x="-3175" y="5555382"/>
            <a:ext cx="12195175" cy="1332434"/>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5613 w 12257838"/>
              <a:gd name="connsiteY6" fmla="*/ 1316559 h 1316559"/>
              <a:gd name="connsiteX0" fmla="*/ 0 w 12303299"/>
              <a:gd name="connsiteY0" fmla="*/ 1316559 h 1316559"/>
              <a:gd name="connsiteX1" fmla="*/ 45461 w 12303299"/>
              <a:gd name="connsiteY1" fmla="*/ 0 h 1316559"/>
              <a:gd name="connsiteX2" fmla="*/ 1583425 w 12303299"/>
              <a:gd name="connsiteY2" fmla="*/ 0 h 1316559"/>
              <a:gd name="connsiteX3" fmla="*/ 2261002 w 12303299"/>
              <a:gd name="connsiteY3" fmla="*/ 677577 h 1316559"/>
              <a:gd name="connsiteX4" fmla="*/ 12303299 w 12303299"/>
              <a:gd name="connsiteY4" fmla="*/ 677577 h 1316559"/>
              <a:gd name="connsiteX5" fmla="*/ 12303299 w 12303299"/>
              <a:gd name="connsiteY5" fmla="*/ 1309105 h 1316559"/>
              <a:gd name="connsiteX6" fmla="*/ 0 w 12303299"/>
              <a:gd name="connsiteY6" fmla="*/ 1316559 h 1316559"/>
              <a:gd name="connsiteX0" fmla="*/ 18382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18382 w 12257838"/>
              <a:gd name="connsiteY6" fmla="*/ 1316559 h 1316559"/>
              <a:gd name="connsiteX0" fmla="*/ 2421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2421 w 12257838"/>
              <a:gd name="connsiteY6" fmla="*/ 1316559 h 1316559"/>
              <a:gd name="connsiteX0" fmla="*/ 27958 w 12283375"/>
              <a:gd name="connsiteY0" fmla="*/ 1316559 h 1316559"/>
              <a:gd name="connsiteX1" fmla="*/ 0 w 12283375"/>
              <a:gd name="connsiteY1" fmla="*/ 3175 h 1316559"/>
              <a:gd name="connsiteX2" fmla="*/ 1563501 w 12283375"/>
              <a:gd name="connsiteY2" fmla="*/ 0 h 1316559"/>
              <a:gd name="connsiteX3" fmla="*/ 2241078 w 12283375"/>
              <a:gd name="connsiteY3" fmla="*/ 677577 h 1316559"/>
              <a:gd name="connsiteX4" fmla="*/ 12283375 w 12283375"/>
              <a:gd name="connsiteY4" fmla="*/ 677577 h 1316559"/>
              <a:gd name="connsiteX5" fmla="*/ 12283375 w 12283375"/>
              <a:gd name="connsiteY5" fmla="*/ 1309105 h 1316559"/>
              <a:gd name="connsiteX6" fmla="*/ 27958 w 12283375"/>
              <a:gd name="connsiteY6" fmla="*/ 1316559 h 1316559"/>
              <a:gd name="connsiteX0" fmla="*/ 2421 w 12257838"/>
              <a:gd name="connsiteY0" fmla="*/ 1316559 h 1316559"/>
              <a:gd name="connsiteX1" fmla="*/ 0 w 12257838"/>
              <a:gd name="connsiteY1" fmla="*/ 3175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2421 w 12257838"/>
              <a:gd name="connsiteY6" fmla="*/ 1316559 h 1316559"/>
              <a:gd name="connsiteX0" fmla="*/ 18382 w 12257838"/>
              <a:gd name="connsiteY0" fmla="*/ 1319734 h 1319734"/>
              <a:gd name="connsiteX1" fmla="*/ 0 w 12257838"/>
              <a:gd name="connsiteY1" fmla="*/ 3175 h 1319734"/>
              <a:gd name="connsiteX2" fmla="*/ 1537964 w 12257838"/>
              <a:gd name="connsiteY2" fmla="*/ 0 h 1319734"/>
              <a:gd name="connsiteX3" fmla="*/ 2215541 w 12257838"/>
              <a:gd name="connsiteY3" fmla="*/ 677577 h 1319734"/>
              <a:gd name="connsiteX4" fmla="*/ 12257838 w 12257838"/>
              <a:gd name="connsiteY4" fmla="*/ 677577 h 1319734"/>
              <a:gd name="connsiteX5" fmla="*/ 12257838 w 12257838"/>
              <a:gd name="connsiteY5" fmla="*/ 1309105 h 1319734"/>
              <a:gd name="connsiteX6" fmla="*/ 18382 w 12257838"/>
              <a:gd name="connsiteY6" fmla="*/ 1319734 h 1319734"/>
              <a:gd name="connsiteX0" fmla="*/ 8805 w 12257838"/>
              <a:gd name="connsiteY0" fmla="*/ 1319734 h 1319734"/>
              <a:gd name="connsiteX1" fmla="*/ 0 w 12257838"/>
              <a:gd name="connsiteY1" fmla="*/ 3175 h 1319734"/>
              <a:gd name="connsiteX2" fmla="*/ 1537964 w 12257838"/>
              <a:gd name="connsiteY2" fmla="*/ 0 h 1319734"/>
              <a:gd name="connsiteX3" fmla="*/ 2215541 w 12257838"/>
              <a:gd name="connsiteY3" fmla="*/ 677577 h 1319734"/>
              <a:gd name="connsiteX4" fmla="*/ 12257838 w 12257838"/>
              <a:gd name="connsiteY4" fmla="*/ 677577 h 1319734"/>
              <a:gd name="connsiteX5" fmla="*/ 12257838 w 12257838"/>
              <a:gd name="connsiteY5" fmla="*/ 1309105 h 1319734"/>
              <a:gd name="connsiteX6" fmla="*/ 8805 w 12257838"/>
              <a:gd name="connsiteY6" fmla="*/ 1319734 h 1319734"/>
              <a:gd name="connsiteX0" fmla="*/ 0 w 12264993"/>
              <a:gd name="connsiteY0" fmla="*/ 1322909 h 1322909"/>
              <a:gd name="connsiteX1" fmla="*/ 7155 w 12264993"/>
              <a:gd name="connsiteY1" fmla="*/ 3175 h 1322909"/>
              <a:gd name="connsiteX2" fmla="*/ 1545119 w 12264993"/>
              <a:gd name="connsiteY2" fmla="*/ 0 h 1322909"/>
              <a:gd name="connsiteX3" fmla="*/ 2222696 w 12264993"/>
              <a:gd name="connsiteY3" fmla="*/ 677577 h 1322909"/>
              <a:gd name="connsiteX4" fmla="*/ 12264993 w 12264993"/>
              <a:gd name="connsiteY4" fmla="*/ 677577 h 1322909"/>
              <a:gd name="connsiteX5" fmla="*/ 12264993 w 12264993"/>
              <a:gd name="connsiteY5" fmla="*/ 1309105 h 1322909"/>
              <a:gd name="connsiteX6" fmla="*/ 0 w 12264993"/>
              <a:gd name="connsiteY6" fmla="*/ 1322909 h 1322909"/>
              <a:gd name="connsiteX0" fmla="*/ 2421 w 12257838"/>
              <a:gd name="connsiteY0" fmla="*/ 1326084 h 1326084"/>
              <a:gd name="connsiteX1" fmla="*/ 0 w 12257838"/>
              <a:gd name="connsiteY1" fmla="*/ 3175 h 1326084"/>
              <a:gd name="connsiteX2" fmla="*/ 1537964 w 12257838"/>
              <a:gd name="connsiteY2" fmla="*/ 0 h 1326084"/>
              <a:gd name="connsiteX3" fmla="*/ 2215541 w 12257838"/>
              <a:gd name="connsiteY3" fmla="*/ 677577 h 1326084"/>
              <a:gd name="connsiteX4" fmla="*/ 12257838 w 12257838"/>
              <a:gd name="connsiteY4" fmla="*/ 677577 h 1326084"/>
              <a:gd name="connsiteX5" fmla="*/ 12257838 w 12257838"/>
              <a:gd name="connsiteY5" fmla="*/ 1309105 h 1326084"/>
              <a:gd name="connsiteX6" fmla="*/ 2421 w 12257838"/>
              <a:gd name="connsiteY6" fmla="*/ 1326084 h 1326084"/>
              <a:gd name="connsiteX0" fmla="*/ 0 w 12258609"/>
              <a:gd name="connsiteY0" fmla="*/ 1332434 h 1332434"/>
              <a:gd name="connsiteX1" fmla="*/ 771 w 12258609"/>
              <a:gd name="connsiteY1" fmla="*/ 3175 h 1332434"/>
              <a:gd name="connsiteX2" fmla="*/ 1538735 w 12258609"/>
              <a:gd name="connsiteY2" fmla="*/ 0 h 1332434"/>
              <a:gd name="connsiteX3" fmla="*/ 2216312 w 12258609"/>
              <a:gd name="connsiteY3" fmla="*/ 677577 h 1332434"/>
              <a:gd name="connsiteX4" fmla="*/ 12258609 w 12258609"/>
              <a:gd name="connsiteY4" fmla="*/ 677577 h 1332434"/>
              <a:gd name="connsiteX5" fmla="*/ 12258609 w 12258609"/>
              <a:gd name="connsiteY5" fmla="*/ 1309105 h 1332434"/>
              <a:gd name="connsiteX6" fmla="*/ 0 w 12258609"/>
              <a:gd name="connsiteY6" fmla="*/ 1332434 h 133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8609" h="1332434">
                <a:moveTo>
                  <a:pt x="0" y="1332434"/>
                </a:moveTo>
                <a:lnTo>
                  <a:pt x="771" y="3175"/>
                </a:lnTo>
                <a:lnTo>
                  <a:pt x="1538735" y="0"/>
                </a:lnTo>
                <a:lnTo>
                  <a:pt x="2216312" y="677577"/>
                </a:lnTo>
                <a:lnTo>
                  <a:pt x="12258609" y="677577"/>
                </a:lnTo>
                <a:lnTo>
                  <a:pt x="12258609" y="1309105"/>
                </a:lnTo>
                <a:lnTo>
                  <a:pt x="0" y="1332434"/>
                </a:lnTo>
                <a:close/>
              </a:path>
            </a:pathLst>
          </a:custGeom>
          <a:solidFill>
            <a:schemeClr val="bg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Box 3">
            <a:extLst>
              <a:ext uri="{FF2B5EF4-FFF2-40B4-BE49-F238E27FC236}">
                <a16:creationId xmlns:a16="http://schemas.microsoft.com/office/drawing/2014/main" id="{91DB1600-2E11-35EF-719F-014A9DC6AD8B}"/>
              </a:ext>
            </a:extLst>
          </p:cNvPr>
          <p:cNvSpPr txBox="1"/>
          <p:nvPr userDrawn="1"/>
        </p:nvSpPr>
        <p:spPr>
          <a:xfrm>
            <a:off x="1195214" y="234781"/>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2" name="Text Placeholder 13">
            <a:extLst>
              <a:ext uri="{FF2B5EF4-FFF2-40B4-BE49-F238E27FC236}">
                <a16:creationId xmlns:a16="http://schemas.microsoft.com/office/drawing/2014/main" id="{1D09E097-5F9A-2818-2709-C22140C92BBE}"/>
              </a:ext>
            </a:extLst>
          </p:cNvPr>
          <p:cNvSpPr>
            <a:spLocks noGrp="1"/>
          </p:cNvSpPr>
          <p:nvPr>
            <p:ph type="body" sz="quarter" idx="15" hasCustomPrompt="1"/>
          </p:nvPr>
        </p:nvSpPr>
        <p:spPr>
          <a:xfrm>
            <a:off x="2182136" y="1116800"/>
            <a:ext cx="7688195" cy="3643268"/>
          </a:xfrm>
        </p:spPr>
        <p:txBody>
          <a:bodyPr>
            <a:normAutofit/>
          </a:bodyPr>
          <a:lstStyle>
            <a:lvl1pPr marL="0" indent="0">
              <a:buNone/>
              <a:defRPr sz="3200" b="0" i="0">
                <a:solidFill>
                  <a:schemeClr val="bg1"/>
                </a:solidFill>
                <a:latin typeface="Franklin Gothic Medium" panose="020B0603020102020204" pitchFamily="34" charset="0"/>
              </a:defRPr>
            </a:lvl1pPr>
          </a:lstStyle>
          <a:p>
            <a:pPr lvl="0"/>
            <a:r>
              <a:rPr lang="en-US"/>
              <a:t>Insert quote text here</a:t>
            </a:r>
          </a:p>
        </p:txBody>
      </p:sp>
      <p:sp>
        <p:nvSpPr>
          <p:cNvPr id="16" name="TextBox 15">
            <a:extLst>
              <a:ext uri="{FF2B5EF4-FFF2-40B4-BE49-F238E27FC236}">
                <a16:creationId xmlns:a16="http://schemas.microsoft.com/office/drawing/2014/main" id="{2F7E4594-C7F9-A78F-1E26-D1073D5730BD}"/>
              </a:ext>
            </a:extLst>
          </p:cNvPr>
          <p:cNvSpPr txBox="1"/>
          <p:nvPr userDrawn="1"/>
        </p:nvSpPr>
        <p:spPr>
          <a:xfrm rot="10800000">
            <a:off x="8719124" y="309432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14" name="Text Placeholder 13">
            <a:extLst>
              <a:ext uri="{FF2B5EF4-FFF2-40B4-BE49-F238E27FC236}">
                <a16:creationId xmlns:a16="http://schemas.microsoft.com/office/drawing/2014/main" id="{B6BBFCD3-B844-48D8-9776-39E997E794EE}"/>
              </a:ext>
            </a:extLst>
          </p:cNvPr>
          <p:cNvSpPr>
            <a:spLocks noGrp="1"/>
          </p:cNvSpPr>
          <p:nvPr>
            <p:ph type="body" sz="quarter" idx="10" hasCustomPrompt="1"/>
          </p:nvPr>
        </p:nvSpPr>
        <p:spPr>
          <a:xfrm>
            <a:off x="2182137" y="4985218"/>
            <a:ext cx="5253037" cy="371641"/>
          </a:xfrm>
        </p:spPr>
        <p:txBody>
          <a:bodyPr>
            <a:normAutofit/>
          </a:bodyPr>
          <a:lstStyle>
            <a:lvl1pPr marL="0" indent="0">
              <a:buNone/>
              <a:defRPr sz="1800" b="0" i="0">
                <a:solidFill>
                  <a:schemeClr val="bg1"/>
                </a:solidFill>
                <a:latin typeface="Franklin Gothic Medium" panose="020B0603020102020204" pitchFamily="34" charset="0"/>
              </a:defRPr>
            </a:lvl1pPr>
          </a:lstStyle>
          <a:p>
            <a:pPr lvl="0"/>
            <a:r>
              <a:rPr lang="en-US"/>
              <a:t>Insert Name Here</a:t>
            </a:r>
          </a:p>
        </p:txBody>
      </p:sp>
      <p:sp>
        <p:nvSpPr>
          <p:cNvPr id="15" name="Text Placeholder 13">
            <a:extLst>
              <a:ext uri="{FF2B5EF4-FFF2-40B4-BE49-F238E27FC236}">
                <a16:creationId xmlns:a16="http://schemas.microsoft.com/office/drawing/2014/main" id="{0AC11D23-BEB1-FDD9-9021-09DE19E8A830}"/>
              </a:ext>
            </a:extLst>
          </p:cNvPr>
          <p:cNvSpPr>
            <a:spLocks noGrp="1"/>
          </p:cNvSpPr>
          <p:nvPr>
            <p:ph type="body" sz="quarter" idx="11" hasCustomPrompt="1"/>
          </p:nvPr>
        </p:nvSpPr>
        <p:spPr>
          <a:xfrm>
            <a:off x="2182137" y="5369559"/>
            <a:ext cx="5253037" cy="371641"/>
          </a:xfrm>
        </p:spPr>
        <p:txBody>
          <a:bodyPr>
            <a:normAutofit/>
          </a:bodyPr>
          <a:lstStyle>
            <a:lvl1pPr marL="0" indent="0">
              <a:buNone/>
              <a:defRPr sz="1800" b="0" i="1">
                <a:solidFill>
                  <a:schemeClr val="bg1"/>
                </a:solidFill>
                <a:latin typeface="Franklin Gothic Book" panose="020B0503020102020204" pitchFamily="34" charset="0"/>
              </a:defRPr>
            </a:lvl1pPr>
          </a:lstStyle>
          <a:p>
            <a:pPr lvl="0"/>
            <a:r>
              <a:rPr lang="en-US"/>
              <a:t>Insert Title Here</a:t>
            </a:r>
          </a:p>
        </p:txBody>
      </p:sp>
      <p:pic>
        <p:nvPicPr>
          <p:cNvPr id="5" name="Picture 4" descr="Central Piedmont Community College logo icon">
            <a:extLst>
              <a:ext uri="{FF2B5EF4-FFF2-40B4-BE49-F238E27FC236}">
                <a16:creationId xmlns:a16="http://schemas.microsoft.com/office/drawing/2014/main" id="{151B3E76-9C75-C288-B410-3205E98F7471}"/>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6" name="Slide Number Placeholder 16">
            <a:extLst>
              <a:ext uri="{FF2B5EF4-FFF2-40B4-BE49-F238E27FC236}">
                <a16:creationId xmlns:a16="http://schemas.microsoft.com/office/drawing/2014/main" id="{1B46AEA8-568D-8861-FA14-39630DE28FA2}"/>
              </a:ext>
            </a:extLst>
          </p:cNvPr>
          <p:cNvSpPr txBox="1">
            <a:spLocks/>
          </p:cNvSpPr>
          <p:nvPr userDrawn="1"/>
        </p:nvSpPr>
        <p:spPr>
          <a:xfrm>
            <a:off x="868680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B2F2DD2-A8F8-FF4A-A03B-CA4B3577620A}" type="slidenum">
              <a:rPr lang="en-US" sz="1200" b="0" i="0" smtClean="0">
                <a:solidFill>
                  <a:schemeClr val="tx2"/>
                </a:solidFill>
                <a:latin typeface="Franklin Gothic Medium" panose="020B0603020102020204" pitchFamily="34" charset="0"/>
              </a:rPr>
              <a:t>‹#›</a:t>
            </a:fld>
            <a:endParaRPr lang="en-US" sz="1200" b="0" i="0" dirty="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99903438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Quote - gray B">
    <p:bg>
      <p:bgPr>
        <a:solidFill>
          <a:schemeClr val="tx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5671E48-6F39-43AF-5155-E6308945BCA7}"/>
              </a:ext>
            </a:extLst>
          </p:cNvPr>
          <p:cNvSpPr txBox="1"/>
          <p:nvPr userDrawn="1"/>
        </p:nvSpPr>
        <p:spPr>
          <a:xfrm>
            <a:off x="1421194" y="201217"/>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9" name="Title 1">
            <a:extLst>
              <a:ext uri="{FF2B5EF4-FFF2-40B4-BE49-F238E27FC236}">
                <a16:creationId xmlns:a16="http://schemas.microsoft.com/office/drawing/2014/main" id="{2F2EAD38-3F4E-3116-BAFB-59FC29245BDB}"/>
              </a:ext>
            </a:extLst>
          </p:cNvPr>
          <p:cNvSpPr>
            <a:spLocks noGrp="1"/>
          </p:cNvSpPr>
          <p:nvPr>
            <p:ph type="title" hasCustomPrompt="1"/>
          </p:nvPr>
        </p:nvSpPr>
        <p:spPr>
          <a:xfrm>
            <a:off x="1655064" y="1756467"/>
            <a:ext cx="8695944" cy="3100877"/>
          </a:xfrm>
        </p:spPr>
        <p:txBody>
          <a:bodyPr anchor="ctr">
            <a:normAutofit/>
          </a:bodyPr>
          <a:lstStyle>
            <a:lvl1pPr algn="ctr">
              <a:lnSpc>
                <a:spcPct val="100000"/>
              </a:lnSpc>
              <a:defRPr sz="3800">
                <a:solidFill>
                  <a:schemeClr val="bg1"/>
                </a:solidFill>
              </a:defRPr>
            </a:lvl1pPr>
          </a:lstStyle>
          <a:p>
            <a:r>
              <a:rPr lang="en-US"/>
              <a:t>Click to edit quote</a:t>
            </a:r>
          </a:p>
        </p:txBody>
      </p:sp>
      <p:sp>
        <p:nvSpPr>
          <p:cNvPr id="7" name="TextBox 6">
            <a:extLst>
              <a:ext uri="{FF2B5EF4-FFF2-40B4-BE49-F238E27FC236}">
                <a16:creationId xmlns:a16="http://schemas.microsoft.com/office/drawing/2014/main" id="{B858096E-B9D9-C4E1-DE84-14F287634117}"/>
              </a:ext>
            </a:extLst>
          </p:cNvPr>
          <p:cNvSpPr txBox="1"/>
          <p:nvPr userDrawn="1"/>
        </p:nvSpPr>
        <p:spPr>
          <a:xfrm rot="10800000">
            <a:off x="8446749" y="3644780"/>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3" name="Slide Number Placeholder 16">
            <a:extLst>
              <a:ext uri="{FF2B5EF4-FFF2-40B4-BE49-F238E27FC236}">
                <a16:creationId xmlns:a16="http://schemas.microsoft.com/office/drawing/2014/main" id="{5CE8F753-EE3C-8753-8D67-9A3B078706C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FCE32C1-3AEA-4349-9A8B-99EDEBE8D9D1}"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23F2FC0F-B405-DAE3-B906-CA7422EAAEFA}"/>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32316153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Quote - gold B">
    <p:bg>
      <p:bgPr>
        <a:solidFill>
          <a:schemeClr val="accent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0862D96-8E3D-19A4-D59C-84C2764DDE76}"/>
              </a:ext>
            </a:extLst>
          </p:cNvPr>
          <p:cNvSpPr txBox="1"/>
          <p:nvPr userDrawn="1"/>
        </p:nvSpPr>
        <p:spPr>
          <a:xfrm>
            <a:off x="1421194" y="201217"/>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5" name="Title 1">
            <a:extLst>
              <a:ext uri="{FF2B5EF4-FFF2-40B4-BE49-F238E27FC236}">
                <a16:creationId xmlns:a16="http://schemas.microsoft.com/office/drawing/2014/main" id="{5F16FC62-76BD-5571-C66E-E5E3603F4B22}"/>
              </a:ext>
            </a:extLst>
          </p:cNvPr>
          <p:cNvSpPr>
            <a:spLocks noGrp="1"/>
          </p:cNvSpPr>
          <p:nvPr>
            <p:ph type="title" hasCustomPrompt="1"/>
          </p:nvPr>
        </p:nvSpPr>
        <p:spPr>
          <a:xfrm>
            <a:off x="1655064" y="1756467"/>
            <a:ext cx="8695944" cy="3100877"/>
          </a:xfrm>
        </p:spPr>
        <p:txBody>
          <a:bodyPr anchor="ctr">
            <a:normAutofit/>
          </a:bodyPr>
          <a:lstStyle>
            <a:lvl1pPr algn="ctr">
              <a:lnSpc>
                <a:spcPct val="100000"/>
              </a:lnSpc>
              <a:defRPr sz="3800">
                <a:solidFill>
                  <a:schemeClr val="tx1"/>
                </a:solidFill>
              </a:defRPr>
            </a:lvl1pPr>
          </a:lstStyle>
          <a:p>
            <a:r>
              <a:rPr lang="en-US"/>
              <a:t>Click to edit quote</a:t>
            </a:r>
          </a:p>
        </p:txBody>
      </p:sp>
      <p:sp>
        <p:nvSpPr>
          <p:cNvPr id="8" name="TextBox 7">
            <a:extLst>
              <a:ext uri="{FF2B5EF4-FFF2-40B4-BE49-F238E27FC236}">
                <a16:creationId xmlns:a16="http://schemas.microsoft.com/office/drawing/2014/main" id="{AB6B5D4D-FE16-1E38-BFEF-3111C309A7E9}"/>
              </a:ext>
            </a:extLst>
          </p:cNvPr>
          <p:cNvSpPr txBox="1"/>
          <p:nvPr userDrawn="1"/>
        </p:nvSpPr>
        <p:spPr>
          <a:xfrm rot="10800000">
            <a:off x="8446749" y="3644780"/>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pic>
        <p:nvPicPr>
          <p:cNvPr id="4" name="Picture 3" descr="Central Piedmont Community College logo icon">
            <a:extLst>
              <a:ext uri="{FF2B5EF4-FFF2-40B4-BE49-F238E27FC236}">
                <a16:creationId xmlns:a16="http://schemas.microsoft.com/office/drawing/2014/main" id="{B5036FC2-79D4-935E-9F19-C0AEDDE7DA98}"/>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
        <p:nvSpPr>
          <p:cNvPr id="7" name="Slide Number Placeholder 16">
            <a:extLst>
              <a:ext uri="{FF2B5EF4-FFF2-40B4-BE49-F238E27FC236}">
                <a16:creationId xmlns:a16="http://schemas.microsoft.com/office/drawing/2014/main" id="{FA7EFA27-F5F9-C06D-273C-2BD0D9E44217}"/>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2445926-7D9A-E045-B0F4-6E00C776C278}"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spTree>
    <p:extLst>
      <p:ext uri="{BB962C8B-B14F-4D97-AF65-F5344CB8AC3E}">
        <p14:creationId xmlns:p14="http://schemas.microsoft.com/office/powerpoint/2010/main" val="406500801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Quote - blue B">
    <p:bg>
      <p:bgPr>
        <a:solidFill>
          <a:schemeClr val="accent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0862D96-8E3D-19A4-D59C-84C2764DDE76}"/>
              </a:ext>
            </a:extLst>
          </p:cNvPr>
          <p:cNvSpPr txBox="1"/>
          <p:nvPr userDrawn="1"/>
        </p:nvSpPr>
        <p:spPr>
          <a:xfrm>
            <a:off x="1421194" y="201217"/>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5" name="Title 1">
            <a:extLst>
              <a:ext uri="{FF2B5EF4-FFF2-40B4-BE49-F238E27FC236}">
                <a16:creationId xmlns:a16="http://schemas.microsoft.com/office/drawing/2014/main" id="{5F16FC62-76BD-5571-C66E-E5E3603F4B22}"/>
              </a:ext>
            </a:extLst>
          </p:cNvPr>
          <p:cNvSpPr>
            <a:spLocks noGrp="1"/>
          </p:cNvSpPr>
          <p:nvPr>
            <p:ph type="title" hasCustomPrompt="1"/>
          </p:nvPr>
        </p:nvSpPr>
        <p:spPr>
          <a:xfrm>
            <a:off x="1655064" y="1756467"/>
            <a:ext cx="8695944" cy="3100877"/>
          </a:xfrm>
        </p:spPr>
        <p:txBody>
          <a:bodyPr anchor="ctr">
            <a:normAutofit/>
          </a:bodyPr>
          <a:lstStyle>
            <a:lvl1pPr algn="ctr">
              <a:lnSpc>
                <a:spcPct val="100000"/>
              </a:lnSpc>
              <a:defRPr sz="3800">
                <a:solidFill>
                  <a:schemeClr val="bg1"/>
                </a:solidFill>
              </a:defRPr>
            </a:lvl1pPr>
          </a:lstStyle>
          <a:p>
            <a:r>
              <a:rPr lang="en-US"/>
              <a:t>Click to edit quote</a:t>
            </a:r>
          </a:p>
        </p:txBody>
      </p:sp>
      <p:sp>
        <p:nvSpPr>
          <p:cNvPr id="8" name="TextBox 7">
            <a:extLst>
              <a:ext uri="{FF2B5EF4-FFF2-40B4-BE49-F238E27FC236}">
                <a16:creationId xmlns:a16="http://schemas.microsoft.com/office/drawing/2014/main" id="{AB6B5D4D-FE16-1E38-BFEF-3111C309A7E9}"/>
              </a:ext>
            </a:extLst>
          </p:cNvPr>
          <p:cNvSpPr txBox="1"/>
          <p:nvPr userDrawn="1"/>
        </p:nvSpPr>
        <p:spPr>
          <a:xfrm rot="10800000">
            <a:off x="8446749" y="3644780"/>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4" name="Slide Number Placeholder 16">
            <a:extLst>
              <a:ext uri="{FF2B5EF4-FFF2-40B4-BE49-F238E27FC236}">
                <a16:creationId xmlns:a16="http://schemas.microsoft.com/office/drawing/2014/main" id="{13A9221B-52DB-1F9A-8739-8C638F2EA658}"/>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54FE51D-A73F-D244-B49C-559371BF91A6}"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7" name="Picture 6" descr="Central Piedmont Community College logo icon">
            <a:extLst>
              <a:ext uri="{FF2B5EF4-FFF2-40B4-BE49-F238E27FC236}">
                <a16:creationId xmlns:a16="http://schemas.microsoft.com/office/drawing/2014/main" id="{AE82E979-ADCC-4142-29A6-FF5785329501}"/>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50005412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Quote - white B">
    <p:bg>
      <p:bgPr>
        <a:solidFill>
          <a:schemeClr val="bg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95F8F2AC-FAD2-ACE9-8A0F-C18D5E08A0F8}"/>
              </a:ext>
              <a:ext uri="{C183D7F6-B498-43B3-948B-1728B52AA6E4}">
                <adec:decorative xmlns:adec="http://schemas.microsoft.com/office/drawing/2017/decorative" val="0"/>
              </a:ext>
            </a:extLst>
          </p:cNvPr>
          <p:cNvSpPr/>
          <p:nvPr userDrawn="1"/>
        </p:nvSpPr>
        <p:spPr>
          <a:xfrm>
            <a:off x="731520" y="760151"/>
            <a:ext cx="10698480" cy="5212080"/>
          </a:xfrm>
          <a:custGeom>
            <a:avLst/>
            <a:gdLst>
              <a:gd name="connsiteX0" fmla="*/ 0 w 10698480"/>
              <a:gd name="connsiteY0" fmla="*/ 0 h 5212080"/>
              <a:gd name="connsiteX1" fmla="*/ 156362 w 10698480"/>
              <a:gd name="connsiteY1" fmla="*/ 0 h 5212080"/>
              <a:gd name="connsiteX2" fmla="*/ 10542118 w 10698480"/>
              <a:gd name="connsiteY2" fmla="*/ 0 h 5212080"/>
              <a:gd name="connsiteX3" fmla="*/ 10698480 w 10698480"/>
              <a:gd name="connsiteY3" fmla="*/ 0 h 5212080"/>
              <a:gd name="connsiteX4" fmla="*/ 10698480 w 10698480"/>
              <a:gd name="connsiteY4" fmla="*/ 156362 h 5212080"/>
              <a:gd name="connsiteX5" fmla="*/ 10698480 w 10698480"/>
              <a:gd name="connsiteY5" fmla="*/ 1040514 h 5212080"/>
              <a:gd name="connsiteX6" fmla="*/ 10698480 w 10698480"/>
              <a:gd name="connsiteY6" fmla="*/ 5055718 h 5212080"/>
              <a:gd name="connsiteX7" fmla="*/ 10542118 w 10698480"/>
              <a:gd name="connsiteY7" fmla="*/ 5212080 h 5212080"/>
              <a:gd name="connsiteX8" fmla="*/ 156362 w 10698480"/>
              <a:gd name="connsiteY8" fmla="*/ 5212080 h 5212080"/>
              <a:gd name="connsiteX9" fmla="*/ 0 w 10698480"/>
              <a:gd name="connsiteY9" fmla="*/ 5055718 h 5212080"/>
              <a:gd name="connsiteX10" fmla="*/ 0 w 10698480"/>
              <a:gd name="connsiteY10" fmla="*/ 1040514 h 5212080"/>
              <a:gd name="connsiteX11" fmla="*/ 0 w 10698480"/>
              <a:gd name="connsiteY11" fmla="*/ 156362 h 5212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8480" h="5212080">
                <a:moveTo>
                  <a:pt x="0" y="0"/>
                </a:moveTo>
                <a:lnTo>
                  <a:pt x="156362" y="0"/>
                </a:lnTo>
                <a:lnTo>
                  <a:pt x="10542118" y="0"/>
                </a:lnTo>
                <a:lnTo>
                  <a:pt x="10698480" y="0"/>
                </a:lnTo>
                <a:lnTo>
                  <a:pt x="10698480" y="156362"/>
                </a:lnTo>
                <a:lnTo>
                  <a:pt x="10698480" y="1040514"/>
                </a:lnTo>
                <a:lnTo>
                  <a:pt x="10698480" y="5055718"/>
                </a:lnTo>
                <a:cubicBezTo>
                  <a:pt x="10698480" y="5142074"/>
                  <a:pt x="10628474" y="5212080"/>
                  <a:pt x="10542118" y="5212080"/>
                </a:cubicBezTo>
                <a:lnTo>
                  <a:pt x="156362" y="5212080"/>
                </a:lnTo>
                <a:cubicBezTo>
                  <a:pt x="70006" y="5212080"/>
                  <a:pt x="0" y="5142074"/>
                  <a:pt x="0" y="5055718"/>
                </a:cubicBezTo>
                <a:lnTo>
                  <a:pt x="0" y="1040514"/>
                </a:lnTo>
                <a:lnTo>
                  <a:pt x="0" y="156362"/>
                </a:lnTo>
                <a:close/>
              </a:path>
            </a:pathLst>
          </a:cu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0" i="0">
              <a:solidFill>
                <a:schemeClr val="bg1"/>
              </a:solidFill>
              <a:latin typeface="+mj-lt"/>
              <a:cs typeface="Arial" panose="020B0604020202020204" pitchFamily="34" charset="0"/>
            </a:endParaRPr>
          </a:p>
        </p:txBody>
      </p:sp>
      <p:sp>
        <p:nvSpPr>
          <p:cNvPr id="6" name="TextBox 5">
            <a:extLst>
              <a:ext uri="{FF2B5EF4-FFF2-40B4-BE49-F238E27FC236}">
                <a16:creationId xmlns:a16="http://schemas.microsoft.com/office/drawing/2014/main" id="{764C7918-13B6-5F21-51A0-D45A8D0A7908}"/>
              </a:ext>
            </a:extLst>
          </p:cNvPr>
          <p:cNvSpPr txBox="1"/>
          <p:nvPr userDrawn="1"/>
        </p:nvSpPr>
        <p:spPr>
          <a:xfrm>
            <a:off x="1528057" y="1037029"/>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9" name="Title 1">
            <a:extLst>
              <a:ext uri="{FF2B5EF4-FFF2-40B4-BE49-F238E27FC236}">
                <a16:creationId xmlns:a16="http://schemas.microsoft.com/office/drawing/2014/main" id="{2F2EAD38-3F4E-3116-BAFB-59FC29245BDB}"/>
              </a:ext>
            </a:extLst>
          </p:cNvPr>
          <p:cNvSpPr>
            <a:spLocks noGrp="1"/>
          </p:cNvSpPr>
          <p:nvPr>
            <p:ph type="title" hasCustomPrompt="1"/>
          </p:nvPr>
        </p:nvSpPr>
        <p:spPr>
          <a:xfrm>
            <a:off x="1732788" y="2364949"/>
            <a:ext cx="8695944" cy="2128102"/>
          </a:xfrm>
        </p:spPr>
        <p:txBody>
          <a:bodyPr anchor="ctr">
            <a:normAutofit/>
          </a:bodyPr>
          <a:lstStyle>
            <a:lvl1pPr algn="ctr">
              <a:lnSpc>
                <a:spcPct val="100000"/>
              </a:lnSpc>
              <a:defRPr sz="3800">
                <a:solidFill>
                  <a:schemeClr val="tx2"/>
                </a:solidFill>
              </a:defRPr>
            </a:lvl1pPr>
          </a:lstStyle>
          <a:p>
            <a:r>
              <a:rPr lang="en-US"/>
              <a:t>Click to edit quote</a:t>
            </a:r>
          </a:p>
        </p:txBody>
      </p:sp>
      <p:sp>
        <p:nvSpPr>
          <p:cNvPr id="7" name="TextBox 6">
            <a:extLst>
              <a:ext uri="{FF2B5EF4-FFF2-40B4-BE49-F238E27FC236}">
                <a16:creationId xmlns:a16="http://schemas.microsoft.com/office/drawing/2014/main" id="{109E279E-C6FB-7850-00D4-B353E98F130C}"/>
              </a:ext>
            </a:extLst>
          </p:cNvPr>
          <p:cNvSpPr txBox="1"/>
          <p:nvPr userDrawn="1"/>
        </p:nvSpPr>
        <p:spPr>
          <a:xfrm rot="10800000">
            <a:off x="8525815" y="316961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5" name="Text Placeholder 13">
            <a:extLst>
              <a:ext uri="{FF2B5EF4-FFF2-40B4-BE49-F238E27FC236}">
                <a16:creationId xmlns:a16="http://schemas.microsoft.com/office/drawing/2014/main" id="{38BC8032-E349-059C-3500-4ED36623DEB2}"/>
              </a:ext>
            </a:extLst>
          </p:cNvPr>
          <p:cNvSpPr>
            <a:spLocks noGrp="1"/>
          </p:cNvSpPr>
          <p:nvPr>
            <p:ph type="body" sz="quarter" idx="10" hasCustomPrompt="1"/>
          </p:nvPr>
        </p:nvSpPr>
        <p:spPr>
          <a:xfrm>
            <a:off x="2553999" y="4572000"/>
            <a:ext cx="7040880" cy="371641"/>
          </a:xfrm>
        </p:spPr>
        <p:txBody>
          <a:bodyPr>
            <a:normAutofit/>
          </a:bodyPr>
          <a:lstStyle>
            <a:lvl1pPr marL="0" indent="0" algn="ctr">
              <a:buNone/>
              <a:defRPr sz="1800" b="0" i="0">
                <a:solidFill>
                  <a:schemeClr val="tx2"/>
                </a:solidFill>
                <a:latin typeface="Franklin Gothic Medium" panose="020B0603020102020204" pitchFamily="34" charset="0"/>
              </a:defRPr>
            </a:lvl1pPr>
          </a:lstStyle>
          <a:p>
            <a:pPr lvl="0"/>
            <a:r>
              <a:rPr lang="en-US"/>
              <a:t>—Insert Name Here</a:t>
            </a:r>
          </a:p>
        </p:txBody>
      </p:sp>
      <p:sp>
        <p:nvSpPr>
          <p:cNvPr id="8" name="Slide Number Placeholder 16">
            <a:extLst>
              <a:ext uri="{FF2B5EF4-FFF2-40B4-BE49-F238E27FC236}">
                <a16:creationId xmlns:a16="http://schemas.microsoft.com/office/drawing/2014/main" id="{6E34C947-A208-0A99-59B4-CDEE650E5954}"/>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2D63BA9-C288-FA48-AA36-6B992506BDA5}"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FF77486F-DA17-A4F6-2E13-9F7B54BF71E5}"/>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28153645"/>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userDrawn="1">
  <p:cSld name="Quote - gray C">
    <p:bg>
      <p:bgPr>
        <a:solidFill>
          <a:schemeClr val="bg1"/>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328681D-470A-730C-FA88-29605A1E7873}"/>
              </a:ext>
              <a:ext uri="{C183D7F6-B498-43B3-948B-1728B52AA6E4}">
                <adec:decorative xmlns:adec="http://schemas.microsoft.com/office/drawing/2017/decorative" val="0"/>
              </a:ext>
            </a:extLst>
          </p:cNvPr>
          <p:cNvSpPr/>
          <p:nvPr userDrawn="1"/>
        </p:nvSpPr>
        <p:spPr>
          <a:xfrm>
            <a:off x="731520" y="760151"/>
            <a:ext cx="10698480" cy="5212080"/>
          </a:xfrm>
          <a:custGeom>
            <a:avLst/>
            <a:gdLst>
              <a:gd name="connsiteX0" fmla="*/ 0 w 10698480"/>
              <a:gd name="connsiteY0" fmla="*/ 0 h 5212080"/>
              <a:gd name="connsiteX1" fmla="*/ 156362 w 10698480"/>
              <a:gd name="connsiteY1" fmla="*/ 0 h 5212080"/>
              <a:gd name="connsiteX2" fmla="*/ 10542118 w 10698480"/>
              <a:gd name="connsiteY2" fmla="*/ 0 h 5212080"/>
              <a:gd name="connsiteX3" fmla="*/ 10698480 w 10698480"/>
              <a:gd name="connsiteY3" fmla="*/ 0 h 5212080"/>
              <a:gd name="connsiteX4" fmla="*/ 10698480 w 10698480"/>
              <a:gd name="connsiteY4" fmla="*/ 156362 h 5212080"/>
              <a:gd name="connsiteX5" fmla="*/ 10698480 w 10698480"/>
              <a:gd name="connsiteY5" fmla="*/ 1040514 h 5212080"/>
              <a:gd name="connsiteX6" fmla="*/ 10698480 w 10698480"/>
              <a:gd name="connsiteY6" fmla="*/ 5055718 h 5212080"/>
              <a:gd name="connsiteX7" fmla="*/ 10542118 w 10698480"/>
              <a:gd name="connsiteY7" fmla="*/ 5212080 h 5212080"/>
              <a:gd name="connsiteX8" fmla="*/ 156362 w 10698480"/>
              <a:gd name="connsiteY8" fmla="*/ 5212080 h 5212080"/>
              <a:gd name="connsiteX9" fmla="*/ 0 w 10698480"/>
              <a:gd name="connsiteY9" fmla="*/ 5055718 h 5212080"/>
              <a:gd name="connsiteX10" fmla="*/ 0 w 10698480"/>
              <a:gd name="connsiteY10" fmla="*/ 1040514 h 5212080"/>
              <a:gd name="connsiteX11" fmla="*/ 0 w 10698480"/>
              <a:gd name="connsiteY11" fmla="*/ 156362 h 5212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8480" h="5212080">
                <a:moveTo>
                  <a:pt x="0" y="0"/>
                </a:moveTo>
                <a:lnTo>
                  <a:pt x="156362" y="0"/>
                </a:lnTo>
                <a:lnTo>
                  <a:pt x="10542118" y="0"/>
                </a:lnTo>
                <a:lnTo>
                  <a:pt x="10698480" y="0"/>
                </a:lnTo>
                <a:lnTo>
                  <a:pt x="10698480" y="156362"/>
                </a:lnTo>
                <a:lnTo>
                  <a:pt x="10698480" y="1040514"/>
                </a:lnTo>
                <a:lnTo>
                  <a:pt x="10698480" y="5055718"/>
                </a:lnTo>
                <a:cubicBezTo>
                  <a:pt x="10698480" y="5142074"/>
                  <a:pt x="10628474" y="5212080"/>
                  <a:pt x="10542118" y="5212080"/>
                </a:cubicBezTo>
                <a:lnTo>
                  <a:pt x="156362" y="5212080"/>
                </a:lnTo>
                <a:cubicBezTo>
                  <a:pt x="70006" y="5212080"/>
                  <a:pt x="0" y="5142074"/>
                  <a:pt x="0" y="5055718"/>
                </a:cubicBezTo>
                <a:lnTo>
                  <a:pt x="0" y="1040514"/>
                </a:lnTo>
                <a:lnTo>
                  <a:pt x="0" y="156362"/>
                </a:lnTo>
                <a:close/>
              </a:path>
            </a:pathLst>
          </a:custGeom>
          <a:solidFill>
            <a:schemeClr val="tx2"/>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0" i="0">
              <a:solidFill>
                <a:schemeClr val="tx2"/>
              </a:solidFill>
              <a:latin typeface="+mj-lt"/>
              <a:cs typeface="Arial" panose="020B0604020202020204" pitchFamily="34" charset="0"/>
            </a:endParaRPr>
          </a:p>
        </p:txBody>
      </p:sp>
      <p:sp>
        <p:nvSpPr>
          <p:cNvPr id="7" name="TextBox 6">
            <a:extLst>
              <a:ext uri="{FF2B5EF4-FFF2-40B4-BE49-F238E27FC236}">
                <a16:creationId xmlns:a16="http://schemas.microsoft.com/office/drawing/2014/main" id="{A90953D2-F4E3-EE57-0A07-69D2055DAA3B}"/>
              </a:ext>
            </a:extLst>
          </p:cNvPr>
          <p:cNvSpPr txBox="1"/>
          <p:nvPr userDrawn="1"/>
        </p:nvSpPr>
        <p:spPr>
          <a:xfrm>
            <a:off x="1528057" y="1037029"/>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9" name="Title 1">
            <a:extLst>
              <a:ext uri="{FF2B5EF4-FFF2-40B4-BE49-F238E27FC236}">
                <a16:creationId xmlns:a16="http://schemas.microsoft.com/office/drawing/2014/main" id="{2F2EAD38-3F4E-3116-BAFB-59FC29245BDB}"/>
              </a:ext>
            </a:extLst>
          </p:cNvPr>
          <p:cNvSpPr>
            <a:spLocks noGrp="1"/>
          </p:cNvSpPr>
          <p:nvPr>
            <p:ph type="title" hasCustomPrompt="1"/>
          </p:nvPr>
        </p:nvSpPr>
        <p:spPr>
          <a:xfrm>
            <a:off x="1732788" y="2364949"/>
            <a:ext cx="8695944" cy="2128102"/>
          </a:xfrm>
        </p:spPr>
        <p:txBody>
          <a:bodyPr anchor="ctr">
            <a:normAutofit/>
          </a:bodyPr>
          <a:lstStyle>
            <a:lvl1pPr algn="ctr">
              <a:lnSpc>
                <a:spcPct val="100000"/>
              </a:lnSpc>
              <a:defRPr sz="3800">
                <a:solidFill>
                  <a:schemeClr val="bg1"/>
                </a:solidFill>
              </a:defRPr>
            </a:lvl1pPr>
          </a:lstStyle>
          <a:p>
            <a:r>
              <a:rPr lang="en-US"/>
              <a:t>Click to edit quote</a:t>
            </a:r>
          </a:p>
        </p:txBody>
      </p:sp>
      <p:sp>
        <p:nvSpPr>
          <p:cNvPr id="8" name="TextBox 7">
            <a:extLst>
              <a:ext uri="{FF2B5EF4-FFF2-40B4-BE49-F238E27FC236}">
                <a16:creationId xmlns:a16="http://schemas.microsoft.com/office/drawing/2014/main" id="{730D92B0-B36A-8B1A-B880-D690C56E48B9}"/>
              </a:ext>
            </a:extLst>
          </p:cNvPr>
          <p:cNvSpPr txBox="1"/>
          <p:nvPr userDrawn="1"/>
        </p:nvSpPr>
        <p:spPr>
          <a:xfrm rot="10800000">
            <a:off x="8525815" y="316961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4" name="Text Placeholder 13">
            <a:extLst>
              <a:ext uri="{FF2B5EF4-FFF2-40B4-BE49-F238E27FC236}">
                <a16:creationId xmlns:a16="http://schemas.microsoft.com/office/drawing/2014/main" id="{0918C4C2-F7AE-339D-3883-E4000B571FEC}"/>
              </a:ext>
            </a:extLst>
          </p:cNvPr>
          <p:cNvSpPr>
            <a:spLocks noGrp="1"/>
          </p:cNvSpPr>
          <p:nvPr>
            <p:ph type="body" sz="quarter" idx="10" hasCustomPrompt="1"/>
          </p:nvPr>
        </p:nvSpPr>
        <p:spPr>
          <a:xfrm>
            <a:off x="2553999" y="4572000"/>
            <a:ext cx="7040880" cy="371641"/>
          </a:xfrm>
        </p:spPr>
        <p:txBody>
          <a:bodyPr>
            <a:normAutofit/>
          </a:bodyPr>
          <a:lstStyle>
            <a:lvl1pPr marL="0" indent="0" algn="ctr">
              <a:buNone/>
              <a:defRPr sz="1800" b="0" i="0">
                <a:solidFill>
                  <a:schemeClr val="bg2"/>
                </a:solidFill>
                <a:latin typeface="Franklin Gothic Medium" panose="020B0603020102020204" pitchFamily="34" charset="0"/>
              </a:defRPr>
            </a:lvl1pPr>
          </a:lstStyle>
          <a:p>
            <a:pPr lvl="0"/>
            <a:r>
              <a:rPr lang="en-US"/>
              <a:t>—Insert Name Here</a:t>
            </a:r>
          </a:p>
        </p:txBody>
      </p:sp>
      <p:sp>
        <p:nvSpPr>
          <p:cNvPr id="6" name="Slide Number Placeholder 16">
            <a:extLst>
              <a:ext uri="{FF2B5EF4-FFF2-40B4-BE49-F238E27FC236}">
                <a16:creationId xmlns:a16="http://schemas.microsoft.com/office/drawing/2014/main" id="{7B5D2398-811C-AA1B-4829-81747233F4FD}"/>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6FB4097-1EEC-E54A-9AA0-66117531F0C2}"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023B51D3-B6CC-FDCC-6820-026E17296385}"/>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164684647"/>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userDrawn="1">
  <p:cSld name="Quote - gold C">
    <p:bg>
      <p:bgPr>
        <a:solidFill>
          <a:schemeClr val="bg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5B7A58E6-0762-227F-5891-CCCA0496A459}"/>
              </a:ext>
              <a:ext uri="{C183D7F6-B498-43B3-948B-1728B52AA6E4}">
                <adec:decorative xmlns:adec="http://schemas.microsoft.com/office/drawing/2017/decorative" val="0"/>
              </a:ext>
            </a:extLst>
          </p:cNvPr>
          <p:cNvSpPr/>
          <p:nvPr userDrawn="1"/>
        </p:nvSpPr>
        <p:spPr>
          <a:xfrm>
            <a:off x="731520" y="760151"/>
            <a:ext cx="10698480" cy="5212080"/>
          </a:xfrm>
          <a:custGeom>
            <a:avLst/>
            <a:gdLst>
              <a:gd name="connsiteX0" fmla="*/ 0 w 10698480"/>
              <a:gd name="connsiteY0" fmla="*/ 0 h 5212080"/>
              <a:gd name="connsiteX1" fmla="*/ 156362 w 10698480"/>
              <a:gd name="connsiteY1" fmla="*/ 0 h 5212080"/>
              <a:gd name="connsiteX2" fmla="*/ 10542118 w 10698480"/>
              <a:gd name="connsiteY2" fmla="*/ 0 h 5212080"/>
              <a:gd name="connsiteX3" fmla="*/ 10698480 w 10698480"/>
              <a:gd name="connsiteY3" fmla="*/ 0 h 5212080"/>
              <a:gd name="connsiteX4" fmla="*/ 10698480 w 10698480"/>
              <a:gd name="connsiteY4" fmla="*/ 156362 h 5212080"/>
              <a:gd name="connsiteX5" fmla="*/ 10698480 w 10698480"/>
              <a:gd name="connsiteY5" fmla="*/ 1040514 h 5212080"/>
              <a:gd name="connsiteX6" fmla="*/ 10698480 w 10698480"/>
              <a:gd name="connsiteY6" fmla="*/ 5055718 h 5212080"/>
              <a:gd name="connsiteX7" fmla="*/ 10542118 w 10698480"/>
              <a:gd name="connsiteY7" fmla="*/ 5212080 h 5212080"/>
              <a:gd name="connsiteX8" fmla="*/ 156362 w 10698480"/>
              <a:gd name="connsiteY8" fmla="*/ 5212080 h 5212080"/>
              <a:gd name="connsiteX9" fmla="*/ 0 w 10698480"/>
              <a:gd name="connsiteY9" fmla="*/ 5055718 h 5212080"/>
              <a:gd name="connsiteX10" fmla="*/ 0 w 10698480"/>
              <a:gd name="connsiteY10" fmla="*/ 1040514 h 5212080"/>
              <a:gd name="connsiteX11" fmla="*/ 0 w 10698480"/>
              <a:gd name="connsiteY11" fmla="*/ 156362 h 5212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8480" h="5212080">
                <a:moveTo>
                  <a:pt x="0" y="0"/>
                </a:moveTo>
                <a:lnTo>
                  <a:pt x="156362" y="0"/>
                </a:lnTo>
                <a:lnTo>
                  <a:pt x="10542118" y="0"/>
                </a:lnTo>
                <a:lnTo>
                  <a:pt x="10698480" y="0"/>
                </a:lnTo>
                <a:lnTo>
                  <a:pt x="10698480" y="156362"/>
                </a:lnTo>
                <a:lnTo>
                  <a:pt x="10698480" y="1040514"/>
                </a:lnTo>
                <a:lnTo>
                  <a:pt x="10698480" y="5055718"/>
                </a:lnTo>
                <a:cubicBezTo>
                  <a:pt x="10698480" y="5142074"/>
                  <a:pt x="10628474" y="5212080"/>
                  <a:pt x="10542118" y="5212080"/>
                </a:cubicBezTo>
                <a:lnTo>
                  <a:pt x="156362" y="5212080"/>
                </a:lnTo>
                <a:cubicBezTo>
                  <a:pt x="70006" y="5212080"/>
                  <a:pt x="0" y="5142074"/>
                  <a:pt x="0" y="5055718"/>
                </a:cubicBezTo>
                <a:lnTo>
                  <a:pt x="0" y="1040514"/>
                </a:lnTo>
                <a:lnTo>
                  <a:pt x="0" y="156362"/>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0" i="0">
              <a:solidFill>
                <a:schemeClr val="accent1"/>
              </a:solidFill>
              <a:latin typeface="+mj-lt"/>
              <a:cs typeface="Arial" panose="020B0604020202020204" pitchFamily="34" charset="0"/>
            </a:endParaRPr>
          </a:p>
        </p:txBody>
      </p:sp>
      <p:sp>
        <p:nvSpPr>
          <p:cNvPr id="7" name="TextBox 6">
            <a:extLst>
              <a:ext uri="{FF2B5EF4-FFF2-40B4-BE49-F238E27FC236}">
                <a16:creationId xmlns:a16="http://schemas.microsoft.com/office/drawing/2014/main" id="{5299DC0F-735B-AE56-9B06-1BE693006BDF}"/>
              </a:ext>
            </a:extLst>
          </p:cNvPr>
          <p:cNvSpPr txBox="1"/>
          <p:nvPr userDrawn="1"/>
        </p:nvSpPr>
        <p:spPr>
          <a:xfrm>
            <a:off x="1528057" y="1037029"/>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9" name="Title 1">
            <a:extLst>
              <a:ext uri="{FF2B5EF4-FFF2-40B4-BE49-F238E27FC236}">
                <a16:creationId xmlns:a16="http://schemas.microsoft.com/office/drawing/2014/main" id="{2F2EAD38-3F4E-3116-BAFB-59FC29245BDB}"/>
              </a:ext>
            </a:extLst>
          </p:cNvPr>
          <p:cNvSpPr>
            <a:spLocks noGrp="1"/>
          </p:cNvSpPr>
          <p:nvPr>
            <p:ph type="title" hasCustomPrompt="1"/>
          </p:nvPr>
        </p:nvSpPr>
        <p:spPr>
          <a:xfrm>
            <a:off x="1732788" y="2364949"/>
            <a:ext cx="8695944" cy="2128102"/>
          </a:xfrm>
        </p:spPr>
        <p:txBody>
          <a:bodyPr anchor="ctr">
            <a:normAutofit/>
          </a:bodyPr>
          <a:lstStyle>
            <a:lvl1pPr algn="ctr">
              <a:lnSpc>
                <a:spcPct val="100000"/>
              </a:lnSpc>
              <a:defRPr sz="3800">
                <a:solidFill>
                  <a:schemeClr val="tx1"/>
                </a:solidFill>
              </a:defRPr>
            </a:lvl1pPr>
          </a:lstStyle>
          <a:p>
            <a:r>
              <a:rPr lang="en-US"/>
              <a:t>Click to edit quote</a:t>
            </a:r>
          </a:p>
        </p:txBody>
      </p:sp>
      <p:sp>
        <p:nvSpPr>
          <p:cNvPr id="8" name="TextBox 7">
            <a:extLst>
              <a:ext uri="{FF2B5EF4-FFF2-40B4-BE49-F238E27FC236}">
                <a16:creationId xmlns:a16="http://schemas.microsoft.com/office/drawing/2014/main" id="{DDE79894-9BD7-9238-0FEC-5D4242AC8A51}"/>
              </a:ext>
            </a:extLst>
          </p:cNvPr>
          <p:cNvSpPr txBox="1"/>
          <p:nvPr userDrawn="1"/>
        </p:nvSpPr>
        <p:spPr>
          <a:xfrm rot="10800000">
            <a:off x="8525815" y="316961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6" name="Text Placeholder 13">
            <a:extLst>
              <a:ext uri="{FF2B5EF4-FFF2-40B4-BE49-F238E27FC236}">
                <a16:creationId xmlns:a16="http://schemas.microsoft.com/office/drawing/2014/main" id="{526B998F-9B77-CFC1-1393-1686B899BD04}"/>
              </a:ext>
            </a:extLst>
          </p:cNvPr>
          <p:cNvSpPr>
            <a:spLocks noGrp="1"/>
          </p:cNvSpPr>
          <p:nvPr>
            <p:ph type="body" sz="quarter" idx="10" hasCustomPrompt="1"/>
          </p:nvPr>
        </p:nvSpPr>
        <p:spPr>
          <a:xfrm>
            <a:off x="2553999" y="4572000"/>
            <a:ext cx="7040880" cy="371641"/>
          </a:xfrm>
        </p:spPr>
        <p:txBody>
          <a:bodyPr>
            <a:normAutofit/>
          </a:bodyPr>
          <a:lstStyle>
            <a:lvl1pPr marL="0" indent="0" algn="ctr">
              <a:buNone/>
              <a:defRPr sz="1800" b="0" i="0">
                <a:solidFill>
                  <a:schemeClr val="tx1"/>
                </a:solidFill>
                <a:latin typeface="Franklin Gothic Medium" panose="020B0603020102020204" pitchFamily="34" charset="0"/>
              </a:defRPr>
            </a:lvl1pPr>
          </a:lstStyle>
          <a:p>
            <a:pPr lvl="0"/>
            <a:r>
              <a:rPr lang="en-US"/>
              <a:t>—Insert Name Here</a:t>
            </a:r>
          </a:p>
        </p:txBody>
      </p:sp>
      <p:sp>
        <p:nvSpPr>
          <p:cNvPr id="5" name="Slide Number Placeholder 16">
            <a:extLst>
              <a:ext uri="{FF2B5EF4-FFF2-40B4-BE49-F238E27FC236}">
                <a16:creationId xmlns:a16="http://schemas.microsoft.com/office/drawing/2014/main" id="{D2B8328B-8B67-D32D-BA71-2A622C4E86CE}"/>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6560F00-6AEB-1943-AB90-7EA7ECCDF1FD}"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38C6BD4D-1D31-D5ED-A5CA-AB3C79B16D8B}"/>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535521697"/>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Quote - blue C">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92EBAA81-6CCB-5B04-142B-964D33961A70}"/>
              </a:ext>
              <a:ext uri="{C183D7F6-B498-43B3-948B-1728B52AA6E4}">
                <adec:decorative xmlns:adec="http://schemas.microsoft.com/office/drawing/2017/decorative" val="0"/>
              </a:ext>
            </a:extLst>
          </p:cNvPr>
          <p:cNvSpPr/>
          <p:nvPr userDrawn="1"/>
        </p:nvSpPr>
        <p:spPr>
          <a:xfrm>
            <a:off x="731520" y="760151"/>
            <a:ext cx="10698480" cy="5212080"/>
          </a:xfrm>
          <a:custGeom>
            <a:avLst/>
            <a:gdLst>
              <a:gd name="connsiteX0" fmla="*/ 0 w 10698480"/>
              <a:gd name="connsiteY0" fmla="*/ 0 h 5212080"/>
              <a:gd name="connsiteX1" fmla="*/ 156362 w 10698480"/>
              <a:gd name="connsiteY1" fmla="*/ 0 h 5212080"/>
              <a:gd name="connsiteX2" fmla="*/ 10542118 w 10698480"/>
              <a:gd name="connsiteY2" fmla="*/ 0 h 5212080"/>
              <a:gd name="connsiteX3" fmla="*/ 10698480 w 10698480"/>
              <a:gd name="connsiteY3" fmla="*/ 0 h 5212080"/>
              <a:gd name="connsiteX4" fmla="*/ 10698480 w 10698480"/>
              <a:gd name="connsiteY4" fmla="*/ 156362 h 5212080"/>
              <a:gd name="connsiteX5" fmla="*/ 10698480 w 10698480"/>
              <a:gd name="connsiteY5" fmla="*/ 1040514 h 5212080"/>
              <a:gd name="connsiteX6" fmla="*/ 10698480 w 10698480"/>
              <a:gd name="connsiteY6" fmla="*/ 5055718 h 5212080"/>
              <a:gd name="connsiteX7" fmla="*/ 10542118 w 10698480"/>
              <a:gd name="connsiteY7" fmla="*/ 5212080 h 5212080"/>
              <a:gd name="connsiteX8" fmla="*/ 156362 w 10698480"/>
              <a:gd name="connsiteY8" fmla="*/ 5212080 h 5212080"/>
              <a:gd name="connsiteX9" fmla="*/ 0 w 10698480"/>
              <a:gd name="connsiteY9" fmla="*/ 5055718 h 5212080"/>
              <a:gd name="connsiteX10" fmla="*/ 0 w 10698480"/>
              <a:gd name="connsiteY10" fmla="*/ 1040514 h 5212080"/>
              <a:gd name="connsiteX11" fmla="*/ 0 w 10698480"/>
              <a:gd name="connsiteY11" fmla="*/ 156362 h 5212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8480" h="5212080">
                <a:moveTo>
                  <a:pt x="0" y="0"/>
                </a:moveTo>
                <a:lnTo>
                  <a:pt x="156362" y="0"/>
                </a:lnTo>
                <a:lnTo>
                  <a:pt x="10542118" y="0"/>
                </a:lnTo>
                <a:lnTo>
                  <a:pt x="10698480" y="0"/>
                </a:lnTo>
                <a:lnTo>
                  <a:pt x="10698480" y="156362"/>
                </a:lnTo>
                <a:lnTo>
                  <a:pt x="10698480" y="1040514"/>
                </a:lnTo>
                <a:lnTo>
                  <a:pt x="10698480" y="5055718"/>
                </a:lnTo>
                <a:cubicBezTo>
                  <a:pt x="10698480" y="5142074"/>
                  <a:pt x="10628474" y="5212080"/>
                  <a:pt x="10542118" y="5212080"/>
                </a:cubicBezTo>
                <a:lnTo>
                  <a:pt x="156362" y="5212080"/>
                </a:lnTo>
                <a:cubicBezTo>
                  <a:pt x="70006" y="5212080"/>
                  <a:pt x="0" y="5142074"/>
                  <a:pt x="0" y="5055718"/>
                </a:cubicBezTo>
                <a:lnTo>
                  <a:pt x="0" y="1040514"/>
                </a:lnTo>
                <a:lnTo>
                  <a:pt x="0" y="156362"/>
                </a:lnTo>
                <a:close/>
              </a:path>
            </a:pathLst>
          </a:custGeom>
          <a:solidFill>
            <a:schemeClr val="accent2"/>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0" i="0">
              <a:solidFill>
                <a:schemeClr val="accent1"/>
              </a:solidFill>
              <a:latin typeface="+mj-lt"/>
              <a:cs typeface="Arial" panose="020B0604020202020204" pitchFamily="34" charset="0"/>
            </a:endParaRPr>
          </a:p>
        </p:txBody>
      </p:sp>
      <p:sp>
        <p:nvSpPr>
          <p:cNvPr id="5" name="TextBox 4">
            <a:extLst>
              <a:ext uri="{FF2B5EF4-FFF2-40B4-BE49-F238E27FC236}">
                <a16:creationId xmlns:a16="http://schemas.microsoft.com/office/drawing/2014/main" id="{3B9CCC0F-C173-AE82-8375-64657F788C38}"/>
              </a:ext>
            </a:extLst>
          </p:cNvPr>
          <p:cNvSpPr txBox="1"/>
          <p:nvPr userDrawn="1"/>
        </p:nvSpPr>
        <p:spPr>
          <a:xfrm>
            <a:off x="1528057" y="1037029"/>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9" name="Title 1">
            <a:extLst>
              <a:ext uri="{FF2B5EF4-FFF2-40B4-BE49-F238E27FC236}">
                <a16:creationId xmlns:a16="http://schemas.microsoft.com/office/drawing/2014/main" id="{2F2EAD38-3F4E-3116-BAFB-59FC29245BDB}"/>
              </a:ext>
            </a:extLst>
          </p:cNvPr>
          <p:cNvSpPr>
            <a:spLocks noGrp="1"/>
          </p:cNvSpPr>
          <p:nvPr>
            <p:ph type="title" hasCustomPrompt="1"/>
          </p:nvPr>
        </p:nvSpPr>
        <p:spPr>
          <a:xfrm>
            <a:off x="1732788" y="2364949"/>
            <a:ext cx="8695944" cy="2128102"/>
          </a:xfrm>
        </p:spPr>
        <p:txBody>
          <a:bodyPr anchor="ctr">
            <a:normAutofit/>
          </a:bodyPr>
          <a:lstStyle>
            <a:lvl1pPr algn="ctr">
              <a:lnSpc>
                <a:spcPct val="100000"/>
              </a:lnSpc>
              <a:defRPr sz="3800">
                <a:solidFill>
                  <a:schemeClr val="bg1"/>
                </a:solidFill>
              </a:defRPr>
            </a:lvl1pPr>
          </a:lstStyle>
          <a:p>
            <a:r>
              <a:rPr lang="en-US"/>
              <a:t>Click to edit quote</a:t>
            </a:r>
          </a:p>
        </p:txBody>
      </p:sp>
      <p:sp>
        <p:nvSpPr>
          <p:cNvPr id="8" name="TextBox 7">
            <a:extLst>
              <a:ext uri="{FF2B5EF4-FFF2-40B4-BE49-F238E27FC236}">
                <a16:creationId xmlns:a16="http://schemas.microsoft.com/office/drawing/2014/main" id="{E005A0B6-56FE-9A68-38CA-077789C20A50}"/>
              </a:ext>
            </a:extLst>
          </p:cNvPr>
          <p:cNvSpPr txBox="1"/>
          <p:nvPr userDrawn="1"/>
        </p:nvSpPr>
        <p:spPr>
          <a:xfrm rot="10800000">
            <a:off x="8525815" y="316961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4" name="Text Placeholder 13">
            <a:extLst>
              <a:ext uri="{FF2B5EF4-FFF2-40B4-BE49-F238E27FC236}">
                <a16:creationId xmlns:a16="http://schemas.microsoft.com/office/drawing/2014/main" id="{05BEC2FB-E6F2-FD9E-752B-60D0833A434A}"/>
              </a:ext>
            </a:extLst>
          </p:cNvPr>
          <p:cNvSpPr>
            <a:spLocks noGrp="1"/>
          </p:cNvSpPr>
          <p:nvPr>
            <p:ph type="body" sz="quarter" idx="10" hasCustomPrompt="1"/>
          </p:nvPr>
        </p:nvSpPr>
        <p:spPr>
          <a:xfrm>
            <a:off x="2553999" y="4572000"/>
            <a:ext cx="7040880" cy="371641"/>
          </a:xfrm>
        </p:spPr>
        <p:txBody>
          <a:bodyPr>
            <a:normAutofit/>
          </a:bodyPr>
          <a:lstStyle>
            <a:lvl1pPr marL="0" indent="0" algn="ctr">
              <a:buNone/>
              <a:defRPr sz="1800" b="0" i="0">
                <a:solidFill>
                  <a:schemeClr val="bg1"/>
                </a:solidFill>
                <a:latin typeface="Franklin Gothic Medium" panose="020B0603020102020204" pitchFamily="34" charset="0"/>
              </a:defRPr>
            </a:lvl1pPr>
          </a:lstStyle>
          <a:p>
            <a:pPr lvl="0"/>
            <a:r>
              <a:rPr lang="en-US"/>
              <a:t>—Insert Name Here</a:t>
            </a:r>
          </a:p>
        </p:txBody>
      </p:sp>
      <p:sp>
        <p:nvSpPr>
          <p:cNvPr id="7" name="Slide Number Placeholder 16">
            <a:extLst>
              <a:ext uri="{FF2B5EF4-FFF2-40B4-BE49-F238E27FC236}">
                <a16:creationId xmlns:a16="http://schemas.microsoft.com/office/drawing/2014/main" id="{550CCDBE-A693-D049-073A-156F4CFCB72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526ED7A-CFE0-394D-8100-C90A3139885B}"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A0646C18-E20C-AD6B-D310-443317424795}"/>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255775462"/>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Quote and Image A - white on gray">
    <p:bg>
      <p:bgPr>
        <a:solidFill>
          <a:schemeClr val="tx2"/>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2"/>
          </a:solidFill>
        </p:spPr>
        <p:txBody>
          <a:bodyPr wrap="square" anchor="ctr">
            <a:noAutofit/>
          </a:bodyPr>
          <a:lstStyle>
            <a:lvl1pPr marL="0" indent="0">
              <a:buFontTx/>
              <a:buNone/>
              <a:defRPr sz="1800">
                <a:solidFill>
                  <a:schemeClr val="tx1"/>
                </a:solidFill>
              </a:defRPr>
            </a:lvl1pPr>
          </a:lstStyle>
          <a:p>
            <a:r>
              <a:rPr lang="en-US"/>
              <a:t>Click to add picture</a:t>
            </a:r>
          </a:p>
        </p:txBody>
      </p:sp>
      <p:sp>
        <p:nvSpPr>
          <p:cNvPr id="19" name="Title 1">
            <a:extLst>
              <a:ext uri="{FF2B5EF4-FFF2-40B4-BE49-F238E27FC236}">
                <a16:creationId xmlns:a16="http://schemas.microsoft.com/office/drawing/2014/main" id="{8C22CDA9-13EA-D909-1ADF-2ED241A9620B}"/>
              </a:ext>
            </a:extLst>
          </p:cNvPr>
          <p:cNvSpPr>
            <a:spLocks noGrp="1"/>
          </p:cNvSpPr>
          <p:nvPr>
            <p:ph type="title" hasCustomPrompt="1"/>
          </p:nvPr>
        </p:nvSpPr>
        <p:spPr>
          <a:xfrm>
            <a:off x="6096000" y="1333500"/>
            <a:ext cx="5867400" cy="4699000"/>
          </a:xfrm>
        </p:spPr>
        <p:txBody>
          <a:bodyPr anchor="ctr">
            <a:normAutofit/>
          </a:bodyPr>
          <a:lstStyle>
            <a:lvl1pPr algn="r">
              <a:lnSpc>
                <a:spcPct val="100000"/>
              </a:lnSpc>
              <a:defRPr sz="3800">
                <a:solidFill>
                  <a:schemeClr val="bg1"/>
                </a:solidFill>
              </a:defRPr>
            </a:lvl1pPr>
          </a:lstStyle>
          <a:p>
            <a:r>
              <a:rPr lang="en-US"/>
              <a:t>Click to edit quote</a:t>
            </a:r>
          </a:p>
        </p:txBody>
      </p:sp>
      <p:sp>
        <p:nvSpPr>
          <p:cNvPr id="2" name="Slide Number Placeholder 16">
            <a:extLst>
              <a:ext uri="{FF2B5EF4-FFF2-40B4-BE49-F238E27FC236}">
                <a16:creationId xmlns:a16="http://schemas.microsoft.com/office/drawing/2014/main" id="{671AA4EE-421D-4193-D6F9-77DDD8F7C04E}"/>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3B80CD0-8FC4-C146-81E5-6308FB37B0A4}"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F8324495-1CA7-BEE6-4B59-32C3278B1052}"/>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670049631"/>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userDrawn="1">
  <p:cSld name="Quote and Image A - go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2"/>
          </a:solidFill>
        </p:spPr>
        <p:txBody>
          <a:bodyPr wrap="square" anchor="ctr">
            <a:noAutofit/>
          </a:bodyPr>
          <a:lstStyle>
            <a:lvl1pPr marL="0" indent="0">
              <a:buFontTx/>
              <a:buNone/>
              <a:defRPr sz="1800">
                <a:solidFill>
                  <a:schemeClr val="tx1"/>
                </a:solidFill>
              </a:defRPr>
            </a:lvl1pPr>
          </a:lstStyle>
          <a:p>
            <a:r>
              <a:rPr lang="en-US"/>
              <a:t>Click to add picture</a:t>
            </a:r>
          </a:p>
        </p:txBody>
      </p:sp>
      <p:sp>
        <p:nvSpPr>
          <p:cNvPr id="19" name="Title 1">
            <a:extLst>
              <a:ext uri="{FF2B5EF4-FFF2-40B4-BE49-F238E27FC236}">
                <a16:creationId xmlns:a16="http://schemas.microsoft.com/office/drawing/2014/main" id="{8C22CDA9-13EA-D909-1ADF-2ED241A9620B}"/>
              </a:ext>
            </a:extLst>
          </p:cNvPr>
          <p:cNvSpPr>
            <a:spLocks noGrp="1"/>
          </p:cNvSpPr>
          <p:nvPr>
            <p:ph type="title" hasCustomPrompt="1"/>
          </p:nvPr>
        </p:nvSpPr>
        <p:spPr>
          <a:xfrm>
            <a:off x="6096000" y="1333500"/>
            <a:ext cx="5867400" cy="4699000"/>
          </a:xfrm>
        </p:spPr>
        <p:txBody>
          <a:bodyPr anchor="ctr">
            <a:normAutofit/>
          </a:bodyPr>
          <a:lstStyle>
            <a:lvl1pPr algn="r">
              <a:lnSpc>
                <a:spcPct val="100000"/>
              </a:lnSpc>
              <a:defRPr sz="3800">
                <a:solidFill>
                  <a:schemeClr val="tx2"/>
                </a:solidFill>
              </a:defRPr>
            </a:lvl1pPr>
          </a:lstStyle>
          <a:p>
            <a:r>
              <a:rPr lang="en-US"/>
              <a:t>Click to edit quote</a:t>
            </a:r>
          </a:p>
        </p:txBody>
      </p:sp>
      <p:sp>
        <p:nvSpPr>
          <p:cNvPr id="2" name="Slide Number Placeholder 16">
            <a:extLst>
              <a:ext uri="{FF2B5EF4-FFF2-40B4-BE49-F238E27FC236}">
                <a16:creationId xmlns:a16="http://schemas.microsoft.com/office/drawing/2014/main" id="{97F954C1-197A-6A8F-8C66-1BF21FFB31C8}"/>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AA7D609-80DE-674D-BC80-8368D29D0741}"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99DBEA8D-2CB7-A8F5-8DB7-E48ABF42BCFC}"/>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203958907"/>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userDrawn="1">
  <p:cSld name="Quote and Image A - black on gold">
    <p:bg>
      <p:bgPr>
        <a:solidFill>
          <a:schemeClr val="accent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2"/>
          </a:solidFill>
        </p:spPr>
        <p:txBody>
          <a:bodyPr wrap="square" anchor="ctr">
            <a:noAutofit/>
          </a:bodyPr>
          <a:lstStyle>
            <a:lvl1pPr marL="0" indent="0">
              <a:buFontTx/>
              <a:buNone/>
              <a:defRPr sz="1800">
                <a:solidFill>
                  <a:schemeClr val="tx1"/>
                </a:solidFill>
              </a:defRPr>
            </a:lvl1pPr>
          </a:lstStyle>
          <a:p>
            <a:r>
              <a:rPr lang="en-US"/>
              <a:t>Click to add picture</a:t>
            </a:r>
          </a:p>
        </p:txBody>
      </p:sp>
      <p:sp>
        <p:nvSpPr>
          <p:cNvPr id="19" name="Title 1">
            <a:extLst>
              <a:ext uri="{FF2B5EF4-FFF2-40B4-BE49-F238E27FC236}">
                <a16:creationId xmlns:a16="http://schemas.microsoft.com/office/drawing/2014/main" id="{8C22CDA9-13EA-D909-1ADF-2ED241A9620B}"/>
              </a:ext>
            </a:extLst>
          </p:cNvPr>
          <p:cNvSpPr>
            <a:spLocks noGrp="1"/>
          </p:cNvSpPr>
          <p:nvPr>
            <p:ph type="title" hasCustomPrompt="1"/>
          </p:nvPr>
        </p:nvSpPr>
        <p:spPr>
          <a:xfrm>
            <a:off x="6096000" y="1333500"/>
            <a:ext cx="5867400" cy="4699000"/>
          </a:xfrm>
        </p:spPr>
        <p:txBody>
          <a:bodyPr anchor="ctr">
            <a:normAutofit/>
          </a:bodyPr>
          <a:lstStyle>
            <a:lvl1pPr algn="r">
              <a:lnSpc>
                <a:spcPct val="100000"/>
              </a:lnSpc>
              <a:defRPr sz="3800">
                <a:solidFill>
                  <a:schemeClr val="tx1"/>
                </a:solidFill>
              </a:defRPr>
            </a:lvl1pPr>
          </a:lstStyle>
          <a:p>
            <a:r>
              <a:rPr lang="en-US"/>
              <a:t>Click to edit quote</a:t>
            </a:r>
          </a:p>
        </p:txBody>
      </p:sp>
      <p:sp>
        <p:nvSpPr>
          <p:cNvPr id="5" name="Slide Number Placeholder 16">
            <a:extLst>
              <a:ext uri="{FF2B5EF4-FFF2-40B4-BE49-F238E27FC236}">
                <a16:creationId xmlns:a16="http://schemas.microsoft.com/office/drawing/2014/main" id="{CF3D07EC-FA86-BBCF-772E-4A09B3623D5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B9DAFCC-C613-0C42-A081-075950AEB8F6}"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3466BEA3-8EB1-DDEC-5DE8-4F990E24AF73}"/>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Tree>
    <p:extLst>
      <p:ext uri="{BB962C8B-B14F-4D97-AF65-F5344CB8AC3E}">
        <p14:creationId xmlns:p14="http://schemas.microsoft.com/office/powerpoint/2010/main" val="498212007"/>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Quote and Image B">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78DF140-7034-FE61-F064-A7CDFB6FF9C4}"/>
              </a:ext>
            </a:extLst>
          </p:cNvPr>
          <p:cNvSpPr>
            <a:spLocks noGrp="1"/>
          </p:cNvSpPr>
          <p:nvPr>
            <p:ph type="pic" sz="quarter" idx="10" hasCustomPrompt="1"/>
          </p:nvPr>
        </p:nvSpPr>
        <p:spPr>
          <a:xfrm>
            <a:off x="0" y="0"/>
            <a:ext cx="5753100" cy="6858000"/>
          </a:xfr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19" name="Title 1">
            <a:extLst>
              <a:ext uri="{FF2B5EF4-FFF2-40B4-BE49-F238E27FC236}">
                <a16:creationId xmlns:a16="http://schemas.microsoft.com/office/drawing/2014/main" id="{8C22CDA9-13EA-D909-1ADF-2ED241A9620B}"/>
              </a:ext>
            </a:extLst>
          </p:cNvPr>
          <p:cNvSpPr>
            <a:spLocks noGrp="1"/>
          </p:cNvSpPr>
          <p:nvPr>
            <p:ph type="title" hasCustomPrompt="1"/>
          </p:nvPr>
        </p:nvSpPr>
        <p:spPr>
          <a:xfrm>
            <a:off x="6096000" y="1333500"/>
            <a:ext cx="5867400" cy="1841500"/>
          </a:xfrm>
        </p:spPr>
        <p:txBody>
          <a:bodyPr anchor="b">
            <a:normAutofit/>
          </a:bodyPr>
          <a:lstStyle>
            <a:lvl1pPr algn="l">
              <a:lnSpc>
                <a:spcPct val="100000"/>
              </a:lnSpc>
              <a:defRPr sz="3800">
                <a:solidFill>
                  <a:schemeClr val="tx2"/>
                </a:solidFill>
              </a:defRPr>
            </a:lvl1pPr>
          </a:lstStyle>
          <a:p>
            <a:r>
              <a:rPr lang="en-US"/>
              <a:t>Click to edit quote</a:t>
            </a:r>
          </a:p>
        </p:txBody>
      </p:sp>
      <p:sp>
        <p:nvSpPr>
          <p:cNvPr id="8" name="Text Placeholder 7">
            <a:extLst>
              <a:ext uri="{FF2B5EF4-FFF2-40B4-BE49-F238E27FC236}">
                <a16:creationId xmlns:a16="http://schemas.microsoft.com/office/drawing/2014/main" id="{AC769249-85A4-079B-6B47-5638DD596F3F}"/>
              </a:ext>
            </a:extLst>
          </p:cNvPr>
          <p:cNvSpPr>
            <a:spLocks noGrp="1"/>
          </p:cNvSpPr>
          <p:nvPr>
            <p:ph type="body" sz="quarter" idx="11" hasCustomPrompt="1"/>
          </p:nvPr>
        </p:nvSpPr>
        <p:spPr>
          <a:xfrm>
            <a:off x="6096000" y="3340100"/>
            <a:ext cx="5867400" cy="2413000"/>
          </a:xfrm>
        </p:spPr>
        <p:txBody>
          <a:bodyP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 name="Slide Number Placeholder 16">
            <a:extLst>
              <a:ext uri="{FF2B5EF4-FFF2-40B4-BE49-F238E27FC236}">
                <a16:creationId xmlns:a16="http://schemas.microsoft.com/office/drawing/2014/main" id="{2DC3F29B-A314-A7DD-F430-47A006FE0718}"/>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C4DF926-D9D3-4844-9E6E-FB08904D6C1E}"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3F9CE917-FDE9-8549-CCE6-EEE9893EF49D}"/>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08095269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Quote and Image B - white on gray">
    <p:bg>
      <p:bgPr>
        <a:solidFill>
          <a:schemeClr val="tx2"/>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78DF140-7034-FE61-F064-A7CDFB6FF9C4}"/>
              </a:ext>
            </a:extLst>
          </p:cNvPr>
          <p:cNvSpPr>
            <a:spLocks noGrp="1"/>
          </p:cNvSpPr>
          <p:nvPr>
            <p:ph type="pic" sz="quarter" idx="10" hasCustomPrompt="1"/>
          </p:nvPr>
        </p:nvSpPr>
        <p:spPr>
          <a:xfrm>
            <a:off x="0" y="0"/>
            <a:ext cx="5753100" cy="6858000"/>
          </a:xfr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19" name="Title 1">
            <a:extLst>
              <a:ext uri="{FF2B5EF4-FFF2-40B4-BE49-F238E27FC236}">
                <a16:creationId xmlns:a16="http://schemas.microsoft.com/office/drawing/2014/main" id="{8C22CDA9-13EA-D909-1ADF-2ED241A9620B}"/>
              </a:ext>
            </a:extLst>
          </p:cNvPr>
          <p:cNvSpPr>
            <a:spLocks noGrp="1"/>
          </p:cNvSpPr>
          <p:nvPr>
            <p:ph type="title" hasCustomPrompt="1"/>
          </p:nvPr>
        </p:nvSpPr>
        <p:spPr>
          <a:xfrm>
            <a:off x="6096000" y="1333500"/>
            <a:ext cx="5867400" cy="1841500"/>
          </a:xfrm>
        </p:spPr>
        <p:txBody>
          <a:bodyPr anchor="b">
            <a:normAutofit/>
          </a:bodyPr>
          <a:lstStyle>
            <a:lvl1pPr algn="l">
              <a:lnSpc>
                <a:spcPct val="100000"/>
              </a:lnSpc>
              <a:defRPr sz="3800">
                <a:solidFill>
                  <a:schemeClr val="bg1"/>
                </a:solidFill>
              </a:defRPr>
            </a:lvl1pPr>
          </a:lstStyle>
          <a:p>
            <a:r>
              <a:rPr lang="en-US"/>
              <a:t>Click to edit quote</a:t>
            </a:r>
          </a:p>
        </p:txBody>
      </p:sp>
      <p:sp>
        <p:nvSpPr>
          <p:cNvPr id="8" name="Text Placeholder 7">
            <a:extLst>
              <a:ext uri="{FF2B5EF4-FFF2-40B4-BE49-F238E27FC236}">
                <a16:creationId xmlns:a16="http://schemas.microsoft.com/office/drawing/2014/main" id="{AC769249-85A4-079B-6B47-5638DD596F3F}"/>
              </a:ext>
            </a:extLst>
          </p:cNvPr>
          <p:cNvSpPr>
            <a:spLocks noGrp="1"/>
          </p:cNvSpPr>
          <p:nvPr>
            <p:ph type="body" sz="quarter" idx="11" hasCustomPrompt="1"/>
          </p:nvPr>
        </p:nvSpPr>
        <p:spPr>
          <a:xfrm>
            <a:off x="6096000" y="3340100"/>
            <a:ext cx="5867400" cy="2413000"/>
          </a:xfrm>
        </p:spPr>
        <p:txBody>
          <a:bodyP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 name="Slide Number Placeholder 16">
            <a:extLst>
              <a:ext uri="{FF2B5EF4-FFF2-40B4-BE49-F238E27FC236}">
                <a16:creationId xmlns:a16="http://schemas.microsoft.com/office/drawing/2014/main" id="{2DC3F29B-A314-A7DD-F430-47A006FE0718}"/>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47139B7-6749-264D-B9A5-5C15F04E5413}"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3F9CE917-FDE9-8549-CCE6-EEE9893EF49D}"/>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02152939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Quote and Image B - black on gold">
    <p:bg>
      <p:bgPr>
        <a:solidFill>
          <a:schemeClr val="accent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78DF140-7034-FE61-F064-A7CDFB6FF9C4}"/>
              </a:ext>
            </a:extLst>
          </p:cNvPr>
          <p:cNvSpPr>
            <a:spLocks noGrp="1"/>
          </p:cNvSpPr>
          <p:nvPr>
            <p:ph type="pic" sz="quarter" idx="10" hasCustomPrompt="1"/>
          </p:nvPr>
        </p:nvSpPr>
        <p:spPr>
          <a:xfrm>
            <a:off x="0" y="0"/>
            <a:ext cx="5753100" cy="6858000"/>
          </a:xfr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19" name="Title 1">
            <a:extLst>
              <a:ext uri="{FF2B5EF4-FFF2-40B4-BE49-F238E27FC236}">
                <a16:creationId xmlns:a16="http://schemas.microsoft.com/office/drawing/2014/main" id="{8C22CDA9-13EA-D909-1ADF-2ED241A9620B}"/>
              </a:ext>
            </a:extLst>
          </p:cNvPr>
          <p:cNvSpPr>
            <a:spLocks noGrp="1"/>
          </p:cNvSpPr>
          <p:nvPr>
            <p:ph type="title" hasCustomPrompt="1"/>
          </p:nvPr>
        </p:nvSpPr>
        <p:spPr>
          <a:xfrm>
            <a:off x="6096000" y="1333500"/>
            <a:ext cx="5867400" cy="1841500"/>
          </a:xfrm>
        </p:spPr>
        <p:txBody>
          <a:bodyPr anchor="b">
            <a:normAutofit/>
          </a:bodyPr>
          <a:lstStyle>
            <a:lvl1pPr algn="l">
              <a:lnSpc>
                <a:spcPct val="100000"/>
              </a:lnSpc>
              <a:defRPr sz="3800">
                <a:solidFill>
                  <a:schemeClr val="tx1"/>
                </a:solidFill>
              </a:defRPr>
            </a:lvl1pPr>
          </a:lstStyle>
          <a:p>
            <a:r>
              <a:rPr lang="en-US"/>
              <a:t>Click to edit quote</a:t>
            </a:r>
          </a:p>
        </p:txBody>
      </p:sp>
      <p:sp>
        <p:nvSpPr>
          <p:cNvPr id="8" name="Text Placeholder 7">
            <a:extLst>
              <a:ext uri="{FF2B5EF4-FFF2-40B4-BE49-F238E27FC236}">
                <a16:creationId xmlns:a16="http://schemas.microsoft.com/office/drawing/2014/main" id="{AC769249-85A4-079B-6B47-5638DD596F3F}"/>
              </a:ext>
            </a:extLst>
          </p:cNvPr>
          <p:cNvSpPr>
            <a:spLocks noGrp="1"/>
          </p:cNvSpPr>
          <p:nvPr>
            <p:ph type="body" sz="quarter" idx="11" hasCustomPrompt="1"/>
          </p:nvPr>
        </p:nvSpPr>
        <p:spPr>
          <a:xfrm>
            <a:off x="6096000" y="3340100"/>
            <a:ext cx="5867400" cy="2413000"/>
          </a:xfrm>
        </p:spPr>
        <p:txBody>
          <a:bodyPr/>
          <a:lstStyle>
            <a:lvl1pPr marL="0" indent="0">
              <a:buClr>
                <a:schemeClr val="tx1"/>
              </a:buClr>
              <a:buFont typeface="Arial" panose="020B0604020202020204" pitchFamily="34" charset="0"/>
              <a:buNone/>
              <a:defRPr>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text</a:t>
            </a:r>
          </a:p>
        </p:txBody>
      </p:sp>
      <p:sp>
        <p:nvSpPr>
          <p:cNvPr id="6" name="Slide Number Placeholder 16">
            <a:extLst>
              <a:ext uri="{FF2B5EF4-FFF2-40B4-BE49-F238E27FC236}">
                <a16:creationId xmlns:a16="http://schemas.microsoft.com/office/drawing/2014/main" id="{0A8AE000-A729-006A-6FF0-9791E4CB0FD1}"/>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9CF26EE-C9F4-E143-A896-1CABB7EF13BE}"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C2577CF7-0ED7-A1C3-708A-3462F1C03E85}"/>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Tree>
    <p:extLst>
      <p:ext uri="{BB962C8B-B14F-4D97-AF65-F5344CB8AC3E}">
        <p14:creationId xmlns:p14="http://schemas.microsoft.com/office/powerpoint/2010/main" val="165771696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Thank You w logo">
    <p:bg>
      <p:bgPr>
        <a:solidFill>
          <a:schemeClr val="bg1"/>
        </a:solidFill>
        <a:effectLst/>
      </p:bgPr>
    </p:bg>
    <p:spTree>
      <p:nvGrpSpPr>
        <p:cNvPr id="1" name=""/>
        <p:cNvGrpSpPr/>
        <p:nvPr/>
      </p:nvGrpSpPr>
      <p:grpSpPr>
        <a:xfrm>
          <a:off x="0" y="0"/>
          <a:ext cx="0" cy="0"/>
          <a:chOff x="0" y="0"/>
          <a:chExt cx="0" cy="0"/>
        </a:xfrm>
      </p:grpSpPr>
      <p:sp>
        <p:nvSpPr>
          <p:cNvPr id="10" name="Title 5">
            <a:extLst>
              <a:ext uri="{FF2B5EF4-FFF2-40B4-BE49-F238E27FC236}">
                <a16:creationId xmlns:a16="http://schemas.microsoft.com/office/drawing/2014/main" id="{3FF3D432-9F0B-7454-3F15-6EDD4EFC13AE}"/>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Thank you</a:t>
            </a:r>
          </a:p>
        </p:txBody>
      </p:sp>
      <p:pic>
        <p:nvPicPr>
          <p:cNvPr id="18" name="Picture 17" descr="Central Piedmont Community College logo">
            <a:extLst>
              <a:ext uri="{FF2B5EF4-FFF2-40B4-BE49-F238E27FC236}">
                <a16:creationId xmlns:a16="http://schemas.microsoft.com/office/drawing/2014/main" id="{7B3BADE0-859D-F476-7BF1-EB7E3E79E1C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97821" y="2660205"/>
            <a:ext cx="3329068" cy="1853685"/>
          </a:xfrm>
          <a:prstGeom prst="rect">
            <a:avLst/>
          </a:prstGeom>
        </p:spPr>
      </p:pic>
      <p:sp>
        <p:nvSpPr>
          <p:cNvPr id="8" name="Text Placeholder 16">
            <a:extLst>
              <a:ext uri="{FF2B5EF4-FFF2-40B4-BE49-F238E27FC236}">
                <a16:creationId xmlns:a16="http://schemas.microsoft.com/office/drawing/2014/main" id="{04A4E335-F507-E67D-E4BA-A15F54FBDE55}"/>
              </a:ext>
            </a:extLst>
          </p:cNvPr>
          <p:cNvSpPr>
            <a:spLocks noGrp="1"/>
          </p:cNvSpPr>
          <p:nvPr>
            <p:ph type="body" sz="quarter" idx="23" hasCustomPrompt="1"/>
          </p:nvPr>
        </p:nvSpPr>
        <p:spPr>
          <a:xfrm>
            <a:off x="5492962" y="2199801"/>
            <a:ext cx="5708438" cy="364089"/>
          </a:xfrm>
          <a:prstGeom prst="rect">
            <a:avLst/>
          </a:prstGeom>
        </p:spPr>
        <p:txBody>
          <a:bodyPr anchor="t">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title</a:t>
            </a:r>
          </a:p>
        </p:txBody>
      </p:sp>
      <p:sp>
        <p:nvSpPr>
          <p:cNvPr id="7" name="Text Placeholder 65">
            <a:extLst>
              <a:ext uri="{FF2B5EF4-FFF2-40B4-BE49-F238E27FC236}">
                <a16:creationId xmlns:a16="http://schemas.microsoft.com/office/drawing/2014/main" id="{E1CD2082-BE99-0B7F-CA17-6EF11A26E171}"/>
              </a:ext>
            </a:extLst>
          </p:cNvPr>
          <p:cNvSpPr>
            <a:spLocks noGrp="1"/>
          </p:cNvSpPr>
          <p:nvPr>
            <p:ph type="body" sz="quarter" idx="11" hasCustomPrompt="1"/>
          </p:nvPr>
        </p:nvSpPr>
        <p:spPr>
          <a:xfrm>
            <a:off x="5485741" y="2563890"/>
            <a:ext cx="5708438" cy="2509272"/>
          </a:xfrm>
        </p:spPr>
        <p:txBody>
          <a:bodyPr>
            <a:normAutofit/>
          </a:bodyPr>
          <a:lstStyle>
            <a:lvl1pPr marL="137160" indent="-137160">
              <a:buClr>
                <a:schemeClr val="accent1"/>
              </a:buClr>
              <a:defRPr sz="1800" b="0" i="0">
                <a:solidFill>
                  <a:schemeClr val="tx2"/>
                </a:solidFill>
                <a:latin typeface="Franklin Gothic Book" panose="020B0503020102020204" pitchFamily="34" charset="0"/>
              </a:defRPr>
            </a:lvl1pPr>
          </a:lstStyle>
          <a:p>
            <a:pPr lvl="0"/>
            <a:r>
              <a:rPr lang="en-US"/>
              <a:t>Click to edit text</a:t>
            </a:r>
          </a:p>
        </p:txBody>
      </p:sp>
      <p:sp>
        <p:nvSpPr>
          <p:cNvPr id="3" name="Slide Number Placeholder 16">
            <a:extLst>
              <a:ext uri="{FF2B5EF4-FFF2-40B4-BE49-F238E27FC236}">
                <a16:creationId xmlns:a16="http://schemas.microsoft.com/office/drawing/2014/main" id="{68A280CF-6D86-A638-1D1E-4C04266536CD}"/>
              </a:ext>
            </a:extLst>
          </p:cNvPr>
          <p:cNvSpPr txBox="1">
            <a:spLocks/>
          </p:cNvSpPr>
          <p:nvPr userDrawn="1"/>
        </p:nvSpPr>
        <p:spPr>
          <a:xfrm>
            <a:off x="868680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8153D96-40C3-4047-AEEE-F5B033BCB17C}"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accent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220938059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Next Steps">
    <p:bg>
      <p:bgPr>
        <a:solidFill>
          <a:schemeClr val="bg1"/>
        </a:solidFill>
        <a:effectLst/>
      </p:bgPr>
    </p:bg>
    <p:spTree>
      <p:nvGrpSpPr>
        <p:cNvPr id="1" name=""/>
        <p:cNvGrpSpPr/>
        <p:nvPr/>
      </p:nvGrpSpPr>
      <p:grpSpPr>
        <a:xfrm>
          <a:off x="0" y="0"/>
          <a:ext cx="0" cy="0"/>
          <a:chOff x="0" y="0"/>
          <a:chExt cx="0" cy="0"/>
        </a:xfrm>
      </p:grpSpPr>
      <p:sp>
        <p:nvSpPr>
          <p:cNvPr id="5" name="Title 5">
            <a:extLst>
              <a:ext uri="{FF2B5EF4-FFF2-40B4-BE49-F238E27FC236}">
                <a16:creationId xmlns:a16="http://schemas.microsoft.com/office/drawing/2014/main" id="{E70C6CFE-646E-8056-C122-FE94965DDAE8}"/>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Next steps </a:t>
            </a:r>
          </a:p>
        </p:txBody>
      </p:sp>
      <p:sp>
        <p:nvSpPr>
          <p:cNvPr id="4" name="Text Placeholder 16">
            <a:extLst>
              <a:ext uri="{FF2B5EF4-FFF2-40B4-BE49-F238E27FC236}">
                <a16:creationId xmlns:a16="http://schemas.microsoft.com/office/drawing/2014/main" id="{3E8A0AAD-08D1-16D3-580E-F0724CEB55BA}"/>
              </a:ext>
            </a:extLst>
          </p:cNvPr>
          <p:cNvSpPr>
            <a:spLocks noGrp="1"/>
          </p:cNvSpPr>
          <p:nvPr>
            <p:ph type="body" sz="quarter" idx="23" hasCustomPrompt="1"/>
          </p:nvPr>
        </p:nvSpPr>
        <p:spPr>
          <a:xfrm>
            <a:off x="731519" y="2082538"/>
            <a:ext cx="5566199" cy="364089"/>
          </a:xfrm>
          <a:prstGeom prst="rect">
            <a:avLst/>
          </a:prstGeom>
        </p:spPr>
        <p:txBody>
          <a:bodyPr anchor="t">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Click to edit title</a:t>
            </a:r>
          </a:p>
        </p:txBody>
      </p:sp>
      <p:sp>
        <p:nvSpPr>
          <p:cNvPr id="3" name="Text Placeholder 65">
            <a:extLst>
              <a:ext uri="{FF2B5EF4-FFF2-40B4-BE49-F238E27FC236}">
                <a16:creationId xmlns:a16="http://schemas.microsoft.com/office/drawing/2014/main" id="{E534888E-A695-15F1-AEFE-A8BD4C3A1A45}"/>
              </a:ext>
            </a:extLst>
          </p:cNvPr>
          <p:cNvSpPr>
            <a:spLocks noGrp="1"/>
          </p:cNvSpPr>
          <p:nvPr>
            <p:ph type="body" sz="quarter" idx="11" hasCustomPrompt="1"/>
          </p:nvPr>
        </p:nvSpPr>
        <p:spPr>
          <a:xfrm>
            <a:off x="731519" y="2446626"/>
            <a:ext cx="5566199" cy="2821535"/>
          </a:xfr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mn-cs"/>
              </a:defRPr>
            </a:lvl1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pic>
        <p:nvPicPr>
          <p:cNvPr id="11" name="Graphic 10" descr="Telephone icon">
            <a:extLst>
              <a:ext uri="{FF2B5EF4-FFF2-40B4-BE49-F238E27FC236}">
                <a16:creationId xmlns:a16="http://schemas.microsoft.com/office/drawing/2014/main" id="{C7FEAD98-A3D2-3E3D-2BED-8D4D04519DD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649087" y="2030545"/>
            <a:ext cx="542936" cy="542936"/>
          </a:xfrm>
          <a:prstGeom prst="rect">
            <a:avLst/>
          </a:prstGeom>
        </p:spPr>
      </p:pic>
      <p:sp>
        <p:nvSpPr>
          <p:cNvPr id="6" name="Text Placeholder 16">
            <a:extLst>
              <a:ext uri="{FF2B5EF4-FFF2-40B4-BE49-F238E27FC236}">
                <a16:creationId xmlns:a16="http://schemas.microsoft.com/office/drawing/2014/main" id="{FF3BE85D-2507-2A97-FBE9-5EF7D2C12CD0}"/>
              </a:ext>
            </a:extLst>
          </p:cNvPr>
          <p:cNvSpPr>
            <a:spLocks noGrp="1"/>
          </p:cNvSpPr>
          <p:nvPr>
            <p:ph type="body" sz="quarter" idx="24" hasCustomPrompt="1"/>
          </p:nvPr>
        </p:nvSpPr>
        <p:spPr>
          <a:xfrm>
            <a:off x="7244390" y="2084169"/>
            <a:ext cx="4193715" cy="447823"/>
          </a:xfrm>
          <a:prstGeom prst="rect">
            <a:avLst/>
          </a:prstGeom>
          <a:noFill/>
          <a:ln w="19050">
            <a:noFill/>
          </a:ln>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704-330-2722</a:t>
            </a:r>
          </a:p>
        </p:txBody>
      </p:sp>
      <p:pic>
        <p:nvPicPr>
          <p:cNvPr id="27" name="Graphic 26" descr="Email icon">
            <a:extLst>
              <a:ext uri="{FF2B5EF4-FFF2-40B4-BE49-F238E27FC236}">
                <a16:creationId xmlns:a16="http://schemas.microsoft.com/office/drawing/2014/main" id="{3ADD2ACD-2B9A-0B91-9CA3-E7686822929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703530" y="2764181"/>
            <a:ext cx="457200" cy="457200"/>
          </a:xfrm>
          <a:prstGeom prst="rect">
            <a:avLst/>
          </a:prstGeom>
        </p:spPr>
      </p:pic>
      <p:sp>
        <p:nvSpPr>
          <p:cNvPr id="14" name="Text Placeholder 16">
            <a:extLst>
              <a:ext uri="{FF2B5EF4-FFF2-40B4-BE49-F238E27FC236}">
                <a16:creationId xmlns:a16="http://schemas.microsoft.com/office/drawing/2014/main" id="{6763C353-6A49-4E00-0059-790799D96CF7}"/>
              </a:ext>
            </a:extLst>
          </p:cNvPr>
          <p:cNvSpPr>
            <a:spLocks noGrp="1"/>
          </p:cNvSpPr>
          <p:nvPr>
            <p:ph type="body" sz="quarter" idx="25" hasCustomPrompt="1"/>
          </p:nvPr>
        </p:nvSpPr>
        <p:spPr>
          <a:xfrm>
            <a:off x="7243177" y="2791906"/>
            <a:ext cx="4193716" cy="456974"/>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err="1"/>
              <a:t>example@cpcc.edu</a:t>
            </a:r>
            <a:endParaRPr lang="en-US"/>
          </a:p>
        </p:txBody>
      </p:sp>
      <p:pic>
        <p:nvPicPr>
          <p:cNvPr id="21" name="Graphic 20" descr="Global search icon">
            <a:extLst>
              <a:ext uri="{FF2B5EF4-FFF2-40B4-BE49-F238E27FC236}">
                <a16:creationId xmlns:a16="http://schemas.microsoft.com/office/drawing/2014/main" id="{D8CC8E40-5C29-E5B2-EBDB-FCCA0B1058A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6703530" y="3482354"/>
            <a:ext cx="457200" cy="457200"/>
          </a:xfrm>
          <a:prstGeom prst="rect">
            <a:avLst/>
          </a:prstGeom>
        </p:spPr>
      </p:pic>
      <p:sp>
        <p:nvSpPr>
          <p:cNvPr id="15" name="Text Placeholder 16">
            <a:extLst>
              <a:ext uri="{FF2B5EF4-FFF2-40B4-BE49-F238E27FC236}">
                <a16:creationId xmlns:a16="http://schemas.microsoft.com/office/drawing/2014/main" id="{F9507E5C-B2E7-1B4C-ACA9-D11C531F3601}"/>
              </a:ext>
            </a:extLst>
          </p:cNvPr>
          <p:cNvSpPr>
            <a:spLocks noGrp="1"/>
          </p:cNvSpPr>
          <p:nvPr>
            <p:ph type="body" sz="quarter" idx="33" hasCustomPrompt="1"/>
          </p:nvPr>
        </p:nvSpPr>
        <p:spPr>
          <a:xfrm>
            <a:off x="7244392" y="3498595"/>
            <a:ext cx="4187364" cy="447823"/>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r>
              <a:rPr lang="en-US" sz="1800" b="0" i="0">
                <a:solidFill>
                  <a:schemeClr val="tx2"/>
                </a:solidFill>
                <a:latin typeface="Franklin Gothic Book" panose="020B0503020102020204" pitchFamily="34" charset="0"/>
                <a:cs typeface="Arial" panose="020B0604020202020204" pitchFamily="34" charset="0"/>
                <a:hlinkClick r:id="rId8"/>
              </a:rPr>
              <a:t>cpcc.edu</a:t>
            </a:r>
            <a:endParaRPr lang="en-US" sz="1800" b="0" i="0">
              <a:solidFill>
                <a:schemeClr val="tx2"/>
              </a:solidFill>
              <a:latin typeface="Franklin Gothic Book" panose="020B0503020102020204" pitchFamily="34" charset="0"/>
              <a:cs typeface="Arial" panose="020B0604020202020204" pitchFamily="34" charset="0"/>
            </a:endParaRPr>
          </a:p>
        </p:txBody>
      </p:sp>
      <p:pic>
        <p:nvPicPr>
          <p:cNvPr id="18" name="Graphic 17" descr="Location pin icon">
            <a:extLst>
              <a:ext uri="{FF2B5EF4-FFF2-40B4-BE49-F238E27FC236}">
                <a16:creationId xmlns:a16="http://schemas.microsoft.com/office/drawing/2014/main" id="{99C3C4DD-575F-6A50-057D-5BDD71E391F4}"/>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6713050" y="4066220"/>
            <a:ext cx="438161" cy="584215"/>
          </a:xfrm>
          <a:prstGeom prst="rect">
            <a:avLst/>
          </a:prstGeom>
        </p:spPr>
      </p:pic>
      <p:sp>
        <p:nvSpPr>
          <p:cNvPr id="17" name="Text Placeholder 16">
            <a:extLst>
              <a:ext uri="{FF2B5EF4-FFF2-40B4-BE49-F238E27FC236}">
                <a16:creationId xmlns:a16="http://schemas.microsoft.com/office/drawing/2014/main" id="{C83AC93A-EDF5-1BA1-F10C-8133AA4A7A83}"/>
              </a:ext>
            </a:extLst>
          </p:cNvPr>
          <p:cNvSpPr>
            <a:spLocks noGrp="1"/>
          </p:cNvSpPr>
          <p:nvPr>
            <p:ph type="body" sz="quarter" idx="37" hasCustomPrompt="1"/>
          </p:nvPr>
        </p:nvSpPr>
        <p:spPr>
          <a:xfrm>
            <a:off x="7244393" y="4135064"/>
            <a:ext cx="4187364" cy="447823"/>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1201 Elizabeth Ave, Charlotte, NC 28204</a:t>
            </a:r>
          </a:p>
        </p:txBody>
      </p:sp>
      <p:pic>
        <p:nvPicPr>
          <p:cNvPr id="24" name="Graphic 23" descr="Instagram post icon">
            <a:extLst>
              <a:ext uri="{FF2B5EF4-FFF2-40B4-BE49-F238E27FC236}">
                <a16:creationId xmlns:a16="http://schemas.microsoft.com/office/drawing/2014/main" id="{574CE8B7-5811-DC8D-C60F-174BD51813F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6708219" y="4820339"/>
            <a:ext cx="447822" cy="447822"/>
          </a:xfrm>
          <a:prstGeom prst="rect">
            <a:avLst/>
          </a:prstGeom>
        </p:spPr>
      </p:pic>
      <p:sp>
        <p:nvSpPr>
          <p:cNvPr id="16" name="Text Placeholder 16">
            <a:extLst>
              <a:ext uri="{FF2B5EF4-FFF2-40B4-BE49-F238E27FC236}">
                <a16:creationId xmlns:a16="http://schemas.microsoft.com/office/drawing/2014/main" id="{30A461FA-85D1-32CE-4694-57C675509EEC}"/>
              </a:ext>
            </a:extLst>
          </p:cNvPr>
          <p:cNvSpPr>
            <a:spLocks noGrp="1"/>
          </p:cNvSpPr>
          <p:nvPr>
            <p:ph type="body" sz="quarter" idx="36" hasCustomPrompt="1"/>
          </p:nvPr>
        </p:nvSpPr>
        <p:spPr>
          <a:xfrm>
            <a:off x="7238040" y="4820339"/>
            <a:ext cx="4193716" cy="447823"/>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r>
              <a:rPr lang="en-US">
                <a:hlinkClick r:id="rId13"/>
              </a:rPr>
              <a:t>@centralpiedmontcc</a:t>
            </a:r>
            <a:endParaRPr lang="en-US"/>
          </a:p>
        </p:txBody>
      </p:sp>
      <p:sp>
        <p:nvSpPr>
          <p:cNvPr id="2" name="Slide Number Placeholder 16">
            <a:extLst>
              <a:ext uri="{FF2B5EF4-FFF2-40B4-BE49-F238E27FC236}">
                <a16:creationId xmlns:a16="http://schemas.microsoft.com/office/drawing/2014/main" id="{CFA37B83-0CAD-C15B-C993-89321D2B6A8F}"/>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DE9804A-2607-D842-B37A-FC5F771823C6}"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7" name="Picture 6" descr="Central Piedmont Community College logo icon">
            <a:extLst>
              <a:ext uri="{FF2B5EF4-FFF2-40B4-BE49-F238E27FC236}">
                <a16:creationId xmlns:a16="http://schemas.microsoft.com/office/drawing/2014/main" id="{31B215BD-2C9E-A535-6063-095A8BAED8D7}"/>
              </a:ext>
            </a:extLst>
          </p:cNvPr>
          <p:cNvPicPr>
            <a:picLocks noChangeAspect="1"/>
          </p:cNvPicPr>
          <p:nvPr userDrawn="1"/>
        </p:nvPicPr>
        <p:blipFill>
          <a:blip r:embed="rId14"/>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573906019"/>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Contact 1">
    <p:bg>
      <p:bgPr>
        <a:solidFill>
          <a:schemeClr val="bg1"/>
        </a:solidFill>
        <a:effectLst/>
      </p:bgPr>
    </p:bg>
    <p:spTree>
      <p:nvGrpSpPr>
        <p:cNvPr id="1" name=""/>
        <p:cNvGrpSpPr/>
        <p:nvPr/>
      </p:nvGrpSpPr>
      <p:grpSpPr>
        <a:xfrm>
          <a:off x="0" y="0"/>
          <a:ext cx="0" cy="0"/>
          <a:chOff x="0" y="0"/>
          <a:chExt cx="0" cy="0"/>
        </a:xfrm>
      </p:grpSpPr>
      <p:sp>
        <p:nvSpPr>
          <p:cNvPr id="12" name="Picture Placeholder 2">
            <a:extLst>
              <a:ext uri="{FF2B5EF4-FFF2-40B4-BE49-F238E27FC236}">
                <a16:creationId xmlns:a16="http://schemas.microsoft.com/office/drawing/2014/main" id="{A947B14C-2852-DFA2-23FE-9A0CCC45C5E4}"/>
              </a:ext>
            </a:extLst>
          </p:cNvPr>
          <p:cNvSpPr>
            <a:spLocks noGrp="1"/>
          </p:cNvSpPr>
          <p:nvPr>
            <p:ph type="pic" sz="quarter" idx="10"/>
          </p:nvPr>
        </p:nvSpPr>
        <p:spPr>
          <a:xfrm>
            <a:off x="1013933" y="1148647"/>
            <a:ext cx="4560706" cy="4560706"/>
          </a:xfrm>
          <a:custGeom>
            <a:avLst/>
            <a:gdLst>
              <a:gd name="connsiteX0" fmla="*/ 1581150 w 3162300"/>
              <a:gd name="connsiteY0" fmla="*/ 0 h 3162300"/>
              <a:gd name="connsiteX1" fmla="*/ 3162300 w 3162300"/>
              <a:gd name="connsiteY1" fmla="*/ 1581150 h 3162300"/>
              <a:gd name="connsiteX2" fmla="*/ 1581150 w 3162300"/>
              <a:gd name="connsiteY2" fmla="*/ 3162300 h 3162300"/>
              <a:gd name="connsiteX3" fmla="*/ 0 w 3162300"/>
              <a:gd name="connsiteY3" fmla="*/ 1581150 h 3162300"/>
              <a:gd name="connsiteX4" fmla="*/ 1581150 w 3162300"/>
              <a:gd name="connsiteY4" fmla="*/ 0 h 3162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2300" h="3162300">
                <a:moveTo>
                  <a:pt x="1581150" y="0"/>
                </a:moveTo>
                <a:cubicBezTo>
                  <a:pt x="2454395" y="0"/>
                  <a:pt x="3162300" y="707905"/>
                  <a:pt x="3162300" y="1581150"/>
                </a:cubicBezTo>
                <a:cubicBezTo>
                  <a:pt x="3162300" y="2454395"/>
                  <a:pt x="2454395" y="3162300"/>
                  <a:pt x="1581150" y="3162300"/>
                </a:cubicBezTo>
                <a:cubicBezTo>
                  <a:pt x="707905" y="3162300"/>
                  <a:pt x="0" y="2454395"/>
                  <a:pt x="0" y="1581150"/>
                </a:cubicBezTo>
                <a:cubicBezTo>
                  <a:pt x="0" y="707905"/>
                  <a:pt x="707905" y="0"/>
                  <a:pt x="1581150" y="0"/>
                </a:cubicBezTo>
                <a:close/>
              </a:path>
            </a:pathLst>
          </a:custGeom>
        </p:spPr>
        <p:txBody>
          <a:bodyPr wrap="square" anchor="ctr">
            <a:noAutofit/>
          </a:bodyPr>
          <a:lstStyle>
            <a:lvl1pPr marL="0" indent="0" algn="ctr">
              <a:buNone/>
              <a:defRPr sz="2000" b="0" i="0">
                <a:solidFill>
                  <a:schemeClr val="tx2"/>
                </a:solidFill>
                <a:latin typeface="Franklin Gothic Book" panose="020B0503020102020204" pitchFamily="34" charset="0"/>
                <a:cs typeface="Arial" panose="020B0604020202020204" pitchFamily="34" charset="0"/>
              </a:defRPr>
            </a:lvl1pPr>
          </a:lstStyle>
          <a:p>
            <a:r>
              <a:rPr lang="en-US"/>
              <a:t>Click icon to add picture</a:t>
            </a:r>
          </a:p>
        </p:txBody>
      </p:sp>
      <p:sp>
        <p:nvSpPr>
          <p:cNvPr id="8" name="Title Placeholder 1">
            <a:extLst>
              <a:ext uri="{FF2B5EF4-FFF2-40B4-BE49-F238E27FC236}">
                <a16:creationId xmlns:a16="http://schemas.microsoft.com/office/drawing/2014/main" id="{9266CB15-4EAA-F6F1-179A-0AC77F9D1970}"/>
              </a:ext>
            </a:extLst>
          </p:cNvPr>
          <p:cNvSpPr>
            <a:spLocks noGrp="1"/>
          </p:cNvSpPr>
          <p:nvPr>
            <p:ph type="title" hasCustomPrompt="1"/>
          </p:nvPr>
        </p:nvSpPr>
        <p:spPr>
          <a:xfrm>
            <a:off x="6095999" y="2076105"/>
            <a:ext cx="4686299" cy="822960"/>
          </a:xfrm>
          <a:prstGeom prst="rect">
            <a:avLst/>
          </a:prstGeom>
        </p:spPr>
        <p:txBody>
          <a:bodyPr vert="horz" lIns="0" tIns="0" rIns="0" bIns="0" rtlCol="0" anchor="b" anchorCtr="0">
            <a:normAutofit/>
          </a:bodyPr>
          <a:lstStyle>
            <a:lvl1pPr algn="l">
              <a:defRPr sz="2800" b="1" i="0">
                <a:solidFill>
                  <a:schemeClr val="tx2"/>
                </a:solidFill>
                <a:latin typeface="Franklin Gothic Medium" panose="020B0603020102020204" pitchFamily="34" charset="0"/>
                <a:cs typeface="Arial Black" panose="020B0604020202020204" pitchFamily="34" charset="0"/>
              </a:defRPr>
            </a:lvl1pPr>
          </a:lstStyle>
          <a:p>
            <a:r>
              <a:rPr lang="en-US"/>
              <a:t>Click to add name</a:t>
            </a:r>
          </a:p>
        </p:txBody>
      </p:sp>
      <p:sp>
        <p:nvSpPr>
          <p:cNvPr id="9" name="Text Placeholder 16">
            <a:extLst>
              <a:ext uri="{FF2B5EF4-FFF2-40B4-BE49-F238E27FC236}">
                <a16:creationId xmlns:a16="http://schemas.microsoft.com/office/drawing/2014/main" id="{F493F45E-524C-FE0C-74C4-E17F078A4ECE}"/>
              </a:ext>
            </a:extLst>
          </p:cNvPr>
          <p:cNvSpPr>
            <a:spLocks noGrp="1"/>
          </p:cNvSpPr>
          <p:nvPr>
            <p:ph type="body" sz="quarter" idx="23" hasCustomPrompt="1"/>
          </p:nvPr>
        </p:nvSpPr>
        <p:spPr>
          <a:xfrm>
            <a:off x="6096000" y="3057464"/>
            <a:ext cx="4686300" cy="447823"/>
          </a:xfrm>
          <a:prstGeom prst="rect">
            <a:avLst/>
          </a:prstGeom>
        </p:spPr>
        <p:txBody>
          <a:bodyPr anchor="t" anchorCtr="0">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Click to edit position</a:t>
            </a:r>
          </a:p>
        </p:txBody>
      </p:sp>
      <p:pic>
        <p:nvPicPr>
          <p:cNvPr id="6" name="Graphic 5" descr="Email icon">
            <a:extLst>
              <a:ext uri="{FF2B5EF4-FFF2-40B4-BE49-F238E27FC236}">
                <a16:creationId xmlns:a16="http://schemas.microsoft.com/office/drawing/2014/main" id="{B574F8D8-F814-275C-39E6-227E7CB4A8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67304" y="3824036"/>
            <a:ext cx="457200" cy="457200"/>
          </a:xfrm>
          <a:prstGeom prst="rect">
            <a:avLst/>
          </a:prstGeom>
        </p:spPr>
      </p:pic>
      <p:sp>
        <p:nvSpPr>
          <p:cNvPr id="34" name="Text Placeholder 16">
            <a:extLst>
              <a:ext uri="{FF2B5EF4-FFF2-40B4-BE49-F238E27FC236}">
                <a16:creationId xmlns:a16="http://schemas.microsoft.com/office/drawing/2014/main" id="{F39C20A7-EC22-FFB9-581C-70BC57212FE8}"/>
              </a:ext>
            </a:extLst>
          </p:cNvPr>
          <p:cNvSpPr>
            <a:spLocks noGrp="1"/>
          </p:cNvSpPr>
          <p:nvPr>
            <p:ph type="body" sz="quarter" idx="25" hasCustomPrompt="1"/>
          </p:nvPr>
        </p:nvSpPr>
        <p:spPr>
          <a:xfrm>
            <a:off x="6576193" y="3851761"/>
            <a:ext cx="4193716" cy="456974"/>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err="1"/>
              <a:t>example@cpcc.edu</a:t>
            </a:r>
            <a:endParaRPr lang="en-US"/>
          </a:p>
        </p:txBody>
      </p:sp>
      <p:pic>
        <p:nvPicPr>
          <p:cNvPr id="4" name="Graphic 3" descr="Telephone icon">
            <a:extLst>
              <a:ext uri="{FF2B5EF4-FFF2-40B4-BE49-F238E27FC236}">
                <a16:creationId xmlns:a16="http://schemas.microsoft.com/office/drawing/2014/main" id="{A9062958-435A-369B-1622-688B4EF5251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24436" y="4390914"/>
            <a:ext cx="542936" cy="542936"/>
          </a:xfrm>
          <a:prstGeom prst="rect">
            <a:avLst/>
          </a:prstGeom>
        </p:spPr>
      </p:pic>
      <p:sp>
        <p:nvSpPr>
          <p:cNvPr id="33" name="Text Placeholder 16">
            <a:extLst>
              <a:ext uri="{FF2B5EF4-FFF2-40B4-BE49-F238E27FC236}">
                <a16:creationId xmlns:a16="http://schemas.microsoft.com/office/drawing/2014/main" id="{E8B9D7C5-983F-DAD0-F57A-9CDF87AE2155}"/>
              </a:ext>
            </a:extLst>
          </p:cNvPr>
          <p:cNvSpPr>
            <a:spLocks noGrp="1"/>
          </p:cNvSpPr>
          <p:nvPr>
            <p:ph type="body" sz="quarter" idx="24" hasCustomPrompt="1"/>
          </p:nvPr>
        </p:nvSpPr>
        <p:spPr>
          <a:xfrm>
            <a:off x="6577406" y="4438471"/>
            <a:ext cx="4193715" cy="447823"/>
          </a:xfrm>
          <a:prstGeom prst="rect">
            <a:avLst/>
          </a:prstGeom>
          <a:noFill/>
          <a:ln w="19050">
            <a:noFill/>
          </a:ln>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704-330-2722</a:t>
            </a:r>
          </a:p>
        </p:txBody>
      </p:sp>
      <p:sp>
        <p:nvSpPr>
          <p:cNvPr id="2" name="Slide Number Placeholder 16">
            <a:extLst>
              <a:ext uri="{FF2B5EF4-FFF2-40B4-BE49-F238E27FC236}">
                <a16:creationId xmlns:a16="http://schemas.microsoft.com/office/drawing/2014/main" id="{D3C2CCE9-050C-D500-AE03-E27098748044}"/>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C975513-F5C5-E649-823C-3DAD3E82A970}"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7EE81B34-273D-5560-1B6F-4116BCD20B23}"/>
              </a:ext>
            </a:extLst>
          </p:cNvPr>
          <p:cNvPicPr>
            <a:picLocks noChangeAspect="1"/>
          </p:cNvPicPr>
          <p:nvPr userDrawn="1"/>
        </p:nvPicPr>
        <p:blipFill>
          <a:blip r:embed="rId6"/>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393065844"/>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Contact 2">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2F6F3D-F29F-7086-6D76-F9FD1DC80E82}"/>
              </a:ext>
            </a:extLst>
          </p:cNvPr>
          <p:cNvSpPr>
            <a:spLocks noGrp="1"/>
          </p:cNvSpPr>
          <p:nvPr>
            <p:ph type="title" hasCustomPrompt="1"/>
          </p:nvPr>
        </p:nvSpPr>
        <p:spPr>
          <a:xfrm>
            <a:off x="731520" y="457200"/>
            <a:ext cx="10698480" cy="640080"/>
          </a:xfrm>
          <a:prstGeom prst="rect">
            <a:avLst/>
          </a:prstGeom>
        </p:spPr>
        <p:txBody>
          <a:bodyPr vert="horz" lIns="91440" tIns="45720" rIns="91440" bIns="45720" rtlCol="0" anchor="ctr">
            <a:normAutofit/>
          </a:bodyPr>
          <a:lstStyle>
            <a:lvl1pPr algn="l">
              <a:defRPr sz="2800" b="1" i="0">
                <a:solidFill>
                  <a:schemeClr val="tx2"/>
                </a:solidFill>
                <a:latin typeface="Franklin Gothic Demi" panose="020B0603020102020204" pitchFamily="34" charset="0"/>
                <a:cs typeface="Arial Black" panose="020B0604020202020204" pitchFamily="34" charset="0"/>
              </a:defRPr>
            </a:lvl1pPr>
          </a:lstStyle>
          <a:p>
            <a:r>
              <a:rPr lang="en-US"/>
              <a:t>Contact Us</a:t>
            </a:r>
          </a:p>
        </p:txBody>
      </p:sp>
      <p:sp>
        <p:nvSpPr>
          <p:cNvPr id="14" name="Picture Placeholder 2">
            <a:extLst>
              <a:ext uri="{FF2B5EF4-FFF2-40B4-BE49-F238E27FC236}">
                <a16:creationId xmlns:a16="http://schemas.microsoft.com/office/drawing/2014/main" id="{E55C629F-CAD4-A19B-34C5-C1B7CEB1C388}"/>
              </a:ext>
            </a:extLst>
          </p:cNvPr>
          <p:cNvSpPr>
            <a:spLocks noGrp="1"/>
          </p:cNvSpPr>
          <p:nvPr>
            <p:ph type="pic" sz="quarter" idx="10"/>
          </p:nvPr>
        </p:nvSpPr>
        <p:spPr>
          <a:xfrm>
            <a:off x="731520" y="1887995"/>
            <a:ext cx="3672873" cy="3672873"/>
          </a:xfrm>
          <a:custGeom>
            <a:avLst/>
            <a:gdLst>
              <a:gd name="connsiteX0" fmla="*/ 1581150 w 3162300"/>
              <a:gd name="connsiteY0" fmla="*/ 0 h 3162300"/>
              <a:gd name="connsiteX1" fmla="*/ 3162300 w 3162300"/>
              <a:gd name="connsiteY1" fmla="*/ 1581150 h 3162300"/>
              <a:gd name="connsiteX2" fmla="*/ 1581150 w 3162300"/>
              <a:gd name="connsiteY2" fmla="*/ 3162300 h 3162300"/>
              <a:gd name="connsiteX3" fmla="*/ 0 w 3162300"/>
              <a:gd name="connsiteY3" fmla="*/ 1581150 h 3162300"/>
              <a:gd name="connsiteX4" fmla="*/ 1581150 w 3162300"/>
              <a:gd name="connsiteY4" fmla="*/ 0 h 3162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2300" h="3162300">
                <a:moveTo>
                  <a:pt x="1581150" y="0"/>
                </a:moveTo>
                <a:cubicBezTo>
                  <a:pt x="2454395" y="0"/>
                  <a:pt x="3162300" y="707905"/>
                  <a:pt x="3162300" y="1581150"/>
                </a:cubicBezTo>
                <a:cubicBezTo>
                  <a:pt x="3162300" y="2454395"/>
                  <a:pt x="2454395" y="3162300"/>
                  <a:pt x="1581150" y="3162300"/>
                </a:cubicBezTo>
                <a:cubicBezTo>
                  <a:pt x="707905" y="3162300"/>
                  <a:pt x="0" y="2454395"/>
                  <a:pt x="0" y="1581150"/>
                </a:cubicBezTo>
                <a:cubicBezTo>
                  <a:pt x="0" y="707905"/>
                  <a:pt x="707905" y="0"/>
                  <a:pt x="1581150" y="0"/>
                </a:cubicBezTo>
                <a:close/>
              </a:path>
            </a:pathLst>
          </a:custGeom>
        </p:spPr>
        <p:txBody>
          <a:bodyPr wrap="square" anchor="ctr">
            <a:noAutofit/>
          </a:bodyPr>
          <a:lstStyle>
            <a:lvl1pPr marL="0" indent="0" algn="ctr">
              <a:buNone/>
              <a:defRPr sz="2000" b="0" i="0">
                <a:solidFill>
                  <a:schemeClr val="tx2"/>
                </a:solidFill>
                <a:latin typeface="Franklin Gothic Book" panose="020B0503020102020204" pitchFamily="34" charset="0"/>
                <a:cs typeface="Arial" panose="020B0604020202020204" pitchFamily="34" charset="0"/>
              </a:defRPr>
            </a:lvl1pPr>
          </a:lstStyle>
          <a:p>
            <a:r>
              <a:rPr lang="en-US"/>
              <a:t>Click icon to add picture</a:t>
            </a:r>
          </a:p>
        </p:txBody>
      </p:sp>
      <p:pic>
        <p:nvPicPr>
          <p:cNvPr id="5" name="Graphic 4" descr="Telephone icon">
            <a:extLst>
              <a:ext uri="{FF2B5EF4-FFF2-40B4-BE49-F238E27FC236}">
                <a16:creationId xmlns:a16="http://schemas.microsoft.com/office/drawing/2014/main" id="{8F7E1015-0B29-11E1-2CE0-E8B4A06A62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959246" y="2028551"/>
            <a:ext cx="542936" cy="542936"/>
          </a:xfrm>
          <a:prstGeom prst="rect">
            <a:avLst/>
          </a:prstGeom>
        </p:spPr>
      </p:pic>
      <p:sp>
        <p:nvSpPr>
          <p:cNvPr id="32" name="Text Placeholder 16">
            <a:extLst>
              <a:ext uri="{FF2B5EF4-FFF2-40B4-BE49-F238E27FC236}">
                <a16:creationId xmlns:a16="http://schemas.microsoft.com/office/drawing/2014/main" id="{7F5FF851-0E39-D5A3-8DD1-08DD8636E834}"/>
              </a:ext>
            </a:extLst>
          </p:cNvPr>
          <p:cNvSpPr>
            <a:spLocks noGrp="1"/>
          </p:cNvSpPr>
          <p:nvPr>
            <p:ph type="body" sz="quarter" idx="24" hasCustomPrompt="1"/>
          </p:nvPr>
        </p:nvSpPr>
        <p:spPr>
          <a:xfrm>
            <a:off x="5559557" y="2053736"/>
            <a:ext cx="4774587" cy="447823"/>
          </a:xfrm>
          <a:prstGeom prst="rect">
            <a:avLst/>
          </a:prstGeom>
          <a:noFill/>
          <a:ln w="19050">
            <a:noFill/>
          </a:ln>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704-330-2722</a:t>
            </a:r>
          </a:p>
        </p:txBody>
      </p:sp>
      <p:pic>
        <p:nvPicPr>
          <p:cNvPr id="13" name="Graphic 12" descr="Email icon">
            <a:extLst>
              <a:ext uri="{FF2B5EF4-FFF2-40B4-BE49-F238E27FC236}">
                <a16:creationId xmlns:a16="http://schemas.microsoft.com/office/drawing/2014/main" id="{E8BEB3AF-804B-C3A7-32CA-FD119218CEF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13689" y="2733748"/>
            <a:ext cx="457200" cy="457200"/>
          </a:xfrm>
          <a:prstGeom prst="rect">
            <a:avLst/>
          </a:prstGeom>
        </p:spPr>
      </p:pic>
      <p:sp>
        <p:nvSpPr>
          <p:cNvPr id="33" name="Text Placeholder 16">
            <a:extLst>
              <a:ext uri="{FF2B5EF4-FFF2-40B4-BE49-F238E27FC236}">
                <a16:creationId xmlns:a16="http://schemas.microsoft.com/office/drawing/2014/main" id="{4282C919-EC37-EBE5-14FE-B346091C71F1}"/>
              </a:ext>
            </a:extLst>
          </p:cNvPr>
          <p:cNvSpPr>
            <a:spLocks noGrp="1"/>
          </p:cNvSpPr>
          <p:nvPr>
            <p:ph type="body" sz="quarter" idx="25" hasCustomPrompt="1"/>
          </p:nvPr>
        </p:nvSpPr>
        <p:spPr>
          <a:xfrm>
            <a:off x="5558344" y="2761473"/>
            <a:ext cx="4774588" cy="456974"/>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err="1"/>
              <a:t>example@cpcc.edu</a:t>
            </a:r>
            <a:endParaRPr lang="en-US"/>
          </a:p>
        </p:txBody>
      </p:sp>
      <p:pic>
        <p:nvPicPr>
          <p:cNvPr id="9" name="Graphic 8" descr="Global search icon">
            <a:extLst>
              <a:ext uri="{FF2B5EF4-FFF2-40B4-BE49-F238E27FC236}">
                <a16:creationId xmlns:a16="http://schemas.microsoft.com/office/drawing/2014/main" id="{53B14FF1-AB66-5B8B-1F04-A7D642BD5B3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013689" y="3451921"/>
            <a:ext cx="457200" cy="457200"/>
          </a:xfrm>
          <a:prstGeom prst="rect">
            <a:avLst/>
          </a:prstGeom>
        </p:spPr>
      </p:pic>
      <p:sp>
        <p:nvSpPr>
          <p:cNvPr id="34" name="Text Placeholder 16">
            <a:extLst>
              <a:ext uri="{FF2B5EF4-FFF2-40B4-BE49-F238E27FC236}">
                <a16:creationId xmlns:a16="http://schemas.microsoft.com/office/drawing/2014/main" id="{2EEEBABF-E8E7-E88D-6F88-0CED861F1CC5}"/>
              </a:ext>
            </a:extLst>
          </p:cNvPr>
          <p:cNvSpPr>
            <a:spLocks noGrp="1"/>
          </p:cNvSpPr>
          <p:nvPr>
            <p:ph type="body" sz="quarter" idx="33" hasCustomPrompt="1"/>
          </p:nvPr>
        </p:nvSpPr>
        <p:spPr>
          <a:xfrm>
            <a:off x="5559559" y="3468162"/>
            <a:ext cx="4767356" cy="447823"/>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r>
              <a:rPr lang="en-US" sz="1800" b="0" i="0">
                <a:solidFill>
                  <a:schemeClr val="tx2"/>
                </a:solidFill>
                <a:latin typeface="Franklin Gothic Book" panose="020B0503020102020204" pitchFamily="34" charset="0"/>
                <a:cs typeface="Arial" panose="020B0604020202020204" pitchFamily="34" charset="0"/>
                <a:hlinkClick r:id="rId8"/>
              </a:rPr>
              <a:t>cpcc.edu</a:t>
            </a:r>
            <a:endParaRPr lang="en-US" sz="1800" b="0" i="0">
              <a:solidFill>
                <a:schemeClr val="tx2"/>
              </a:solidFill>
              <a:latin typeface="Franklin Gothic Book" panose="020B0503020102020204" pitchFamily="34" charset="0"/>
              <a:cs typeface="Arial" panose="020B0604020202020204" pitchFamily="34" charset="0"/>
            </a:endParaRPr>
          </a:p>
        </p:txBody>
      </p:sp>
      <p:pic>
        <p:nvPicPr>
          <p:cNvPr id="7" name="Graphic 6" descr="Location pin icon">
            <a:extLst>
              <a:ext uri="{FF2B5EF4-FFF2-40B4-BE49-F238E27FC236}">
                <a16:creationId xmlns:a16="http://schemas.microsoft.com/office/drawing/2014/main" id="{F9327C23-A733-21E8-0A24-6F202FDA0100}"/>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5023209" y="4058664"/>
            <a:ext cx="438161" cy="584215"/>
          </a:xfrm>
          <a:prstGeom prst="rect">
            <a:avLst/>
          </a:prstGeom>
        </p:spPr>
      </p:pic>
      <p:sp>
        <p:nvSpPr>
          <p:cNvPr id="36" name="Text Placeholder 16">
            <a:extLst>
              <a:ext uri="{FF2B5EF4-FFF2-40B4-BE49-F238E27FC236}">
                <a16:creationId xmlns:a16="http://schemas.microsoft.com/office/drawing/2014/main" id="{DB5B96ED-310A-D3E3-81D7-5927E90D6D5C}"/>
              </a:ext>
            </a:extLst>
          </p:cNvPr>
          <p:cNvSpPr>
            <a:spLocks noGrp="1"/>
          </p:cNvSpPr>
          <p:nvPr>
            <p:ph type="body" sz="quarter" idx="37" hasCustomPrompt="1"/>
          </p:nvPr>
        </p:nvSpPr>
        <p:spPr>
          <a:xfrm>
            <a:off x="5559560" y="4104631"/>
            <a:ext cx="4767356" cy="447823"/>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1201 Elizabeth Ave, Charlotte, NC 28204</a:t>
            </a:r>
          </a:p>
        </p:txBody>
      </p:sp>
      <p:pic>
        <p:nvPicPr>
          <p:cNvPr id="11" name="Graphic 10" descr="Instagram post icon">
            <a:extLst>
              <a:ext uri="{FF2B5EF4-FFF2-40B4-BE49-F238E27FC236}">
                <a16:creationId xmlns:a16="http://schemas.microsoft.com/office/drawing/2014/main" id="{C3A2B4D2-DDE4-A3A3-BE76-12575E41A2DA}"/>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5018378" y="4783403"/>
            <a:ext cx="447822" cy="447822"/>
          </a:xfrm>
          <a:prstGeom prst="rect">
            <a:avLst/>
          </a:prstGeom>
        </p:spPr>
      </p:pic>
      <p:sp>
        <p:nvSpPr>
          <p:cNvPr id="35" name="Text Placeholder 16">
            <a:extLst>
              <a:ext uri="{FF2B5EF4-FFF2-40B4-BE49-F238E27FC236}">
                <a16:creationId xmlns:a16="http://schemas.microsoft.com/office/drawing/2014/main" id="{A0825F1A-ACB6-F866-0969-EA868DD02A33}"/>
              </a:ext>
            </a:extLst>
          </p:cNvPr>
          <p:cNvSpPr>
            <a:spLocks noGrp="1"/>
          </p:cNvSpPr>
          <p:nvPr>
            <p:ph type="body" sz="quarter" idx="36" hasCustomPrompt="1"/>
          </p:nvPr>
        </p:nvSpPr>
        <p:spPr>
          <a:xfrm>
            <a:off x="5553207" y="4789906"/>
            <a:ext cx="4774588" cy="447823"/>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r>
              <a:rPr lang="en-US">
                <a:hlinkClick r:id="rId13"/>
              </a:rPr>
              <a:t>@centralpiedmontcc</a:t>
            </a:r>
            <a:endParaRPr lang="en-US"/>
          </a:p>
        </p:txBody>
      </p:sp>
      <p:sp>
        <p:nvSpPr>
          <p:cNvPr id="3" name="Slide Number Placeholder 16">
            <a:extLst>
              <a:ext uri="{FF2B5EF4-FFF2-40B4-BE49-F238E27FC236}">
                <a16:creationId xmlns:a16="http://schemas.microsoft.com/office/drawing/2014/main" id="{86ECF4AE-B9EE-A757-F071-87ACBAB90DA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36149DF-971F-C24A-ACB8-C0CDE59225E7}"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EDF44A37-91CD-94A4-83BB-3F51341D1037}"/>
              </a:ext>
            </a:extLst>
          </p:cNvPr>
          <p:cNvPicPr>
            <a:picLocks noChangeAspect="1"/>
          </p:cNvPicPr>
          <p:nvPr userDrawn="1"/>
        </p:nvPicPr>
        <p:blipFill>
          <a:blip r:embed="rId14"/>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510646268"/>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Big Text Thank You - gray">
    <p:bg>
      <p:bgPr>
        <a:solidFill>
          <a:schemeClr val="tx2"/>
        </a:solidFill>
        <a:effectLst/>
      </p:bgPr>
    </p:bg>
    <p:spTree>
      <p:nvGrpSpPr>
        <p:cNvPr id="1" name=""/>
        <p:cNvGrpSpPr/>
        <p:nvPr/>
      </p:nvGrpSpPr>
      <p:grpSpPr>
        <a:xfrm>
          <a:off x="0" y="0"/>
          <a:ext cx="0" cy="0"/>
          <a:chOff x="0" y="0"/>
          <a:chExt cx="0" cy="0"/>
        </a:xfrm>
      </p:grpSpPr>
      <p:sp>
        <p:nvSpPr>
          <p:cNvPr id="14" name="Title 5">
            <a:extLst>
              <a:ext uri="{FF2B5EF4-FFF2-40B4-BE49-F238E27FC236}">
                <a16:creationId xmlns:a16="http://schemas.microsoft.com/office/drawing/2014/main" id="{F67FE908-8C22-97AB-012D-17E2AFE7B0E6}"/>
              </a:ext>
            </a:extLst>
          </p:cNvPr>
          <p:cNvSpPr>
            <a:spLocks noGrp="1"/>
          </p:cNvSpPr>
          <p:nvPr>
            <p:ph type="title" hasCustomPrompt="1"/>
          </p:nvPr>
        </p:nvSpPr>
        <p:spPr>
          <a:xfrm>
            <a:off x="731520" y="2066474"/>
            <a:ext cx="10698480" cy="2141611"/>
          </a:xfrm>
        </p:spPr>
        <p:txBody>
          <a:bodyPr>
            <a:noAutofit/>
          </a:bodyPr>
          <a:lstStyle>
            <a:lvl1pPr algn="ctr">
              <a:defRPr sz="12000" b="1" i="0">
                <a:solidFill>
                  <a:schemeClr val="bg1"/>
                </a:solidFill>
                <a:latin typeface="Franklin Gothic Heavy" panose="020B0603020102020204" pitchFamily="34" charset="0"/>
              </a:defRPr>
            </a:lvl1pPr>
          </a:lstStyle>
          <a:p>
            <a:r>
              <a:rPr lang="en-US" dirty="0"/>
              <a:t>Thank you!</a:t>
            </a:r>
          </a:p>
        </p:txBody>
      </p:sp>
      <p:cxnSp>
        <p:nvCxnSpPr>
          <p:cNvPr id="2" name="Straight Connector 1">
            <a:extLst>
              <a:ext uri="{FF2B5EF4-FFF2-40B4-BE49-F238E27FC236}">
                <a16:creationId xmlns:a16="http://schemas.microsoft.com/office/drawing/2014/main" id="{35D344C7-23B6-2743-70D2-7F727A22286A}"/>
              </a:ext>
              <a:ext uri="{C183D7F6-B498-43B3-948B-1728B52AA6E4}">
                <adec:decorative xmlns:adec="http://schemas.microsoft.com/office/drawing/2017/decorative" val="1"/>
              </a:ext>
            </a:extLst>
          </p:cNvPr>
          <p:cNvCxnSpPr>
            <a:cxnSpLocks/>
          </p:cNvCxnSpPr>
          <p:nvPr userDrawn="1"/>
        </p:nvCxnSpPr>
        <p:spPr>
          <a:xfrm>
            <a:off x="731520" y="4754880"/>
            <a:ext cx="106984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Text Placeholder 12">
            <a:extLst>
              <a:ext uri="{FF2B5EF4-FFF2-40B4-BE49-F238E27FC236}">
                <a16:creationId xmlns:a16="http://schemas.microsoft.com/office/drawing/2014/main" id="{EFF8EB7A-93F5-FA06-B731-3CE0F7352C4E}"/>
              </a:ext>
            </a:extLst>
          </p:cNvPr>
          <p:cNvSpPr>
            <a:spLocks noGrp="1"/>
          </p:cNvSpPr>
          <p:nvPr>
            <p:ph type="body" sz="quarter" idx="10" hasCustomPrompt="1"/>
          </p:nvPr>
        </p:nvSpPr>
        <p:spPr>
          <a:xfrm>
            <a:off x="731520" y="4889352"/>
            <a:ext cx="2209800" cy="457200"/>
          </a:xfrm>
          <a:prstGeom prst="rect">
            <a:avLst/>
          </a:prstGeom>
        </p:spPr>
        <p:txBody>
          <a:bodyPr lIns="0" tIns="0" rIns="0" bIns="0">
            <a:noAutofit/>
          </a:bodyPr>
          <a:lstStyle>
            <a:lvl1pPr marL="0" indent="0">
              <a:lnSpc>
                <a:spcPct val="100000"/>
              </a:lnSpc>
              <a:spcBef>
                <a:spcPts val="0"/>
              </a:spcBef>
              <a:buNone/>
              <a:defRPr sz="1800">
                <a:solidFill>
                  <a:schemeClr val="bg1"/>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a:t>123-456-7890</a:t>
            </a:r>
          </a:p>
        </p:txBody>
      </p:sp>
      <p:sp>
        <p:nvSpPr>
          <p:cNvPr id="11" name="Text Placeholder 12">
            <a:extLst>
              <a:ext uri="{FF2B5EF4-FFF2-40B4-BE49-F238E27FC236}">
                <a16:creationId xmlns:a16="http://schemas.microsoft.com/office/drawing/2014/main" id="{85CD650B-4172-1EED-F2C8-B51E0A8088CB}"/>
              </a:ext>
            </a:extLst>
          </p:cNvPr>
          <p:cNvSpPr>
            <a:spLocks noGrp="1"/>
          </p:cNvSpPr>
          <p:nvPr>
            <p:ph type="body" sz="quarter" idx="11" hasCustomPrompt="1"/>
          </p:nvPr>
        </p:nvSpPr>
        <p:spPr>
          <a:xfrm>
            <a:off x="4381500" y="4889352"/>
            <a:ext cx="3657600" cy="457200"/>
          </a:xfrm>
          <a:prstGeom prst="rect">
            <a:avLst/>
          </a:prstGeom>
        </p:spPr>
        <p:txBody>
          <a:bodyPr lIns="0" tIns="0" rIns="0" bIns="0">
            <a:noAutofit/>
          </a:bodyPr>
          <a:lstStyle>
            <a:lvl1pPr marL="0" indent="0" algn="ctr">
              <a:lnSpc>
                <a:spcPct val="100000"/>
              </a:lnSpc>
              <a:spcBef>
                <a:spcPts val="0"/>
              </a:spcBef>
              <a:buNone/>
              <a:defRPr sz="1800">
                <a:solidFill>
                  <a:schemeClr val="bg1"/>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err="1"/>
              <a:t>example@cpcc.edu</a:t>
            </a:r>
            <a:endParaRPr lang="en-US"/>
          </a:p>
        </p:txBody>
      </p:sp>
      <p:sp>
        <p:nvSpPr>
          <p:cNvPr id="12" name="Text Placeholder 12">
            <a:extLst>
              <a:ext uri="{FF2B5EF4-FFF2-40B4-BE49-F238E27FC236}">
                <a16:creationId xmlns:a16="http://schemas.microsoft.com/office/drawing/2014/main" id="{9C44B49B-C15A-A5F3-CE85-185791D0A086}"/>
              </a:ext>
            </a:extLst>
          </p:cNvPr>
          <p:cNvSpPr>
            <a:spLocks noGrp="1"/>
          </p:cNvSpPr>
          <p:nvPr>
            <p:ph type="body" sz="quarter" idx="12" hasCustomPrompt="1"/>
          </p:nvPr>
        </p:nvSpPr>
        <p:spPr>
          <a:xfrm>
            <a:off x="9047181" y="4889352"/>
            <a:ext cx="2375354" cy="457200"/>
          </a:xfrm>
          <a:prstGeom prst="rect">
            <a:avLst/>
          </a:prstGeom>
        </p:spPr>
        <p:txBody>
          <a:bodyPr lIns="0" tIns="0" rIns="0" bIns="0">
            <a:noAutofit/>
          </a:bodyPr>
          <a:lstStyle>
            <a:lvl1pPr marL="0" indent="0" algn="r">
              <a:lnSpc>
                <a:spcPct val="100000"/>
              </a:lnSpc>
              <a:spcBef>
                <a:spcPts val="0"/>
              </a:spcBef>
              <a:buNone/>
              <a:defRPr sz="1800" b="0" i="0">
                <a:solidFill>
                  <a:schemeClr val="bg1"/>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r>
              <a:rPr lang="en-US" sz="1800" b="0" i="0">
                <a:solidFill>
                  <a:schemeClr val="bg2"/>
                </a:solidFill>
                <a:latin typeface="Franklin Gothic Book" panose="020B05030201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cpcc.edu</a:t>
            </a:r>
            <a:endParaRPr lang="en-US" sz="1800" b="0" i="0">
              <a:solidFill>
                <a:schemeClr val="bg2"/>
              </a:solidFill>
              <a:latin typeface="Franklin Gothic Book" panose="020B0503020102020204" pitchFamily="34" charset="0"/>
              <a:cs typeface="Arial" panose="020B0604020202020204" pitchFamily="34" charset="0"/>
            </a:endParaRPr>
          </a:p>
        </p:txBody>
      </p:sp>
      <p:sp>
        <p:nvSpPr>
          <p:cNvPr id="5" name="Slide Number Placeholder 16">
            <a:extLst>
              <a:ext uri="{FF2B5EF4-FFF2-40B4-BE49-F238E27FC236}">
                <a16:creationId xmlns:a16="http://schemas.microsoft.com/office/drawing/2014/main" id="{F8C629D8-3B8D-0E96-5E60-53335C243587}"/>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5C93F13-51E0-A44C-ACC3-7665A8CE48D7}"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6" name="Picture 5" descr="Central Piedmont Community College logo icon">
            <a:extLst>
              <a:ext uri="{FF2B5EF4-FFF2-40B4-BE49-F238E27FC236}">
                <a16:creationId xmlns:a16="http://schemas.microsoft.com/office/drawing/2014/main" id="{6C5CBAC2-172F-F0E8-9C12-67A061F68958}"/>
              </a:ext>
            </a:extLst>
          </p:cNvPr>
          <p:cNvPicPr>
            <a:picLocks noChangeAspect="1"/>
          </p:cNvPicPr>
          <p:nvPr userDrawn="1"/>
        </p:nvPicPr>
        <p:blipFill>
          <a:blip r:embed="rId3"/>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503945172"/>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hank You - gold">
    <p:bg>
      <p:bgPr>
        <a:solidFill>
          <a:schemeClr val="bg1"/>
        </a:solidFill>
        <a:effectLst/>
      </p:bgPr>
    </p:bg>
    <p:spTree>
      <p:nvGrpSpPr>
        <p:cNvPr id="1" name=""/>
        <p:cNvGrpSpPr/>
        <p:nvPr/>
      </p:nvGrpSpPr>
      <p:grpSpPr>
        <a:xfrm>
          <a:off x="0" y="0"/>
          <a:ext cx="0" cy="0"/>
          <a:chOff x="0" y="0"/>
          <a:chExt cx="0" cy="0"/>
        </a:xfrm>
      </p:grpSpPr>
      <p:sp>
        <p:nvSpPr>
          <p:cNvPr id="11" name="Title 5">
            <a:extLst>
              <a:ext uri="{FF2B5EF4-FFF2-40B4-BE49-F238E27FC236}">
                <a16:creationId xmlns:a16="http://schemas.microsoft.com/office/drawing/2014/main" id="{146904B6-7370-85C6-7EF0-2053849EAC08}"/>
              </a:ext>
            </a:extLst>
          </p:cNvPr>
          <p:cNvSpPr>
            <a:spLocks noGrp="1"/>
          </p:cNvSpPr>
          <p:nvPr>
            <p:ph type="title" hasCustomPrompt="1"/>
          </p:nvPr>
        </p:nvSpPr>
        <p:spPr>
          <a:xfrm>
            <a:off x="731520" y="2066474"/>
            <a:ext cx="10698480" cy="2141611"/>
          </a:xfrm>
        </p:spPr>
        <p:txBody>
          <a:bodyPr>
            <a:noAutofit/>
          </a:bodyPr>
          <a:lstStyle>
            <a:lvl1pPr algn="ctr">
              <a:defRPr sz="12000" b="1" i="0">
                <a:solidFill>
                  <a:schemeClr val="tx2"/>
                </a:solidFill>
                <a:latin typeface="Franklin Gothic Heavy" panose="020B0603020102020204" pitchFamily="34" charset="0"/>
              </a:defRPr>
            </a:lvl1pPr>
          </a:lstStyle>
          <a:p>
            <a:r>
              <a:rPr lang="en-US" dirty="0"/>
              <a:t>Thank you!</a:t>
            </a:r>
          </a:p>
        </p:txBody>
      </p:sp>
      <p:cxnSp>
        <p:nvCxnSpPr>
          <p:cNvPr id="4" name="Straight Connector 3">
            <a:extLst>
              <a:ext uri="{FF2B5EF4-FFF2-40B4-BE49-F238E27FC236}">
                <a16:creationId xmlns:a16="http://schemas.microsoft.com/office/drawing/2014/main" id="{06EF9961-D330-ED2B-9369-AF27940B7607}"/>
              </a:ext>
              <a:ext uri="{C183D7F6-B498-43B3-948B-1728B52AA6E4}">
                <adec:decorative xmlns:adec="http://schemas.microsoft.com/office/drawing/2017/decorative" val="1"/>
              </a:ext>
            </a:extLst>
          </p:cNvPr>
          <p:cNvCxnSpPr>
            <a:cxnSpLocks/>
          </p:cNvCxnSpPr>
          <p:nvPr userDrawn="1"/>
        </p:nvCxnSpPr>
        <p:spPr>
          <a:xfrm>
            <a:off x="731520" y="4754880"/>
            <a:ext cx="106984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ext Placeholder 12">
            <a:extLst>
              <a:ext uri="{FF2B5EF4-FFF2-40B4-BE49-F238E27FC236}">
                <a16:creationId xmlns:a16="http://schemas.microsoft.com/office/drawing/2014/main" id="{79AEAFE9-E32D-A448-AB6D-2BB9A0008326}"/>
              </a:ext>
            </a:extLst>
          </p:cNvPr>
          <p:cNvSpPr>
            <a:spLocks noGrp="1"/>
          </p:cNvSpPr>
          <p:nvPr>
            <p:ph type="body" sz="quarter" idx="10" hasCustomPrompt="1"/>
          </p:nvPr>
        </p:nvSpPr>
        <p:spPr>
          <a:xfrm>
            <a:off x="731520" y="4889352"/>
            <a:ext cx="2209800" cy="457200"/>
          </a:xfrm>
          <a:prstGeom prst="rect">
            <a:avLst/>
          </a:prstGeom>
        </p:spPr>
        <p:txBody>
          <a:bodyPr lIns="0" tIns="0" rIns="0" bIns="0">
            <a:noAutofit/>
          </a:bodyPr>
          <a:lstStyle>
            <a:lvl1pPr marL="0" indent="0">
              <a:lnSpc>
                <a:spcPct val="100000"/>
              </a:lnSpc>
              <a:spcBef>
                <a:spcPts val="0"/>
              </a:spcBef>
              <a:buNone/>
              <a:defRPr sz="1800">
                <a:solidFill>
                  <a:schemeClr val="tx2"/>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a:t>123-456-7890</a:t>
            </a:r>
          </a:p>
        </p:txBody>
      </p:sp>
      <p:sp>
        <p:nvSpPr>
          <p:cNvPr id="6" name="Text Placeholder 12">
            <a:extLst>
              <a:ext uri="{FF2B5EF4-FFF2-40B4-BE49-F238E27FC236}">
                <a16:creationId xmlns:a16="http://schemas.microsoft.com/office/drawing/2014/main" id="{1F62B9B5-0CAD-2DB8-F463-4EB1C0EB3C01}"/>
              </a:ext>
            </a:extLst>
          </p:cNvPr>
          <p:cNvSpPr>
            <a:spLocks noGrp="1"/>
          </p:cNvSpPr>
          <p:nvPr>
            <p:ph type="body" sz="quarter" idx="11" hasCustomPrompt="1"/>
          </p:nvPr>
        </p:nvSpPr>
        <p:spPr>
          <a:xfrm>
            <a:off x="4381500" y="4889352"/>
            <a:ext cx="3657600" cy="457200"/>
          </a:xfrm>
          <a:prstGeom prst="rect">
            <a:avLst/>
          </a:prstGeom>
        </p:spPr>
        <p:txBody>
          <a:bodyPr lIns="0" tIns="0" rIns="0" bIns="0">
            <a:noAutofit/>
          </a:bodyPr>
          <a:lstStyle>
            <a:lvl1pPr marL="0" indent="0" algn="ctr">
              <a:lnSpc>
                <a:spcPct val="100000"/>
              </a:lnSpc>
              <a:spcBef>
                <a:spcPts val="0"/>
              </a:spcBef>
              <a:buNone/>
              <a:defRPr sz="1800">
                <a:solidFill>
                  <a:schemeClr val="tx2"/>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err="1"/>
              <a:t>example@cpcc.edu</a:t>
            </a:r>
            <a:endParaRPr lang="en-US"/>
          </a:p>
        </p:txBody>
      </p:sp>
      <p:sp>
        <p:nvSpPr>
          <p:cNvPr id="7" name="Text Placeholder 12">
            <a:extLst>
              <a:ext uri="{FF2B5EF4-FFF2-40B4-BE49-F238E27FC236}">
                <a16:creationId xmlns:a16="http://schemas.microsoft.com/office/drawing/2014/main" id="{E656442B-7C6E-9737-EFAB-75B51A60A28E}"/>
              </a:ext>
            </a:extLst>
          </p:cNvPr>
          <p:cNvSpPr>
            <a:spLocks noGrp="1"/>
          </p:cNvSpPr>
          <p:nvPr>
            <p:ph type="body" sz="quarter" idx="12" hasCustomPrompt="1"/>
          </p:nvPr>
        </p:nvSpPr>
        <p:spPr>
          <a:xfrm>
            <a:off x="9047181" y="4889352"/>
            <a:ext cx="2375354" cy="457200"/>
          </a:xfrm>
          <a:prstGeom prst="rect">
            <a:avLst/>
          </a:prstGeom>
        </p:spPr>
        <p:txBody>
          <a:bodyPr lIns="0" tIns="0" rIns="0" bIns="0">
            <a:noAutofit/>
          </a:bodyPr>
          <a:lstStyle>
            <a:lvl1pPr marL="0" marR="0" indent="0" algn="r" defTabSz="91440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sz="1800" b="0" i="0">
                <a:solidFill>
                  <a:schemeClr val="tx2"/>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marL="0" marR="0" lvl="0" indent="0" algn="r" defTabSz="91440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en-US" sz="1800" b="0" i="0">
                <a:solidFill>
                  <a:schemeClr val="tx2"/>
                </a:solidFill>
                <a:latin typeface="Franklin Gothic Book" panose="020B0503020102020204" pitchFamily="34" charset="0"/>
                <a:cs typeface="Arial" panose="020B0604020202020204" pitchFamily="34" charset="0"/>
                <a:hlinkClick r:id="rId2"/>
              </a:rPr>
              <a:t>cpcc.edu</a:t>
            </a:r>
            <a:endParaRPr lang="en-US" sz="1800" b="0" i="0">
              <a:solidFill>
                <a:schemeClr val="tx2"/>
              </a:solidFill>
              <a:latin typeface="Franklin Gothic Book" panose="020B0503020102020204" pitchFamily="34" charset="0"/>
              <a:cs typeface="Arial" panose="020B0604020202020204" pitchFamily="34" charset="0"/>
            </a:endParaRPr>
          </a:p>
        </p:txBody>
      </p:sp>
      <p:sp>
        <p:nvSpPr>
          <p:cNvPr id="8" name="Slide Number Placeholder 16">
            <a:extLst>
              <a:ext uri="{FF2B5EF4-FFF2-40B4-BE49-F238E27FC236}">
                <a16:creationId xmlns:a16="http://schemas.microsoft.com/office/drawing/2014/main" id="{121F48E6-8CB4-982A-BF0E-1874B5A71509}"/>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B39B288-2398-F340-A637-B418BEC68A2B}"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9" name="Picture 8" descr="Central Piedmont Community College logo icon">
            <a:extLst>
              <a:ext uri="{FF2B5EF4-FFF2-40B4-BE49-F238E27FC236}">
                <a16:creationId xmlns:a16="http://schemas.microsoft.com/office/drawing/2014/main" id="{244F807B-69E9-0A85-D95B-FFC6A5430818}"/>
              </a:ext>
            </a:extLst>
          </p:cNvPr>
          <p:cNvPicPr>
            <a:picLocks noChangeAspect="1"/>
          </p:cNvPicPr>
          <p:nvPr userDrawn="1"/>
        </p:nvPicPr>
        <p:blipFill>
          <a:blip r:embed="rId3"/>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262954533"/>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Questions - gray">
    <p:bg>
      <p:bgPr>
        <a:solidFill>
          <a:schemeClr val="bg1"/>
        </a:solidFill>
        <a:effectLst/>
      </p:bgPr>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CF0CD795-B3B1-AE90-BD67-42B30955748D}"/>
              </a:ext>
            </a:extLst>
          </p:cNvPr>
          <p:cNvSpPr>
            <a:spLocks noGrp="1"/>
          </p:cNvSpPr>
          <p:nvPr>
            <p:ph type="title" hasCustomPrompt="1"/>
          </p:nvPr>
        </p:nvSpPr>
        <p:spPr>
          <a:xfrm>
            <a:off x="731520" y="1912468"/>
            <a:ext cx="10698480" cy="2141611"/>
          </a:xfrm>
        </p:spPr>
        <p:txBody>
          <a:bodyPr>
            <a:noAutofit/>
          </a:bodyPr>
          <a:lstStyle>
            <a:lvl1pPr algn="ctr">
              <a:defRPr sz="10000" b="1" i="0">
                <a:solidFill>
                  <a:schemeClr val="tx2"/>
                </a:solidFill>
                <a:latin typeface="Franklin Gothic Heavy" panose="020B0603020102020204" pitchFamily="34" charset="0"/>
              </a:defRPr>
            </a:lvl1pPr>
          </a:lstStyle>
          <a:p>
            <a:r>
              <a:rPr lang="en-US" dirty="0"/>
              <a:t>Questions?</a:t>
            </a:r>
          </a:p>
        </p:txBody>
      </p:sp>
      <p:cxnSp>
        <p:nvCxnSpPr>
          <p:cNvPr id="9" name="Straight Connector 8">
            <a:extLst>
              <a:ext uri="{FF2B5EF4-FFF2-40B4-BE49-F238E27FC236}">
                <a16:creationId xmlns:a16="http://schemas.microsoft.com/office/drawing/2014/main" id="{D899A676-3AED-5182-95D4-48D06A96DDA8}"/>
              </a:ext>
              <a:ext uri="{C183D7F6-B498-43B3-948B-1728B52AA6E4}">
                <adec:decorative xmlns:adec="http://schemas.microsoft.com/office/drawing/2017/decorative" val="1"/>
              </a:ext>
            </a:extLst>
          </p:cNvPr>
          <p:cNvCxnSpPr>
            <a:cxnSpLocks/>
          </p:cNvCxnSpPr>
          <p:nvPr userDrawn="1"/>
        </p:nvCxnSpPr>
        <p:spPr>
          <a:xfrm>
            <a:off x="731520" y="4754880"/>
            <a:ext cx="106984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 Placeholder 12">
            <a:extLst>
              <a:ext uri="{FF2B5EF4-FFF2-40B4-BE49-F238E27FC236}">
                <a16:creationId xmlns:a16="http://schemas.microsoft.com/office/drawing/2014/main" id="{90C04DB6-0E9C-54BB-8A07-27BCE69D3A1D}"/>
              </a:ext>
            </a:extLst>
          </p:cNvPr>
          <p:cNvSpPr>
            <a:spLocks noGrp="1"/>
          </p:cNvSpPr>
          <p:nvPr>
            <p:ph type="body" sz="quarter" idx="10" hasCustomPrompt="1"/>
          </p:nvPr>
        </p:nvSpPr>
        <p:spPr>
          <a:xfrm>
            <a:off x="731520" y="4889352"/>
            <a:ext cx="2209800" cy="457200"/>
          </a:xfrm>
          <a:prstGeom prst="rect">
            <a:avLst/>
          </a:prstGeom>
        </p:spPr>
        <p:txBody>
          <a:bodyPr lIns="0" tIns="0" rIns="0" bIns="0">
            <a:noAutofit/>
          </a:bodyPr>
          <a:lstStyle>
            <a:lvl1pPr marL="0" indent="0">
              <a:lnSpc>
                <a:spcPct val="100000"/>
              </a:lnSpc>
              <a:spcBef>
                <a:spcPts val="0"/>
              </a:spcBef>
              <a:buNone/>
              <a:defRPr sz="1800">
                <a:solidFill>
                  <a:schemeClr val="tx2"/>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a:t>123-456-7890</a:t>
            </a:r>
          </a:p>
        </p:txBody>
      </p:sp>
      <p:sp>
        <p:nvSpPr>
          <p:cNvPr id="12" name="Text Placeholder 12">
            <a:extLst>
              <a:ext uri="{FF2B5EF4-FFF2-40B4-BE49-F238E27FC236}">
                <a16:creationId xmlns:a16="http://schemas.microsoft.com/office/drawing/2014/main" id="{A63D6975-B275-73D9-0A1B-78843C93CD0C}"/>
              </a:ext>
            </a:extLst>
          </p:cNvPr>
          <p:cNvSpPr>
            <a:spLocks noGrp="1"/>
          </p:cNvSpPr>
          <p:nvPr>
            <p:ph type="body" sz="quarter" idx="11" hasCustomPrompt="1"/>
          </p:nvPr>
        </p:nvSpPr>
        <p:spPr>
          <a:xfrm>
            <a:off x="4381500" y="4889352"/>
            <a:ext cx="3657600" cy="457200"/>
          </a:xfrm>
          <a:prstGeom prst="rect">
            <a:avLst/>
          </a:prstGeom>
        </p:spPr>
        <p:txBody>
          <a:bodyPr lIns="0" tIns="0" rIns="0" bIns="0">
            <a:noAutofit/>
          </a:bodyPr>
          <a:lstStyle>
            <a:lvl1pPr marL="0" indent="0" algn="ctr">
              <a:lnSpc>
                <a:spcPct val="100000"/>
              </a:lnSpc>
              <a:spcBef>
                <a:spcPts val="0"/>
              </a:spcBef>
              <a:buNone/>
              <a:defRPr sz="1800">
                <a:solidFill>
                  <a:schemeClr val="tx2"/>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err="1"/>
              <a:t>example@cpcc.edu</a:t>
            </a:r>
            <a:endParaRPr lang="en-US"/>
          </a:p>
        </p:txBody>
      </p:sp>
      <p:sp>
        <p:nvSpPr>
          <p:cNvPr id="13" name="Text Placeholder 12">
            <a:extLst>
              <a:ext uri="{FF2B5EF4-FFF2-40B4-BE49-F238E27FC236}">
                <a16:creationId xmlns:a16="http://schemas.microsoft.com/office/drawing/2014/main" id="{E0B77330-363D-93F1-9F84-3CCD4E31DA2B}"/>
              </a:ext>
            </a:extLst>
          </p:cNvPr>
          <p:cNvSpPr>
            <a:spLocks noGrp="1"/>
          </p:cNvSpPr>
          <p:nvPr>
            <p:ph type="body" sz="quarter" idx="12" hasCustomPrompt="1"/>
          </p:nvPr>
        </p:nvSpPr>
        <p:spPr>
          <a:xfrm>
            <a:off x="9047181" y="4889352"/>
            <a:ext cx="2375354" cy="457200"/>
          </a:xfrm>
          <a:prstGeom prst="rect">
            <a:avLst/>
          </a:prstGeom>
        </p:spPr>
        <p:txBody>
          <a:bodyPr lIns="0" tIns="0" rIns="0" bIns="0">
            <a:noAutofit/>
          </a:bodyPr>
          <a:lstStyle>
            <a:lvl1pPr marL="0" marR="0" indent="0" algn="r" defTabSz="91440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sz="1800" b="0" i="0">
                <a:solidFill>
                  <a:schemeClr val="tx2"/>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marL="0" marR="0" lvl="0" indent="0" algn="r" defTabSz="91440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en-US" sz="1800" b="0" i="0">
                <a:solidFill>
                  <a:schemeClr val="tx2"/>
                </a:solidFill>
                <a:latin typeface="Franklin Gothic Book" panose="020B0503020102020204" pitchFamily="34" charset="0"/>
                <a:cs typeface="Arial" panose="020B0604020202020204" pitchFamily="34" charset="0"/>
                <a:hlinkClick r:id="rId2"/>
              </a:rPr>
              <a:t>cpcc.edu</a:t>
            </a:r>
            <a:endParaRPr lang="en-US" sz="1800" b="0" i="0">
              <a:solidFill>
                <a:schemeClr val="tx2"/>
              </a:solidFill>
              <a:latin typeface="Franklin Gothic Book" panose="020B0503020102020204" pitchFamily="34" charset="0"/>
              <a:cs typeface="Arial" panose="020B0604020202020204" pitchFamily="34" charset="0"/>
            </a:endParaRPr>
          </a:p>
        </p:txBody>
      </p:sp>
      <p:sp>
        <p:nvSpPr>
          <p:cNvPr id="5" name="Slide Number Placeholder 16">
            <a:extLst>
              <a:ext uri="{FF2B5EF4-FFF2-40B4-BE49-F238E27FC236}">
                <a16:creationId xmlns:a16="http://schemas.microsoft.com/office/drawing/2014/main" id="{0D3903C9-C02A-CBB4-A97F-B7FCBBC5EE0C}"/>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16B9B52-C04F-1A4F-8899-30E10DB34499}"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6" name="Picture 5" descr="Central Piedmont Community College logo icon">
            <a:extLst>
              <a:ext uri="{FF2B5EF4-FFF2-40B4-BE49-F238E27FC236}">
                <a16:creationId xmlns:a16="http://schemas.microsoft.com/office/drawing/2014/main" id="{8EDCAFB5-CF77-07CC-8F2E-7B0FC52D5EA2}"/>
              </a:ext>
            </a:extLst>
          </p:cNvPr>
          <p:cNvPicPr>
            <a:picLocks noChangeAspect="1"/>
          </p:cNvPicPr>
          <p:nvPr userDrawn="1"/>
        </p:nvPicPr>
        <p:blipFill>
          <a:blip r:embed="rId3"/>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287117829"/>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Big Text Questions - gray">
    <p:bg>
      <p:bgPr>
        <a:solidFill>
          <a:schemeClr val="tx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611CF-C2BA-2667-8034-626A64C1E76B}"/>
              </a:ext>
            </a:extLst>
          </p:cNvPr>
          <p:cNvSpPr>
            <a:spLocks noGrp="1"/>
          </p:cNvSpPr>
          <p:nvPr>
            <p:ph type="title" hasCustomPrompt="1"/>
          </p:nvPr>
        </p:nvSpPr>
        <p:spPr>
          <a:xfrm>
            <a:off x="731520" y="1912468"/>
            <a:ext cx="10698480" cy="2141611"/>
          </a:xfrm>
        </p:spPr>
        <p:txBody>
          <a:bodyPr>
            <a:noAutofit/>
          </a:bodyPr>
          <a:lstStyle>
            <a:lvl1pPr algn="ctr">
              <a:defRPr sz="10000" b="1" i="0">
                <a:solidFill>
                  <a:schemeClr val="bg1"/>
                </a:solidFill>
                <a:latin typeface="Franklin Gothic Heavy" panose="020B0603020102020204" pitchFamily="34" charset="0"/>
              </a:defRPr>
            </a:lvl1pPr>
          </a:lstStyle>
          <a:p>
            <a:r>
              <a:rPr lang="en-US" dirty="0"/>
              <a:t>Questions?</a:t>
            </a:r>
          </a:p>
        </p:txBody>
      </p:sp>
      <p:cxnSp>
        <p:nvCxnSpPr>
          <p:cNvPr id="9" name="Straight Connector 8">
            <a:extLst>
              <a:ext uri="{FF2B5EF4-FFF2-40B4-BE49-F238E27FC236}">
                <a16:creationId xmlns:a16="http://schemas.microsoft.com/office/drawing/2014/main" id="{D899A676-3AED-5182-95D4-48D06A96DDA8}"/>
              </a:ext>
              <a:ext uri="{C183D7F6-B498-43B3-948B-1728B52AA6E4}">
                <adec:decorative xmlns:adec="http://schemas.microsoft.com/office/drawing/2017/decorative" val="1"/>
              </a:ext>
            </a:extLst>
          </p:cNvPr>
          <p:cNvCxnSpPr>
            <a:cxnSpLocks/>
          </p:cNvCxnSpPr>
          <p:nvPr userDrawn="1"/>
        </p:nvCxnSpPr>
        <p:spPr>
          <a:xfrm>
            <a:off x="731520" y="4754880"/>
            <a:ext cx="106984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 Placeholder 12">
            <a:extLst>
              <a:ext uri="{FF2B5EF4-FFF2-40B4-BE49-F238E27FC236}">
                <a16:creationId xmlns:a16="http://schemas.microsoft.com/office/drawing/2014/main" id="{90C04DB6-0E9C-54BB-8A07-27BCE69D3A1D}"/>
              </a:ext>
            </a:extLst>
          </p:cNvPr>
          <p:cNvSpPr>
            <a:spLocks noGrp="1"/>
          </p:cNvSpPr>
          <p:nvPr>
            <p:ph type="body" sz="quarter" idx="10" hasCustomPrompt="1"/>
          </p:nvPr>
        </p:nvSpPr>
        <p:spPr>
          <a:xfrm>
            <a:off x="731520" y="4889352"/>
            <a:ext cx="2209800" cy="457200"/>
          </a:xfrm>
          <a:prstGeom prst="rect">
            <a:avLst/>
          </a:prstGeom>
        </p:spPr>
        <p:txBody>
          <a:bodyPr lIns="0" tIns="0" rIns="0" bIns="0">
            <a:noAutofit/>
          </a:bodyPr>
          <a:lstStyle>
            <a:lvl1pPr marL="0" indent="0">
              <a:lnSpc>
                <a:spcPct val="100000"/>
              </a:lnSpc>
              <a:spcBef>
                <a:spcPts val="0"/>
              </a:spcBef>
              <a:buNone/>
              <a:defRPr sz="1800">
                <a:solidFill>
                  <a:schemeClr val="bg1"/>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a:t>123-456-7890</a:t>
            </a:r>
          </a:p>
        </p:txBody>
      </p:sp>
      <p:sp>
        <p:nvSpPr>
          <p:cNvPr id="12" name="Text Placeholder 12">
            <a:extLst>
              <a:ext uri="{FF2B5EF4-FFF2-40B4-BE49-F238E27FC236}">
                <a16:creationId xmlns:a16="http://schemas.microsoft.com/office/drawing/2014/main" id="{A63D6975-B275-73D9-0A1B-78843C93CD0C}"/>
              </a:ext>
            </a:extLst>
          </p:cNvPr>
          <p:cNvSpPr>
            <a:spLocks noGrp="1"/>
          </p:cNvSpPr>
          <p:nvPr>
            <p:ph type="body" sz="quarter" idx="11" hasCustomPrompt="1"/>
          </p:nvPr>
        </p:nvSpPr>
        <p:spPr>
          <a:xfrm>
            <a:off x="4381500" y="4889352"/>
            <a:ext cx="3657600" cy="457200"/>
          </a:xfrm>
          <a:prstGeom prst="rect">
            <a:avLst/>
          </a:prstGeom>
        </p:spPr>
        <p:txBody>
          <a:bodyPr lIns="0" tIns="0" rIns="0" bIns="0">
            <a:noAutofit/>
          </a:bodyPr>
          <a:lstStyle>
            <a:lvl1pPr marL="0" indent="0" algn="ctr">
              <a:lnSpc>
                <a:spcPct val="100000"/>
              </a:lnSpc>
              <a:spcBef>
                <a:spcPts val="0"/>
              </a:spcBef>
              <a:buNone/>
              <a:defRPr sz="1800">
                <a:solidFill>
                  <a:schemeClr val="bg1"/>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err="1"/>
              <a:t>example@cpcc.edu</a:t>
            </a:r>
            <a:endParaRPr lang="en-US"/>
          </a:p>
        </p:txBody>
      </p:sp>
      <p:sp>
        <p:nvSpPr>
          <p:cNvPr id="13" name="Text Placeholder 12">
            <a:extLst>
              <a:ext uri="{FF2B5EF4-FFF2-40B4-BE49-F238E27FC236}">
                <a16:creationId xmlns:a16="http://schemas.microsoft.com/office/drawing/2014/main" id="{E0B77330-363D-93F1-9F84-3CCD4E31DA2B}"/>
              </a:ext>
            </a:extLst>
          </p:cNvPr>
          <p:cNvSpPr>
            <a:spLocks noGrp="1"/>
          </p:cNvSpPr>
          <p:nvPr>
            <p:ph type="body" sz="quarter" idx="12" hasCustomPrompt="1"/>
          </p:nvPr>
        </p:nvSpPr>
        <p:spPr>
          <a:xfrm>
            <a:off x="9047181" y="4889352"/>
            <a:ext cx="2375354" cy="457200"/>
          </a:xfrm>
          <a:prstGeom prst="rect">
            <a:avLst/>
          </a:prstGeom>
        </p:spPr>
        <p:txBody>
          <a:bodyPr lIns="0" tIns="0" rIns="0" bIns="0">
            <a:noAutofit/>
          </a:bodyPr>
          <a:lstStyle>
            <a:lvl1pPr marL="0" indent="0" algn="r">
              <a:lnSpc>
                <a:spcPct val="100000"/>
              </a:lnSpc>
              <a:spcBef>
                <a:spcPts val="0"/>
              </a:spcBef>
              <a:buNone/>
              <a:defRPr sz="1800" b="0" i="0">
                <a:solidFill>
                  <a:schemeClr val="bg1"/>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r>
              <a:rPr lang="en-US" sz="1800" b="0" i="0">
                <a:solidFill>
                  <a:schemeClr val="bg2"/>
                </a:solidFill>
                <a:latin typeface="Franklin Gothic Book" panose="020B05030201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cpcc.edu</a:t>
            </a:r>
            <a:endParaRPr lang="en-US" sz="1800" b="0" i="0">
              <a:solidFill>
                <a:schemeClr val="bg2"/>
              </a:solidFill>
              <a:latin typeface="Franklin Gothic Book" panose="020B0503020102020204" pitchFamily="34" charset="0"/>
              <a:cs typeface="Arial" panose="020B0604020202020204" pitchFamily="34" charset="0"/>
            </a:endParaRPr>
          </a:p>
        </p:txBody>
      </p:sp>
      <p:sp>
        <p:nvSpPr>
          <p:cNvPr id="2" name="Slide Number Placeholder 16">
            <a:extLst>
              <a:ext uri="{FF2B5EF4-FFF2-40B4-BE49-F238E27FC236}">
                <a16:creationId xmlns:a16="http://schemas.microsoft.com/office/drawing/2014/main" id="{4B342D9E-55ED-0FC6-A719-DF8FFE33C326}"/>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7AF8C57-CFA6-B148-994F-8FBF6CAFF5F4}"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0E01D0EB-04F4-30C5-70D0-2F545F7EC5ED}"/>
              </a:ext>
            </a:extLst>
          </p:cNvPr>
          <p:cNvPicPr>
            <a:picLocks noChangeAspect="1"/>
          </p:cNvPicPr>
          <p:nvPr userDrawn="1"/>
        </p:nvPicPr>
        <p:blipFill>
          <a:blip r:embed="rId3"/>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838382982"/>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End - white">
    <p:bg>
      <p:bgPr>
        <a:solidFill>
          <a:schemeClr val="bg1"/>
        </a:solidFill>
        <a:effectLst/>
      </p:bgPr>
    </p:bg>
    <p:spTree>
      <p:nvGrpSpPr>
        <p:cNvPr id="1" name=""/>
        <p:cNvGrpSpPr/>
        <p:nvPr/>
      </p:nvGrpSpPr>
      <p:grpSpPr>
        <a:xfrm>
          <a:off x="0" y="0"/>
          <a:ext cx="0" cy="0"/>
          <a:chOff x="0" y="0"/>
          <a:chExt cx="0" cy="0"/>
        </a:xfrm>
      </p:grpSpPr>
      <p:pic>
        <p:nvPicPr>
          <p:cNvPr id="9" name="Picture 8" descr="Central Piedmont Community College logo icon">
            <a:extLst>
              <a:ext uri="{FF2B5EF4-FFF2-40B4-BE49-F238E27FC236}">
                <a16:creationId xmlns:a16="http://schemas.microsoft.com/office/drawing/2014/main" id="{94A68B6B-D01D-5948-B909-22E97317FD39}"/>
              </a:ext>
            </a:extLst>
          </p:cNvPr>
          <p:cNvPicPr>
            <a:picLocks noChangeAspect="1"/>
          </p:cNvPicPr>
          <p:nvPr userDrawn="1"/>
        </p:nvPicPr>
        <p:blipFill>
          <a:blip r:embed="rId2"/>
          <a:stretch>
            <a:fillRect/>
          </a:stretch>
        </p:blipFill>
        <p:spPr>
          <a:xfrm>
            <a:off x="2048044" y="2377797"/>
            <a:ext cx="2137753" cy="2149782"/>
          </a:xfrm>
          <a:prstGeom prst="rect">
            <a:avLst/>
          </a:prstGeom>
        </p:spPr>
      </p:pic>
      <p:pic>
        <p:nvPicPr>
          <p:cNvPr id="3" name="Graphic 2" descr="Telephone icon">
            <a:extLst>
              <a:ext uri="{FF2B5EF4-FFF2-40B4-BE49-F238E27FC236}">
                <a16:creationId xmlns:a16="http://schemas.microsoft.com/office/drawing/2014/main" id="{5230A556-4416-DFD1-E1CD-31C9BB622E5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85312" y="2184735"/>
            <a:ext cx="810688" cy="810688"/>
          </a:xfrm>
          <a:prstGeom prst="rect">
            <a:avLst/>
          </a:prstGeom>
        </p:spPr>
      </p:pic>
      <p:sp>
        <p:nvSpPr>
          <p:cNvPr id="6" name="TextBox 5">
            <a:extLst>
              <a:ext uri="{FF2B5EF4-FFF2-40B4-BE49-F238E27FC236}">
                <a16:creationId xmlns:a16="http://schemas.microsoft.com/office/drawing/2014/main" id="{224F3ED7-7EF8-2758-6428-766E3E299AA6}"/>
              </a:ext>
            </a:extLst>
          </p:cNvPr>
          <p:cNvSpPr txBox="1"/>
          <p:nvPr userDrawn="1"/>
        </p:nvSpPr>
        <p:spPr>
          <a:xfrm>
            <a:off x="6150496" y="2377797"/>
            <a:ext cx="2268940" cy="400110"/>
          </a:xfrm>
          <a:prstGeom prst="rect">
            <a:avLst/>
          </a:prstGeom>
          <a:noFill/>
        </p:spPr>
        <p:txBody>
          <a:bodyPr wrap="square" lIns="0" rtlCol="0">
            <a:spAutoFit/>
          </a:bodyPr>
          <a:lstStyle/>
          <a:p>
            <a:r>
              <a:rPr lang="en-US" sz="2000" b="0" i="0">
                <a:solidFill>
                  <a:schemeClr val="tx2"/>
                </a:solidFill>
                <a:latin typeface="Franklin Gothic Book" panose="020B0503020102020204" pitchFamily="34" charset="0"/>
                <a:cs typeface="Arial" panose="020B0604020202020204" pitchFamily="34" charset="0"/>
              </a:rPr>
              <a:t>704-330-2722</a:t>
            </a:r>
          </a:p>
        </p:txBody>
      </p:sp>
      <p:pic>
        <p:nvPicPr>
          <p:cNvPr id="8" name="Graphic 7" descr="Global search icon">
            <a:extLst>
              <a:ext uri="{FF2B5EF4-FFF2-40B4-BE49-F238E27FC236}">
                <a16:creationId xmlns:a16="http://schemas.microsoft.com/office/drawing/2014/main" id="{4ED51C3E-6098-9EBC-1552-E73465D40B5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372133" y="3115036"/>
            <a:ext cx="637046" cy="637046"/>
          </a:xfrm>
          <a:prstGeom prst="rect">
            <a:avLst/>
          </a:prstGeom>
        </p:spPr>
      </p:pic>
      <p:sp>
        <p:nvSpPr>
          <p:cNvPr id="10" name="TextBox 9">
            <a:extLst>
              <a:ext uri="{FF2B5EF4-FFF2-40B4-BE49-F238E27FC236}">
                <a16:creationId xmlns:a16="http://schemas.microsoft.com/office/drawing/2014/main" id="{1C2C8B36-9B22-BCC9-8200-4B6D6662109C}"/>
              </a:ext>
            </a:extLst>
          </p:cNvPr>
          <p:cNvSpPr txBox="1"/>
          <p:nvPr userDrawn="1"/>
        </p:nvSpPr>
        <p:spPr>
          <a:xfrm>
            <a:off x="6150496" y="3221953"/>
            <a:ext cx="3333741" cy="400110"/>
          </a:xfrm>
          <a:prstGeom prst="rect">
            <a:avLst/>
          </a:prstGeom>
          <a:noFill/>
        </p:spPr>
        <p:txBody>
          <a:bodyPr wrap="square" lIns="0" rtlCol="0">
            <a:spAutoFit/>
          </a:bodyPr>
          <a:lstStyle/>
          <a:p>
            <a:r>
              <a:rPr lang="en-US" sz="2000" b="0" i="0">
                <a:solidFill>
                  <a:schemeClr val="tx2"/>
                </a:solidFill>
                <a:latin typeface="Franklin Gothic Book" panose="020B0503020102020204" pitchFamily="34" charset="0"/>
                <a:cs typeface="Arial" panose="020B0604020202020204" pitchFamily="34" charset="0"/>
                <a:hlinkClick r:id="rId7"/>
              </a:rPr>
              <a:t>cpcc.edu</a:t>
            </a:r>
            <a:endParaRPr lang="en-US" sz="2000" b="0" i="0">
              <a:solidFill>
                <a:schemeClr val="tx2"/>
              </a:solidFill>
              <a:latin typeface="Franklin Gothic Book" panose="020B0503020102020204" pitchFamily="34" charset="0"/>
              <a:cs typeface="Arial" panose="020B0604020202020204" pitchFamily="34" charset="0"/>
            </a:endParaRPr>
          </a:p>
        </p:txBody>
      </p:sp>
      <p:pic>
        <p:nvPicPr>
          <p:cNvPr id="5" name="Graphic 4" descr="Location pin icon">
            <a:extLst>
              <a:ext uri="{FF2B5EF4-FFF2-40B4-BE49-F238E27FC236}">
                <a16:creationId xmlns:a16="http://schemas.microsoft.com/office/drawing/2014/main" id="{204D7A4A-7A96-3610-C014-FBDEB441525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5388083" y="3867782"/>
            <a:ext cx="605147" cy="806863"/>
          </a:xfrm>
          <a:prstGeom prst="rect">
            <a:avLst/>
          </a:prstGeom>
        </p:spPr>
      </p:pic>
      <p:sp>
        <p:nvSpPr>
          <p:cNvPr id="11" name="TextBox 10">
            <a:extLst>
              <a:ext uri="{FF2B5EF4-FFF2-40B4-BE49-F238E27FC236}">
                <a16:creationId xmlns:a16="http://schemas.microsoft.com/office/drawing/2014/main" id="{9032936D-ADC8-0501-D596-B0FC2EDA5B20}"/>
              </a:ext>
            </a:extLst>
          </p:cNvPr>
          <p:cNvSpPr txBox="1"/>
          <p:nvPr userDrawn="1"/>
        </p:nvSpPr>
        <p:spPr>
          <a:xfrm>
            <a:off x="6150496" y="4066109"/>
            <a:ext cx="5473857" cy="400110"/>
          </a:xfrm>
          <a:prstGeom prst="rect">
            <a:avLst/>
          </a:prstGeom>
          <a:noFill/>
        </p:spPr>
        <p:txBody>
          <a:bodyPr wrap="square" lIns="0" rtlCol="0">
            <a:spAutoFit/>
          </a:bodyPr>
          <a:lstStyle/>
          <a:p>
            <a:r>
              <a:rPr lang="en-US" sz="2000" b="0" i="0">
                <a:solidFill>
                  <a:schemeClr val="tx2"/>
                </a:solidFill>
                <a:latin typeface="Franklin Gothic Book" panose="020B0503020102020204" pitchFamily="34" charset="0"/>
                <a:cs typeface="Arial" panose="020B0604020202020204" pitchFamily="34" charset="0"/>
              </a:rPr>
              <a:t>1201 Elizabeth Ave, Charlotte, NC 28204</a:t>
            </a:r>
          </a:p>
        </p:txBody>
      </p:sp>
      <p:sp>
        <p:nvSpPr>
          <p:cNvPr id="2" name="Slide Number Placeholder 16">
            <a:extLst>
              <a:ext uri="{FF2B5EF4-FFF2-40B4-BE49-F238E27FC236}">
                <a16:creationId xmlns:a16="http://schemas.microsoft.com/office/drawing/2014/main" id="{DF96D219-FD87-7850-A51D-87C7061CA914}"/>
              </a:ext>
            </a:extLst>
          </p:cNvPr>
          <p:cNvSpPr txBox="1">
            <a:spLocks/>
          </p:cNvSpPr>
          <p:nvPr userDrawn="1"/>
        </p:nvSpPr>
        <p:spPr>
          <a:xfrm>
            <a:off x="868680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B1A64C2-A447-4258-B7F3-1F0C328901A9}" type="slidenum">
              <a:rPr lang="en-US" sz="1200" b="0" i="0" smtClean="0">
                <a:solidFill>
                  <a:schemeClr val="tx2"/>
                </a:solidFill>
                <a:latin typeface="Franklin Gothic Medium" panose="020B0603020102020204" pitchFamily="34" charset="0"/>
              </a:rPr>
              <a:pPr algn="r"/>
              <a:t>‹#›</a:t>
            </a:fld>
            <a:endParaRPr lang="en-US" sz="1200" b="0" i="0" dirty="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81974598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End - gray">
    <p:bg>
      <p:bgPr>
        <a:solidFill>
          <a:schemeClr val="tx2"/>
        </a:solidFill>
        <a:effectLst/>
      </p:bgPr>
    </p:bg>
    <p:spTree>
      <p:nvGrpSpPr>
        <p:cNvPr id="1" name=""/>
        <p:cNvGrpSpPr/>
        <p:nvPr/>
      </p:nvGrpSpPr>
      <p:grpSpPr>
        <a:xfrm>
          <a:off x="0" y="0"/>
          <a:ext cx="0" cy="0"/>
          <a:chOff x="0" y="0"/>
          <a:chExt cx="0" cy="0"/>
        </a:xfrm>
      </p:grpSpPr>
      <p:pic>
        <p:nvPicPr>
          <p:cNvPr id="25" name="Picture 24" descr="Central Piedmont Community College logo icon">
            <a:extLst>
              <a:ext uri="{FF2B5EF4-FFF2-40B4-BE49-F238E27FC236}">
                <a16:creationId xmlns:a16="http://schemas.microsoft.com/office/drawing/2014/main" id="{42C45D0E-60F1-EA25-26AA-B4F2A0487972}"/>
              </a:ext>
            </a:extLst>
          </p:cNvPr>
          <p:cNvPicPr>
            <a:picLocks noChangeAspect="1"/>
          </p:cNvPicPr>
          <p:nvPr userDrawn="1"/>
        </p:nvPicPr>
        <p:blipFill>
          <a:blip r:embed="rId2"/>
          <a:stretch>
            <a:fillRect/>
          </a:stretch>
        </p:blipFill>
        <p:spPr>
          <a:xfrm>
            <a:off x="2048044" y="2377797"/>
            <a:ext cx="2137753" cy="2149782"/>
          </a:xfrm>
          <a:prstGeom prst="rect">
            <a:avLst/>
          </a:prstGeom>
        </p:spPr>
      </p:pic>
      <p:pic>
        <p:nvPicPr>
          <p:cNvPr id="7" name="Graphic 6" descr="Telephone icon">
            <a:extLst>
              <a:ext uri="{FF2B5EF4-FFF2-40B4-BE49-F238E27FC236}">
                <a16:creationId xmlns:a16="http://schemas.microsoft.com/office/drawing/2014/main" id="{0A8B849B-5242-BEBB-60D1-65537B78C86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85312" y="2184735"/>
            <a:ext cx="810688" cy="810688"/>
          </a:xfrm>
          <a:prstGeom prst="rect">
            <a:avLst/>
          </a:prstGeom>
        </p:spPr>
      </p:pic>
      <p:sp>
        <p:nvSpPr>
          <p:cNvPr id="22" name="TextBox 21">
            <a:extLst>
              <a:ext uri="{FF2B5EF4-FFF2-40B4-BE49-F238E27FC236}">
                <a16:creationId xmlns:a16="http://schemas.microsoft.com/office/drawing/2014/main" id="{096464C9-4BC7-B0FB-1584-950D318B6668}"/>
              </a:ext>
            </a:extLst>
          </p:cNvPr>
          <p:cNvSpPr txBox="1"/>
          <p:nvPr userDrawn="1"/>
        </p:nvSpPr>
        <p:spPr>
          <a:xfrm>
            <a:off x="6150496" y="2377797"/>
            <a:ext cx="2268940" cy="400110"/>
          </a:xfrm>
          <a:prstGeom prst="rect">
            <a:avLst/>
          </a:prstGeom>
          <a:noFill/>
        </p:spPr>
        <p:txBody>
          <a:bodyPr wrap="square" lIns="0" rtlCol="0">
            <a:spAutoFit/>
          </a:bodyPr>
          <a:lstStyle/>
          <a:p>
            <a:r>
              <a:rPr lang="en-US" sz="2000" b="0" i="0">
                <a:solidFill>
                  <a:schemeClr val="bg1"/>
                </a:solidFill>
                <a:latin typeface="Franklin Gothic Book" panose="020B0503020102020204" pitchFamily="34" charset="0"/>
                <a:cs typeface="Arial" panose="020B0604020202020204" pitchFamily="34" charset="0"/>
              </a:rPr>
              <a:t>704-330-2722</a:t>
            </a:r>
          </a:p>
        </p:txBody>
      </p:sp>
      <p:pic>
        <p:nvPicPr>
          <p:cNvPr id="9" name="Graphic 8" descr="Global search icon">
            <a:extLst>
              <a:ext uri="{FF2B5EF4-FFF2-40B4-BE49-F238E27FC236}">
                <a16:creationId xmlns:a16="http://schemas.microsoft.com/office/drawing/2014/main" id="{56D0406E-AE79-5AF7-E270-86C76671EC0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372133" y="3115036"/>
            <a:ext cx="637046" cy="637046"/>
          </a:xfrm>
          <a:prstGeom prst="rect">
            <a:avLst/>
          </a:prstGeom>
        </p:spPr>
      </p:pic>
      <p:sp>
        <p:nvSpPr>
          <p:cNvPr id="23" name="TextBox 22">
            <a:extLst>
              <a:ext uri="{FF2B5EF4-FFF2-40B4-BE49-F238E27FC236}">
                <a16:creationId xmlns:a16="http://schemas.microsoft.com/office/drawing/2014/main" id="{556AD36D-889B-3E17-95DB-6153AC2C8E23}"/>
              </a:ext>
            </a:extLst>
          </p:cNvPr>
          <p:cNvSpPr txBox="1"/>
          <p:nvPr userDrawn="1"/>
        </p:nvSpPr>
        <p:spPr>
          <a:xfrm>
            <a:off x="6150496" y="3221953"/>
            <a:ext cx="3333741" cy="400110"/>
          </a:xfrm>
          <a:prstGeom prst="rect">
            <a:avLst/>
          </a:prstGeom>
          <a:noFill/>
        </p:spPr>
        <p:txBody>
          <a:bodyPr wrap="square" lIns="0" rtlCol="0">
            <a:spAutoFit/>
          </a:bodyPr>
          <a:lstStyle/>
          <a:p>
            <a:r>
              <a:rPr lang="en-US" sz="2000" b="0" i="0">
                <a:solidFill>
                  <a:schemeClr val="bg2"/>
                </a:solidFill>
                <a:latin typeface="Franklin Gothic Book" panose="020B0503020102020204" pitchFamily="34" charset="0"/>
                <a:cs typeface="Arial" panose="020B0604020202020204" pitchFamily="34" charset="0"/>
                <a:hlinkClick r:id="rId7">
                  <a:extLst>
                    <a:ext uri="{A12FA001-AC4F-418D-AE19-62706E023703}">
                      <ahyp:hlinkClr xmlns:ahyp="http://schemas.microsoft.com/office/drawing/2018/hyperlinkcolor" val="tx"/>
                    </a:ext>
                  </a:extLst>
                </a:hlinkClick>
              </a:rPr>
              <a:t>cpcc.edu</a:t>
            </a:r>
            <a:endParaRPr lang="en-US" sz="2000" b="0" i="0">
              <a:solidFill>
                <a:schemeClr val="bg2"/>
              </a:solidFill>
              <a:latin typeface="Franklin Gothic Book" panose="020B0503020102020204" pitchFamily="34" charset="0"/>
              <a:cs typeface="Arial" panose="020B0604020202020204" pitchFamily="34" charset="0"/>
            </a:endParaRPr>
          </a:p>
        </p:txBody>
      </p:sp>
      <p:pic>
        <p:nvPicPr>
          <p:cNvPr id="8" name="Graphic 7" descr="Location pin icon">
            <a:extLst>
              <a:ext uri="{FF2B5EF4-FFF2-40B4-BE49-F238E27FC236}">
                <a16:creationId xmlns:a16="http://schemas.microsoft.com/office/drawing/2014/main" id="{A1A86977-0B47-8A2D-E82D-6EA7D618B09C}"/>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5388083" y="3867782"/>
            <a:ext cx="605147" cy="806863"/>
          </a:xfrm>
          <a:prstGeom prst="rect">
            <a:avLst/>
          </a:prstGeom>
        </p:spPr>
      </p:pic>
      <p:sp>
        <p:nvSpPr>
          <p:cNvPr id="24" name="TextBox 23">
            <a:extLst>
              <a:ext uri="{FF2B5EF4-FFF2-40B4-BE49-F238E27FC236}">
                <a16:creationId xmlns:a16="http://schemas.microsoft.com/office/drawing/2014/main" id="{8C5A7716-EA4D-0842-1F97-BAC27AE907AE}"/>
              </a:ext>
            </a:extLst>
          </p:cNvPr>
          <p:cNvSpPr txBox="1"/>
          <p:nvPr userDrawn="1"/>
        </p:nvSpPr>
        <p:spPr>
          <a:xfrm>
            <a:off x="6150496" y="4066109"/>
            <a:ext cx="5473857" cy="400110"/>
          </a:xfrm>
          <a:prstGeom prst="rect">
            <a:avLst/>
          </a:prstGeom>
          <a:noFill/>
        </p:spPr>
        <p:txBody>
          <a:bodyPr wrap="square" lIns="0" rtlCol="0">
            <a:spAutoFit/>
          </a:bodyPr>
          <a:lstStyle/>
          <a:p>
            <a:r>
              <a:rPr lang="en-US" sz="2000" b="0" i="0">
                <a:solidFill>
                  <a:schemeClr val="bg1"/>
                </a:solidFill>
                <a:latin typeface="Franklin Gothic Book" panose="020B0503020102020204" pitchFamily="34" charset="0"/>
                <a:cs typeface="Arial" panose="020B0604020202020204" pitchFamily="34" charset="0"/>
              </a:rPr>
              <a:t>1201 Elizabeth Ave, Charlotte, NC 28204</a:t>
            </a:r>
          </a:p>
        </p:txBody>
      </p:sp>
      <p:sp>
        <p:nvSpPr>
          <p:cNvPr id="3" name="Slide Number Placeholder 16">
            <a:extLst>
              <a:ext uri="{FF2B5EF4-FFF2-40B4-BE49-F238E27FC236}">
                <a16:creationId xmlns:a16="http://schemas.microsoft.com/office/drawing/2014/main" id="{ED3B4629-78E9-372E-2FA1-52C15499CED1}"/>
              </a:ext>
            </a:extLst>
          </p:cNvPr>
          <p:cNvSpPr txBox="1">
            <a:spLocks/>
          </p:cNvSpPr>
          <p:nvPr userDrawn="1"/>
        </p:nvSpPr>
        <p:spPr>
          <a:xfrm>
            <a:off x="868680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2ED4C17-5099-5B49-876F-5657BF3D7D52}"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pPr algn="r"/>
              <a:t>‹#›</a:t>
            </a:fld>
            <a:endParaRPr lang="en-US" sz="1200" b="0" i="0" kern="1200" dirty="0">
              <a:solidFill>
                <a:srgbClr val="E0D7AE"/>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2506571764"/>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End w logo - white">
    <p:bg>
      <p:bgPr>
        <a:solidFill>
          <a:schemeClr val="bg1"/>
        </a:solidFill>
        <a:effectLst/>
      </p:bgPr>
    </p:bg>
    <p:spTree>
      <p:nvGrpSpPr>
        <p:cNvPr id="1" name=""/>
        <p:cNvGrpSpPr/>
        <p:nvPr/>
      </p:nvGrpSpPr>
      <p:grpSpPr>
        <a:xfrm>
          <a:off x="0" y="0"/>
          <a:ext cx="0" cy="0"/>
          <a:chOff x="0" y="0"/>
          <a:chExt cx="0" cy="0"/>
        </a:xfrm>
      </p:grpSpPr>
      <p:pic>
        <p:nvPicPr>
          <p:cNvPr id="5" name="Graphic 4" descr="Central Piedmont Community College logo">
            <a:extLst>
              <a:ext uri="{FF2B5EF4-FFF2-40B4-BE49-F238E27FC236}">
                <a16:creationId xmlns:a16="http://schemas.microsoft.com/office/drawing/2014/main" id="{E82A1ED5-8449-4A27-3D65-D7B14F5195C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209799" y="2584173"/>
            <a:ext cx="7772395" cy="1689651"/>
          </a:xfrm>
          <a:prstGeom prst="rect">
            <a:avLst/>
          </a:prstGeom>
        </p:spPr>
      </p:pic>
      <p:sp>
        <p:nvSpPr>
          <p:cNvPr id="3" name="Slide Number Placeholder 16">
            <a:extLst>
              <a:ext uri="{FF2B5EF4-FFF2-40B4-BE49-F238E27FC236}">
                <a16:creationId xmlns:a16="http://schemas.microsoft.com/office/drawing/2014/main" id="{5D95CCF0-69DB-D4D1-F013-A91A23C2003B}"/>
              </a:ext>
            </a:extLst>
          </p:cNvPr>
          <p:cNvSpPr txBox="1">
            <a:spLocks/>
          </p:cNvSpPr>
          <p:nvPr userDrawn="1"/>
        </p:nvSpPr>
        <p:spPr>
          <a:xfrm>
            <a:off x="868680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B1A64C2-A447-4258-B7F3-1F0C328901A9}" type="slidenum">
              <a:rPr lang="en-US" sz="1200" b="0" i="0" smtClean="0">
                <a:solidFill>
                  <a:schemeClr val="tx2"/>
                </a:solidFill>
                <a:latin typeface="Franklin Gothic Medium" panose="020B0603020102020204" pitchFamily="34" charset="0"/>
              </a:rPr>
              <a:pPr algn="r"/>
              <a:t>‹#›</a:t>
            </a:fld>
            <a:endParaRPr lang="en-US" sz="1200" b="0" i="0" dirty="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409726296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End w logo - gray">
    <p:bg>
      <p:bgPr>
        <a:solidFill>
          <a:schemeClr val="tx2"/>
        </a:solidFill>
        <a:effectLst/>
      </p:bgPr>
    </p:bg>
    <p:spTree>
      <p:nvGrpSpPr>
        <p:cNvPr id="1" name=""/>
        <p:cNvGrpSpPr/>
        <p:nvPr/>
      </p:nvGrpSpPr>
      <p:grpSpPr>
        <a:xfrm>
          <a:off x="0" y="0"/>
          <a:ext cx="0" cy="0"/>
          <a:chOff x="0" y="0"/>
          <a:chExt cx="0" cy="0"/>
        </a:xfrm>
      </p:grpSpPr>
      <p:pic>
        <p:nvPicPr>
          <p:cNvPr id="15" name="Graphic 14" descr="Central Piedmont Community College logo">
            <a:extLst>
              <a:ext uri="{FF2B5EF4-FFF2-40B4-BE49-F238E27FC236}">
                <a16:creationId xmlns:a16="http://schemas.microsoft.com/office/drawing/2014/main" id="{5DBA3018-5B26-9782-F108-5E99EB9836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209798" y="2584172"/>
            <a:ext cx="7772395" cy="1689651"/>
          </a:xfrm>
          <a:prstGeom prst="rect">
            <a:avLst/>
          </a:prstGeom>
        </p:spPr>
      </p:pic>
      <p:sp>
        <p:nvSpPr>
          <p:cNvPr id="3" name="Slide Number Placeholder 16">
            <a:extLst>
              <a:ext uri="{FF2B5EF4-FFF2-40B4-BE49-F238E27FC236}">
                <a16:creationId xmlns:a16="http://schemas.microsoft.com/office/drawing/2014/main" id="{E0876FC3-4123-EF3A-8067-C14E2E7281D2}"/>
              </a:ext>
            </a:extLst>
          </p:cNvPr>
          <p:cNvSpPr txBox="1">
            <a:spLocks/>
          </p:cNvSpPr>
          <p:nvPr userDrawn="1"/>
        </p:nvSpPr>
        <p:spPr>
          <a:xfrm>
            <a:off x="868680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2ED4C17-5099-5B49-876F-5657BF3D7D52}"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pPr algn="r"/>
              <a:t>‹#›</a:t>
            </a:fld>
            <a:endParaRPr lang="en-US" sz="1200" b="0" i="0" kern="1200" dirty="0">
              <a:solidFill>
                <a:srgbClr val="E0D7AE"/>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65753690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icons 1">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659B64F-1779-097C-1025-C67B8ABA7F89}"/>
              </a:ext>
            </a:extLst>
          </p:cNvPr>
          <p:cNvSpPr>
            <a:spLocks noGrp="1"/>
          </p:cNvSpPr>
          <p:nvPr>
            <p:ph type="title"/>
          </p:nvPr>
        </p:nvSpPr>
        <p:spPr>
          <a:xfrm>
            <a:off x="401783" y="437315"/>
            <a:ext cx="3723409" cy="352394"/>
          </a:xfrm>
        </p:spPr>
        <p:txBody>
          <a:bodyPr>
            <a:normAutofit/>
          </a:bodyPr>
          <a:lstStyle>
            <a:lvl1pPr>
              <a:defRPr>
                <a:solidFill>
                  <a:schemeClr val="tx2"/>
                </a:solidFill>
              </a:defRPr>
            </a:lvl1pPr>
          </a:lstStyle>
          <a:p>
            <a:r>
              <a:rPr lang="en-US" sz="1800" b="0">
                <a:latin typeface="Franklin Gothic Medium" panose="020B0603020102020204" pitchFamily="34" charset="0"/>
              </a:rPr>
              <a:t>INTERNAL / EMPLOYEE</a:t>
            </a:r>
          </a:p>
        </p:txBody>
      </p:sp>
      <p:sp>
        <p:nvSpPr>
          <p:cNvPr id="81" name="Title 2">
            <a:extLst>
              <a:ext uri="{FF2B5EF4-FFF2-40B4-BE49-F238E27FC236}">
                <a16:creationId xmlns:a16="http://schemas.microsoft.com/office/drawing/2014/main" id="{E519F92B-969C-FB14-BA08-CE62051A08D2}"/>
              </a:ext>
            </a:extLst>
          </p:cNvPr>
          <p:cNvSpPr txBox="1">
            <a:spLocks/>
          </p:cNvSpPr>
          <p:nvPr userDrawn="1"/>
        </p:nvSpPr>
        <p:spPr>
          <a:xfrm>
            <a:off x="6624096" y="490960"/>
            <a:ext cx="5039063" cy="248502"/>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2800" b="1" i="0" kern="1200">
                <a:solidFill>
                  <a:srgbClr val="636466"/>
                </a:solidFill>
                <a:latin typeface="Franklin Gothic Demi" panose="020B0603020102020204" pitchFamily="34" charset="0"/>
                <a:ea typeface="+mj-ea"/>
                <a:cs typeface="+mj-cs"/>
              </a:defRPr>
            </a:lvl1pPr>
          </a:lstStyle>
          <a:p>
            <a:pPr algn="r">
              <a:lnSpc>
                <a:spcPct val="120000"/>
              </a:lnSpc>
            </a:pPr>
            <a:r>
              <a:rPr lang="en-US" sz="1200" b="0" i="1">
                <a:solidFill>
                  <a:schemeClr val="tx1"/>
                </a:solidFill>
                <a:latin typeface="Franklin Gothic Book" panose="020B0503020102020204" pitchFamily="34" charset="0"/>
              </a:rPr>
              <a:t>Icon colors are editable: Select icon &gt; Select “Shape Format” in toolbar &gt; Change “Shape Fill”</a:t>
            </a:r>
          </a:p>
        </p:txBody>
      </p:sp>
      <p:cxnSp>
        <p:nvCxnSpPr>
          <p:cNvPr id="3" name="Straight Connector 2">
            <a:extLst>
              <a:ext uri="{FF2B5EF4-FFF2-40B4-BE49-F238E27FC236}">
                <a16:creationId xmlns:a16="http://schemas.microsoft.com/office/drawing/2014/main" id="{47884772-D55C-E44A-CAA4-309160CA85E1}"/>
              </a:ext>
              <a:ext uri="{C183D7F6-B498-43B3-948B-1728B52AA6E4}">
                <adec:decorative xmlns:adec="http://schemas.microsoft.com/office/drawing/2017/decorative" val="1"/>
              </a:ext>
            </a:extLst>
          </p:cNvPr>
          <p:cNvCxnSpPr>
            <a:cxnSpLocks/>
          </p:cNvCxnSpPr>
          <p:nvPr userDrawn="1"/>
        </p:nvCxnSpPr>
        <p:spPr>
          <a:xfrm>
            <a:off x="519545" y="789709"/>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66" name="Graphic 65" descr="pie chart">
            <a:extLst>
              <a:ext uri="{FF2B5EF4-FFF2-40B4-BE49-F238E27FC236}">
                <a16:creationId xmlns:a16="http://schemas.microsoft.com/office/drawing/2014/main" id="{20522D9E-2B97-6A6E-17FF-787015139C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9968" y="1187094"/>
            <a:ext cx="421626" cy="408025"/>
          </a:xfrm>
          <a:prstGeom prst="rect">
            <a:avLst/>
          </a:prstGeom>
        </p:spPr>
      </p:pic>
      <p:sp>
        <p:nvSpPr>
          <p:cNvPr id="32" name="TextBox 31">
            <a:extLst>
              <a:ext uri="{FF2B5EF4-FFF2-40B4-BE49-F238E27FC236}">
                <a16:creationId xmlns:a16="http://schemas.microsoft.com/office/drawing/2014/main" id="{EDF72CFC-A4F0-F0E5-A4CB-060CEE1EC46D}"/>
              </a:ext>
            </a:extLst>
          </p:cNvPr>
          <p:cNvSpPr txBox="1"/>
          <p:nvPr userDrawn="1"/>
        </p:nvSpPr>
        <p:spPr>
          <a:xfrm>
            <a:off x="361720" y="1695883"/>
            <a:ext cx="824081"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BUDGET ALLOCATION</a:t>
            </a:r>
          </a:p>
        </p:txBody>
      </p:sp>
      <p:pic>
        <p:nvPicPr>
          <p:cNvPr id="68" name="Graphic 67" descr="month calendar">
            <a:extLst>
              <a:ext uri="{FF2B5EF4-FFF2-40B4-BE49-F238E27FC236}">
                <a16:creationId xmlns:a16="http://schemas.microsoft.com/office/drawing/2014/main" id="{9ACD18C3-CF09-23BA-552C-CFCE472812E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580205" y="1173493"/>
            <a:ext cx="421625" cy="435226"/>
          </a:xfrm>
          <a:prstGeom prst="rect">
            <a:avLst/>
          </a:prstGeom>
        </p:spPr>
      </p:pic>
      <p:sp>
        <p:nvSpPr>
          <p:cNvPr id="4" name="TextBox 3">
            <a:extLst>
              <a:ext uri="{FF2B5EF4-FFF2-40B4-BE49-F238E27FC236}">
                <a16:creationId xmlns:a16="http://schemas.microsoft.com/office/drawing/2014/main" id="{27B755A4-9A1F-CD2A-C7C1-AAE90325FA84}"/>
              </a:ext>
            </a:extLst>
          </p:cNvPr>
          <p:cNvSpPr txBox="1"/>
          <p:nvPr userDrawn="1"/>
        </p:nvSpPr>
        <p:spPr>
          <a:xfrm>
            <a:off x="1454348" y="1695883"/>
            <a:ext cx="66123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CALENDAR</a:t>
            </a:r>
          </a:p>
        </p:txBody>
      </p:sp>
      <p:pic>
        <p:nvPicPr>
          <p:cNvPr id="67" name="Graphic 66" descr="single date calendar">
            <a:extLst>
              <a:ext uri="{FF2B5EF4-FFF2-40B4-BE49-F238E27FC236}">
                <a16:creationId xmlns:a16="http://schemas.microsoft.com/office/drawing/2014/main" id="{4AD1DDC3-F4E2-4EF3-A002-02AFD3BC767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73389" y="1204615"/>
            <a:ext cx="421625" cy="380823"/>
          </a:xfrm>
          <a:prstGeom prst="rect">
            <a:avLst/>
          </a:prstGeom>
        </p:spPr>
      </p:pic>
      <p:sp>
        <p:nvSpPr>
          <p:cNvPr id="5" name="TextBox 4">
            <a:extLst>
              <a:ext uri="{FF2B5EF4-FFF2-40B4-BE49-F238E27FC236}">
                <a16:creationId xmlns:a16="http://schemas.microsoft.com/office/drawing/2014/main" id="{D886FD62-3C49-56E4-1CA4-4DD17E32F147}"/>
              </a:ext>
            </a:extLst>
          </p:cNvPr>
          <p:cNvSpPr txBox="1"/>
          <p:nvPr userDrawn="1"/>
        </p:nvSpPr>
        <p:spPr>
          <a:xfrm>
            <a:off x="2269352" y="1695883"/>
            <a:ext cx="86591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CALENDAR EVENT</a:t>
            </a:r>
          </a:p>
        </p:txBody>
      </p:sp>
      <p:pic>
        <p:nvPicPr>
          <p:cNvPr id="69" name="Graphic 68" descr="2 puzzle pieces in hands">
            <a:extLst>
              <a:ext uri="{FF2B5EF4-FFF2-40B4-BE49-F238E27FC236}">
                <a16:creationId xmlns:a16="http://schemas.microsoft.com/office/drawing/2014/main" id="{2C8BFD39-4EB5-668D-A45F-A227A2188E63}"/>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466676" y="1211396"/>
            <a:ext cx="466888" cy="393700"/>
          </a:xfrm>
          <a:prstGeom prst="rect">
            <a:avLst/>
          </a:prstGeom>
        </p:spPr>
      </p:pic>
      <p:sp>
        <p:nvSpPr>
          <p:cNvPr id="6" name="TextBox 5">
            <a:extLst>
              <a:ext uri="{FF2B5EF4-FFF2-40B4-BE49-F238E27FC236}">
                <a16:creationId xmlns:a16="http://schemas.microsoft.com/office/drawing/2014/main" id="{04F4AF39-0021-4F96-F03A-05DD53DD50AC}"/>
              </a:ext>
            </a:extLst>
          </p:cNvPr>
          <p:cNvSpPr txBox="1"/>
          <p:nvPr userDrawn="1"/>
        </p:nvSpPr>
        <p:spPr>
          <a:xfrm>
            <a:off x="3305993" y="1695883"/>
            <a:ext cx="83820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COLLABORATION</a:t>
            </a:r>
          </a:p>
        </p:txBody>
      </p:sp>
      <p:pic>
        <p:nvPicPr>
          <p:cNvPr id="70" name="Graphic 69" descr="person icon with heart, medal, clock, and money icons surrounding">
            <a:extLst>
              <a:ext uri="{FF2B5EF4-FFF2-40B4-BE49-F238E27FC236}">
                <a16:creationId xmlns:a16="http://schemas.microsoft.com/office/drawing/2014/main" id="{AE4BE515-8693-6887-6D6E-5D4F72007ED1}"/>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513861" y="1185219"/>
            <a:ext cx="448827" cy="421625"/>
          </a:xfrm>
          <a:prstGeom prst="rect">
            <a:avLst/>
          </a:prstGeom>
        </p:spPr>
      </p:pic>
      <p:sp>
        <p:nvSpPr>
          <p:cNvPr id="9" name="TextBox 8">
            <a:extLst>
              <a:ext uri="{FF2B5EF4-FFF2-40B4-BE49-F238E27FC236}">
                <a16:creationId xmlns:a16="http://schemas.microsoft.com/office/drawing/2014/main" id="{FB9D3C8D-7C85-0E9E-7ED5-166FA2C53C19}"/>
              </a:ext>
            </a:extLst>
          </p:cNvPr>
          <p:cNvSpPr txBox="1"/>
          <p:nvPr userDrawn="1"/>
        </p:nvSpPr>
        <p:spPr>
          <a:xfrm>
            <a:off x="4340942"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EMPLOYEE BENEFITS</a:t>
            </a:r>
          </a:p>
        </p:txBody>
      </p:sp>
      <p:pic>
        <p:nvPicPr>
          <p:cNvPr id="49" name="Graphic 48" descr="target with bullseye and dollar sign">
            <a:extLst>
              <a:ext uri="{FF2B5EF4-FFF2-40B4-BE49-F238E27FC236}">
                <a16:creationId xmlns:a16="http://schemas.microsoft.com/office/drawing/2014/main" id="{377934F2-496D-4727-7EE8-83E404198B1C}"/>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5408648" y="1178036"/>
            <a:ext cx="521411" cy="442409"/>
          </a:xfrm>
          <a:prstGeom prst="rect">
            <a:avLst/>
          </a:prstGeom>
        </p:spPr>
      </p:pic>
      <p:sp>
        <p:nvSpPr>
          <p:cNvPr id="11" name="TextBox 10">
            <a:extLst>
              <a:ext uri="{FF2B5EF4-FFF2-40B4-BE49-F238E27FC236}">
                <a16:creationId xmlns:a16="http://schemas.microsoft.com/office/drawing/2014/main" id="{4AC766BA-1F05-3E3C-C3D0-782FE50EE22F}"/>
              </a:ext>
            </a:extLst>
          </p:cNvPr>
          <p:cNvSpPr txBox="1"/>
          <p:nvPr userDrawn="1"/>
        </p:nvSpPr>
        <p:spPr>
          <a:xfrm>
            <a:off x="5306800"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FINANCIAL GOAL</a:t>
            </a:r>
          </a:p>
        </p:txBody>
      </p:sp>
      <p:pic>
        <p:nvPicPr>
          <p:cNvPr id="50" name="Graphic 49" descr="pie chart and graphs">
            <a:extLst>
              <a:ext uri="{FF2B5EF4-FFF2-40B4-BE49-F238E27FC236}">
                <a16:creationId xmlns:a16="http://schemas.microsoft.com/office/drawing/2014/main" id="{98ECDB4F-E8E2-5F10-50EE-1610588C4CB9}"/>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6305041" y="1212089"/>
            <a:ext cx="521411" cy="395008"/>
          </a:xfrm>
          <a:prstGeom prst="rect">
            <a:avLst/>
          </a:prstGeom>
        </p:spPr>
      </p:pic>
      <p:sp>
        <p:nvSpPr>
          <p:cNvPr id="12" name="TextBox 11">
            <a:extLst>
              <a:ext uri="{FF2B5EF4-FFF2-40B4-BE49-F238E27FC236}">
                <a16:creationId xmlns:a16="http://schemas.microsoft.com/office/drawing/2014/main" id="{8FE37B3F-4D10-50BC-DC1F-D083FDCF9510}"/>
              </a:ext>
            </a:extLst>
          </p:cNvPr>
          <p:cNvSpPr txBox="1"/>
          <p:nvPr userDrawn="1"/>
        </p:nvSpPr>
        <p:spPr>
          <a:xfrm>
            <a:off x="6225159"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FINANCIAL REPORT</a:t>
            </a:r>
          </a:p>
        </p:txBody>
      </p:sp>
      <p:pic>
        <p:nvPicPr>
          <p:cNvPr id="77" name="Graphic 76" descr="target with bullseye">
            <a:extLst>
              <a:ext uri="{FF2B5EF4-FFF2-40B4-BE49-F238E27FC236}">
                <a16:creationId xmlns:a16="http://schemas.microsoft.com/office/drawing/2014/main" id="{86401383-CA3B-0402-EC13-F71100B19EF1}"/>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7265329" y="1174934"/>
            <a:ext cx="444158" cy="444158"/>
          </a:xfrm>
          <a:prstGeom prst="rect">
            <a:avLst/>
          </a:prstGeom>
        </p:spPr>
      </p:pic>
      <p:sp>
        <p:nvSpPr>
          <p:cNvPr id="13" name="TextBox 12">
            <a:extLst>
              <a:ext uri="{FF2B5EF4-FFF2-40B4-BE49-F238E27FC236}">
                <a16:creationId xmlns:a16="http://schemas.microsoft.com/office/drawing/2014/main" id="{DD2B8EA4-F5B7-B342-EF7F-0D661AF104A9}"/>
              </a:ext>
            </a:extLst>
          </p:cNvPr>
          <p:cNvSpPr txBox="1"/>
          <p:nvPr userDrawn="1"/>
        </p:nvSpPr>
        <p:spPr>
          <a:xfrm>
            <a:off x="7096016"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GOAL SETTING</a:t>
            </a:r>
          </a:p>
        </p:txBody>
      </p:sp>
      <p:pic>
        <p:nvPicPr>
          <p:cNvPr id="71" name="Graphic 70" descr="umbrella">
            <a:extLst>
              <a:ext uri="{FF2B5EF4-FFF2-40B4-BE49-F238E27FC236}">
                <a16:creationId xmlns:a16="http://schemas.microsoft.com/office/drawing/2014/main" id="{7CBEA53B-7E7E-CEA5-1CE2-D47C70D5EB86}"/>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8247277" y="1185219"/>
            <a:ext cx="408024" cy="435226"/>
          </a:xfrm>
          <a:prstGeom prst="rect">
            <a:avLst/>
          </a:prstGeom>
        </p:spPr>
      </p:pic>
      <p:sp>
        <p:nvSpPr>
          <p:cNvPr id="14" name="TextBox 13">
            <a:extLst>
              <a:ext uri="{FF2B5EF4-FFF2-40B4-BE49-F238E27FC236}">
                <a16:creationId xmlns:a16="http://schemas.microsoft.com/office/drawing/2014/main" id="{D6C66FF5-E9FF-6188-3F06-B871786F5D56}"/>
              </a:ext>
            </a:extLst>
          </p:cNvPr>
          <p:cNvSpPr txBox="1"/>
          <p:nvPr userDrawn="1"/>
        </p:nvSpPr>
        <p:spPr>
          <a:xfrm>
            <a:off x="8085627"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INSURANCE</a:t>
            </a:r>
          </a:p>
        </p:txBody>
      </p:sp>
      <p:pic>
        <p:nvPicPr>
          <p:cNvPr id="78" name="Graphic 77" descr="2 people on staircase reaching towards each other">
            <a:extLst>
              <a:ext uri="{FF2B5EF4-FFF2-40B4-BE49-F238E27FC236}">
                <a16:creationId xmlns:a16="http://schemas.microsoft.com/office/drawing/2014/main" id="{2C04E8D8-81AA-6826-CA71-FA81722101BE}"/>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9185011" y="1181392"/>
            <a:ext cx="453708" cy="453708"/>
          </a:xfrm>
          <a:prstGeom prst="rect">
            <a:avLst/>
          </a:prstGeom>
        </p:spPr>
      </p:pic>
      <p:sp>
        <p:nvSpPr>
          <p:cNvPr id="15" name="TextBox 14">
            <a:extLst>
              <a:ext uri="{FF2B5EF4-FFF2-40B4-BE49-F238E27FC236}">
                <a16:creationId xmlns:a16="http://schemas.microsoft.com/office/drawing/2014/main" id="{63E18550-1CBE-8F55-E2D3-EB54A8E0BEA8}"/>
              </a:ext>
            </a:extLst>
          </p:cNvPr>
          <p:cNvSpPr txBox="1"/>
          <p:nvPr userDrawn="1"/>
        </p:nvSpPr>
        <p:spPr>
          <a:xfrm>
            <a:off x="905148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LEADERSHIP</a:t>
            </a:r>
          </a:p>
        </p:txBody>
      </p:sp>
      <p:pic>
        <p:nvPicPr>
          <p:cNvPr id="79" name="Graphic 78" descr="numbered list">
            <a:extLst>
              <a:ext uri="{FF2B5EF4-FFF2-40B4-BE49-F238E27FC236}">
                <a16:creationId xmlns:a16="http://schemas.microsoft.com/office/drawing/2014/main" id="{ACE273AF-F51A-523C-E0CA-CD283CDBA758}"/>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0146534" y="1178000"/>
            <a:ext cx="453708" cy="426211"/>
          </a:xfrm>
          <a:prstGeom prst="rect">
            <a:avLst/>
          </a:prstGeom>
        </p:spPr>
      </p:pic>
      <p:sp>
        <p:nvSpPr>
          <p:cNvPr id="16" name="TextBox 15">
            <a:extLst>
              <a:ext uri="{FF2B5EF4-FFF2-40B4-BE49-F238E27FC236}">
                <a16:creationId xmlns:a16="http://schemas.microsoft.com/office/drawing/2014/main" id="{ACE3727E-7850-8E97-CF4E-A7E752BCF0E3}"/>
              </a:ext>
            </a:extLst>
          </p:cNvPr>
          <p:cNvSpPr txBox="1"/>
          <p:nvPr userDrawn="1"/>
        </p:nvSpPr>
        <p:spPr>
          <a:xfrm>
            <a:off x="9961602" y="1695883"/>
            <a:ext cx="84281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PRIORITIZATION</a:t>
            </a:r>
          </a:p>
        </p:txBody>
      </p:sp>
      <p:pic>
        <p:nvPicPr>
          <p:cNvPr id="72" name="Graphic 71" descr="graph with increasing arrow">
            <a:extLst>
              <a:ext uri="{FF2B5EF4-FFF2-40B4-BE49-F238E27FC236}">
                <a16:creationId xmlns:a16="http://schemas.microsoft.com/office/drawing/2014/main" id="{3C121C24-F80A-EE48-39FF-34491FFB21AE}"/>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546368" y="2206818"/>
            <a:ext cx="448827" cy="367222"/>
          </a:xfrm>
          <a:prstGeom prst="rect">
            <a:avLst/>
          </a:prstGeom>
        </p:spPr>
      </p:pic>
      <p:sp>
        <p:nvSpPr>
          <p:cNvPr id="19" name="TextBox 18">
            <a:extLst>
              <a:ext uri="{FF2B5EF4-FFF2-40B4-BE49-F238E27FC236}">
                <a16:creationId xmlns:a16="http://schemas.microsoft.com/office/drawing/2014/main" id="{14788C65-2D3E-84F6-A1AB-CABBD6092C20}"/>
              </a:ext>
            </a:extLst>
          </p:cNvPr>
          <p:cNvSpPr txBox="1"/>
          <p:nvPr userDrawn="1"/>
        </p:nvSpPr>
        <p:spPr>
          <a:xfrm>
            <a:off x="397933" y="2689310"/>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RESULT</a:t>
            </a:r>
          </a:p>
        </p:txBody>
      </p:sp>
      <p:pic>
        <p:nvPicPr>
          <p:cNvPr id="65" name="Graphic 64" descr="calendar and clock">
            <a:extLst>
              <a:ext uri="{FF2B5EF4-FFF2-40B4-BE49-F238E27FC236}">
                <a16:creationId xmlns:a16="http://schemas.microsoft.com/office/drawing/2014/main" id="{048629E8-E4F6-8111-FE5B-6082CBA09125}"/>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1495581" y="2238298"/>
            <a:ext cx="521411" cy="410809"/>
          </a:xfrm>
          <a:prstGeom prst="rect">
            <a:avLst/>
          </a:prstGeom>
        </p:spPr>
      </p:pic>
      <p:sp>
        <p:nvSpPr>
          <p:cNvPr id="23" name="TextBox 22">
            <a:extLst>
              <a:ext uri="{FF2B5EF4-FFF2-40B4-BE49-F238E27FC236}">
                <a16:creationId xmlns:a16="http://schemas.microsoft.com/office/drawing/2014/main" id="{9B1D8B6B-4008-2E57-02E7-31FF8B6CCD07}"/>
              </a:ext>
            </a:extLst>
          </p:cNvPr>
          <p:cNvSpPr txBox="1"/>
          <p:nvPr userDrawn="1"/>
        </p:nvSpPr>
        <p:spPr>
          <a:xfrm>
            <a:off x="1395460" y="2686338"/>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SCHEDULING</a:t>
            </a:r>
          </a:p>
        </p:txBody>
      </p:sp>
      <p:pic>
        <p:nvPicPr>
          <p:cNvPr id="73" name="Graphic 72" descr="lightbulb">
            <a:extLst>
              <a:ext uri="{FF2B5EF4-FFF2-40B4-BE49-F238E27FC236}">
                <a16:creationId xmlns:a16="http://schemas.microsoft.com/office/drawing/2014/main" id="{B0A40982-9C4E-C61B-041F-E3308BE742D5}"/>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2463591" y="2160150"/>
            <a:ext cx="448827" cy="448827"/>
          </a:xfrm>
          <a:prstGeom prst="rect">
            <a:avLst/>
          </a:prstGeom>
        </p:spPr>
      </p:pic>
      <p:sp>
        <p:nvSpPr>
          <p:cNvPr id="24" name="TextBox 23">
            <a:extLst>
              <a:ext uri="{FF2B5EF4-FFF2-40B4-BE49-F238E27FC236}">
                <a16:creationId xmlns:a16="http://schemas.microsoft.com/office/drawing/2014/main" id="{167B21E1-D97D-8142-DB06-777094542637}"/>
              </a:ext>
            </a:extLst>
          </p:cNvPr>
          <p:cNvSpPr txBox="1"/>
          <p:nvPr userDrawn="1"/>
        </p:nvSpPr>
        <p:spPr>
          <a:xfrm>
            <a:off x="2307097" y="2686338"/>
            <a:ext cx="79042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SOLUTION</a:t>
            </a:r>
          </a:p>
        </p:txBody>
      </p:sp>
      <p:pic>
        <p:nvPicPr>
          <p:cNvPr id="51" name="Graphic 50" descr="person on computer with headset">
            <a:extLst>
              <a:ext uri="{FF2B5EF4-FFF2-40B4-BE49-F238E27FC236}">
                <a16:creationId xmlns:a16="http://schemas.microsoft.com/office/drawing/2014/main" id="{7260B457-F6B8-9C74-B568-38497EBD96C4}"/>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3516687" y="2139586"/>
            <a:ext cx="537211" cy="474010"/>
          </a:xfrm>
          <a:prstGeom prst="rect">
            <a:avLst/>
          </a:prstGeom>
        </p:spPr>
      </p:pic>
      <p:sp>
        <p:nvSpPr>
          <p:cNvPr id="25" name="TextBox 24">
            <a:extLst>
              <a:ext uri="{FF2B5EF4-FFF2-40B4-BE49-F238E27FC236}">
                <a16:creationId xmlns:a16="http://schemas.microsoft.com/office/drawing/2014/main" id="{37F60852-08BD-E513-B7A5-E84BB687B7DA}"/>
              </a:ext>
            </a:extLst>
          </p:cNvPr>
          <p:cNvSpPr txBox="1"/>
          <p:nvPr userDrawn="1"/>
        </p:nvSpPr>
        <p:spPr>
          <a:xfrm>
            <a:off x="3342090" y="2680034"/>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TECH SUPPORT</a:t>
            </a:r>
          </a:p>
        </p:txBody>
      </p:sp>
      <p:pic>
        <p:nvPicPr>
          <p:cNvPr id="74" name="Graphic 73" descr="four hands in circle formation">
            <a:extLst>
              <a:ext uri="{FF2B5EF4-FFF2-40B4-BE49-F238E27FC236}">
                <a16:creationId xmlns:a16="http://schemas.microsoft.com/office/drawing/2014/main" id="{C492302C-C37A-4A21-D510-D22F6F978758}"/>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4513861" y="2168424"/>
            <a:ext cx="438457" cy="453072"/>
          </a:xfrm>
          <a:prstGeom prst="rect">
            <a:avLst/>
          </a:prstGeom>
        </p:spPr>
      </p:pic>
      <p:sp>
        <p:nvSpPr>
          <p:cNvPr id="26" name="TextBox 25">
            <a:extLst>
              <a:ext uri="{FF2B5EF4-FFF2-40B4-BE49-F238E27FC236}">
                <a16:creationId xmlns:a16="http://schemas.microsoft.com/office/drawing/2014/main" id="{3C53D38C-369B-55C0-C53F-6D787FDC9B89}"/>
              </a:ext>
            </a:extLst>
          </p:cNvPr>
          <p:cNvSpPr txBox="1"/>
          <p:nvPr userDrawn="1"/>
        </p:nvSpPr>
        <p:spPr>
          <a:xfrm>
            <a:off x="4327742"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TEAMWORK</a:t>
            </a:r>
          </a:p>
        </p:txBody>
      </p:sp>
      <p:pic>
        <p:nvPicPr>
          <p:cNvPr id="75" name="Graphic 74" descr="stopwatch">
            <a:extLst>
              <a:ext uri="{FF2B5EF4-FFF2-40B4-BE49-F238E27FC236}">
                <a16:creationId xmlns:a16="http://schemas.microsoft.com/office/drawing/2014/main" id="{9C6A080D-3D6B-F439-05C2-9FBD4FF361F9}"/>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5482605" y="2158978"/>
            <a:ext cx="367222" cy="435226"/>
          </a:xfrm>
          <a:prstGeom prst="rect">
            <a:avLst/>
          </a:prstGeom>
        </p:spPr>
      </p:pic>
      <p:sp>
        <p:nvSpPr>
          <p:cNvPr id="27" name="TextBox 26">
            <a:extLst>
              <a:ext uri="{FF2B5EF4-FFF2-40B4-BE49-F238E27FC236}">
                <a16:creationId xmlns:a16="http://schemas.microsoft.com/office/drawing/2014/main" id="{4AB898F8-8E02-7355-A0A4-B07385D77D65}"/>
              </a:ext>
            </a:extLst>
          </p:cNvPr>
          <p:cNvSpPr txBox="1"/>
          <p:nvPr userDrawn="1"/>
        </p:nvSpPr>
        <p:spPr>
          <a:xfrm>
            <a:off x="5277768"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TIME LIMIT</a:t>
            </a:r>
          </a:p>
        </p:txBody>
      </p:sp>
      <p:pic>
        <p:nvPicPr>
          <p:cNvPr id="76" name="Graphic 75" descr="people icons with calendar">
            <a:extLst>
              <a:ext uri="{FF2B5EF4-FFF2-40B4-BE49-F238E27FC236}">
                <a16:creationId xmlns:a16="http://schemas.microsoft.com/office/drawing/2014/main" id="{7A8AA7C3-01FA-E87A-2D2F-2A7AADBD972E}"/>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6373537" y="2171442"/>
            <a:ext cx="465764" cy="437536"/>
          </a:xfrm>
          <a:prstGeom prst="rect">
            <a:avLst/>
          </a:prstGeom>
        </p:spPr>
      </p:pic>
      <p:sp>
        <p:nvSpPr>
          <p:cNvPr id="28" name="TextBox 27">
            <a:extLst>
              <a:ext uri="{FF2B5EF4-FFF2-40B4-BE49-F238E27FC236}">
                <a16:creationId xmlns:a16="http://schemas.microsoft.com/office/drawing/2014/main" id="{373C8430-B612-991E-675B-28E020C0EFB9}"/>
              </a:ext>
            </a:extLst>
          </p:cNvPr>
          <p:cNvSpPr txBox="1"/>
          <p:nvPr userDrawn="1"/>
        </p:nvSpPr>
        <p:spPr>
          <a:xfrm>
            <a:off x="6200085"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TRAINING</a:t>
            </a:r>
          </a:p>
        </p:txBody>
      </p:sp>
      <p:pic>
        <p:nvPicPr>
          <p:cNvPr id="53" name="Graphic 52" descr="bar chart with increasing arrow">
            <a:extLst>
              <a:ext uri="{FF2B5EF4-FFF2-40B4-BE49-F238E27FC236}">
                <a16:creationId xmlns:a16="http://schemas.microsoft.com/office/drawing/2014/main" id="{0584F21E-BAD7-1B31-ED4D-68C3813BCCBE}"/>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a:xfrm>
            <a:off x="7188076" y="2163286"/>
            <a:ext cx="521411" cy="458210"/>
          </a:xfrm>
          <a:prstGeom prst="rect">
            <a:avLst/>
          </a:prstGeom>
        </p:spPr>
      </p:pic>
      <p:sp>
        <p:nvSpPr>
          <p:cNvPr id="29" name="TextBox 28">
            <a:extLst>
              <a:ext uri="{FF2B5EF4-FFF2-40B4-BE49-F238E27FC236}">
                <a16:creationId xmlns:a16="http://schemas.microsoft.com/office/drawing/2014/main" id="{7A0E404E-A779-8675-45F9-6E1E0D45DAEC}"/>
              </a:ext>
            </a:extLst>
          </p:cNvPr>
          <p:cNvSpPr txBox="1"/>
          <p:nvPr userDrawn="1"/>
        </p:nvSpPr>
        <p:spPr>
          <a:xfrm>
            <a:off x="7059066"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TRENDING</a:t>
            </a:r>
          </a:p>
        </p:txBody>
      </p:sp>
      <p:pic>
        <p:nvPicPr>
          <p:cNvPr id="52" name="Graphic 51" descr="bar graph with increasing arrow and dollar sign">
            <a:extLst>
              <a:ext uri="{FF2B5EF4-FFF2-40B4-BE49-F238E27FC236}">
                <a16:creationId xmlns:a16="http://schemas.microsoft.com/office/drawing/2014/main" id="{BE2B92F6-9A99-BB98-F1DC-067C743A16F6}"/>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8169450" y="2147952"/>
            <a:ext cx="505610" cy="505610"/>
          </a:xfrm>
          <a:prstGeom prst="rect">
            <a:avLst/>
          </a:prstGeom>
        </p:spPr>
      </p:pic>
      <p:sp>
        <p:nvSpPr>
          <p:cNvPr id="30" name="TextBox 29">
            <a:extLst>
              <a:ext uri="{FF2B5EF4-FFF2-40B4-BE49-F238E27FC236}">
                <a16:creationId xmlns:a16="http://schemas.microsoft.com/office/drawing/2014/main" id="{5C540455-7939-E006-CD53-259AAA55FB02}"/>
              </a:ext>
            </a:extLst>
          </p:cNvPr>
          <p:cNvSpPr txBox="1"/>
          <p:nvPr userDrawn="1"/>
        </p:nvSpPr>
        <p:spPr>
          <a:xfrm>
            <a:off x="8056593" y="2680034"/>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TRENDING (FINANCIAL)</a:t>
            </a:r>
          </a:p>
        </p:txBody>
      </p:sp>
      <p:pic>
        <p:nvPicPr>
          <p:cNvPr id="80" name="Graphic 79" descr="3 hands reaching toward each other">
            <a:extLst>
              <a:ext uri="{FF2B5EF4-FFF2-40B4-BE49-F238E27FC236}">
                <a16:creationId xmlns:a16="http://schemas.microsoft.com/office/drawing/2014/main" id="{5CC45D25-1EE0-ECCA-5C85-D4A59986BAD0}"/>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a:xfrm>
            <a:off x="9195964" y="2174016"/>
            <a:ext cx="467457" cy="412462"/>
          </a:xfrm>
          <a:prstGeom prst="rect">
            <a:avLst/>
          </a:prstGeom>
        </p:spPr>
      </p:pic>
      <p:sp>
        <p:nvSpPr>
          <p:cNvPr id="31" name="TextBox 30">
            <a:extLst>
              <a:ext uri="{FF2B5EF4-FFF2-40B4-BE49-F238E27FC236}">
                <a16:creationId xmlns:a16="http://schemas.microsoft.com/office/drawing/2014/main" id="{F88EADDC-A19D-66CA-9AA5-6B4A3616D421}"/>
              </a:ext>
            </a:extLst>
          </p:cNvPr>
          <p:cNvSpPr txBox="1"/>
          <p:nvPr userDrawn="1"/>
        </p:nvSpPr>
        <p:spPr>
          <a:xfrm>
            <a:off x="9046203"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UNITED</a:t>
            </a:r>
          </a:p>
        </p:txBody>
      </p:sp>
      <p:sp>
        <p:nvSpPr>
          <p:cNvPr id="33" name="Title 2">
            <a:extLst>
              <a:ext uri="{FF2B5EF4-FFF2-40B4-BE49-F238E27FC236}">
                <a16:creationId xmlns:a16="http://schemas.microsoft.com/office/drawing/2014/main" id="{57E9790B-1DF5-885D-BBB6-B753055F24BA}"/>
              </a:ext>
            </a:extLst>
          </p:cNvPr>
          <p:cNvSpPr txBox="1">
            <a:spLocks/>
          </p:cNvSpPr>
          <p:nvPr userDrawn="1"/>
        </p:nvSpPr>
        <p:spPr>
          <a:xfrm>
            <a:off x="401783" y="3133013"/>
            <a:ext cx="3723409" cy="35239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kern="1200">
                <a:solidFill>
                  <a:srgbClr val="4F5858"/>
                </a:solidFill>
                <a:latin typeface="Franklin Gothic Medium" panose="020B0603020102020204" pitchFamily="34" charset="0"/>
                <a:ea typeface="+mj-ea"/>
                <a:cs typeface="+mj-cs"/>
              </a:defRPr>
            </a:lvl1pPr>
          </a:lstStyle>
          <a:p>
            <a:r>
              <a:rPr lang="en-US" sz="1800">
                <a:solidFill>
                  <a:schemeClr val="tx2"/>
                </a:solidFill>
              </a:rPr>
              <a:t>AWARDS / DOCUMENTS</a:t>
            </a:r>
          </a:p>
        </p:txBody>
      </p:sp>
      <p:cxnSp>
        <p:nvCxnSpPr>
          <p:cNvPr id="34" name="Straight Connector 33">
            <a:extLst>
              <a:ext uri="{FF2B5EF4-FFF2-40B4-BE49-F238E27FC236}">
                <a16:creationId xmlns:a16="http://schemas.microsoft.com/office/drawing/2014/main" id="{55C70B56-77D7-5FA5-6292-59FD55C80085}"/>
              </a:ext>
            </a:extLst>
          </p:cNvPr>
          <p:cNvCxnSpPr>
            <a:cxnSpLocks/>
          </p:cNvCxnSpPr>
          <p:nvPr userDrawn="1"/>
        </p:nvCxnSpPr>
        <p:spPr>
          <a:xfrm>
            <a:off x="519545" y="3485407"/>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54" name="Graphic 53" descr="clipboard with check marks">
            <a:extLst>
              <a:ext uri="{FF2B5EF4-FFF2-40B4-BE49-F238E27FC236}">
                <a16:creationId xmlns:a16="http://schemas.microsoft.com/office/drawing/2014/main" id="{D079FA0C-EF62-4CFD-9916-E4147ECC5838}"/>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636375" y="3841240"/>
            <a:ext cx="442511" cy="485335"/>
          </a:xfrm>
          <a:prstGeom prst="rect">
            <a:avLst/>
          </a:prstGeom>
        </p:spPr>
      </p:pic>
      <p:sp>
        <p:nvSpPr>
          <p:cNvPr id="46" name="TextBox 45">
            <a:extLst>
              <a:ext uri="{FF2B5EF4-FFF2-40B4-BE49-F238E27FC236}">
                <a16:creationId xmlns:a16="http://schemas.microsoft.com/office/drawing/2014/main" id="{CC57B84B-483E-6E4A-FEEF-452C0E530684}"/>
              </a:ext>
            </a:extLst>
          </p:cNvPr>
          <p:cNvSpPr txBox="1"/>
          <p:nvPr userDrawn="1"/>
        </p:nvSpPr>
        <p:spPr>
          <a:xfrm>
            <a:off x="361720" y="4391581"/>
            <a:ext cx="82408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ASSESSMENT</a:t>
            </a:r>
          </a:p>
        </p:txBody>
      </p:sp>
      <p:pic>
        <p:nvPicPr>
          <p:cNvPr id="55" name="Graphic 54" descr="ribbon award with check mark">
            <a:extLst>
              <a:ext uri="{FF2B5EF4-FFF2-40B4-BE49-F238E27FC236}">
                <a16:creationId xmlns:a16="http://schemas.microsoft.com/office/drawing/2014/main" id="{3FE66362-204F-1112-AA6D-6D2A2FCB5052}"/>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a:xfrm>
            <a:off x="1618748" y="3854754"/>
            <a:ext cx="314041" cy="442512"/>
          </a:xfrm>
          <a:prstGeom prst="rect">
            <a:avLst/>
          </a:prstGeom>
        </p:spPr>
      </p:pic>
      <p:sp>
        <p:nvSpPr>
          <p:cNvPr id="35" name="TextBox 34">
            <a:extLst>
              <a:ext uri="{FF2B5EF4-FFF2-40B4-BE49-F238E27FC236}">
                <a16:creationId xmlns:a16="http://schemas.microsoft.com/office/drawing/2014/main" id="{FBEDD413-71A3-3800-9A50-B4B986A894FB}"/>
              </a:ext>
            </a:extLst>
          </p:cNvPr>
          <p:cNvSpPr txBox="1"/>
          <p:nvPr userDrawn="1"/>
        </p:nvSpPr>
        <p:spPr>
          <a:xfrm>
            <a:off x="1517147" y="4391581"/>
            <a:ext cx="55435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AWARD</a:t>
            </a:r>
          </a:p>
        </p:txBody>
      </p:sp>
      <p:pic>
        <p:nvPicPr>
          <p:cNvPr id="56" name="Graphic 55" descr="ribbon award with star">
            <a:extLst>
              <a:ext uri="{FF2B5EF4-FFF2-40B4-BE49-F238E27FC236}">
                <a16:creationId xmlns:a16="http://schemas.microsoft.com/office/drawing/2014/main" id="{1AEF064C-386F-E81E-9B09-3AE6937B0104}"/>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2509600" y="3858774"/>
            <a:ext cx="385414" cy="471061"/>
          </a:xfrm>
          <a:prstGeom prst="rect">
            <a:avLst/>
          </a:prstGeom>
        </p:spPr>
      </p:pic>
      <p:sp>
        <p:nvSpPr>
          <p:cNvPr id="36" name="TextBox 35">
            <a:extLst>
              <a:ext uri="{FF2B5EF4-FFF2-40B4-BE49-F238E27FC236}">
                <a16:creationId xmlns:a16="http://schemas.microsoft.com/office/drawing/2014/main" id="{8107EE05-3307-01E6-2398-4AF93C2730B0}"/>
              </a:ext>
            </a:extLst>
          </p:cNvPr>
          <p:cNvSpPr txBox="1"/>
          <p:nvPr userDrawn="1"/>
        </p:nvSpPr>
        <p:spPr>
          <a:xfrm>
            <a:off x="2357763" y="439158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AWARD</a:t>
            </a:r>
          </a:p>
        </p:txBody>
      </p:sp>
      <p:pic>
        <p:nvPicPr>
          <p:cNvPr id="57" name="Graphic 56" descr="clipboard">
            <a:extLst>
              <a:ext uri="{FF2B5EF4-FFF2-40B4-BE49-F238E27FC236}">
                <a16:creationId xmlns:a16="http://schemas.microsoft.com/office/drawing/2014/main" id="{F9DBE9B6-8802-67EA-F719-29F82D582E2F}"/>
              </a:ext>
            </a:extLst>
          </p:cNvPr>
          <p:cNvPicPr>
            <a:picLocks noChangeAspect="1"/>
          </p:cNvPicPr>
          <p:nvPr userDrawn="1"/>
        </p:nvPicPr>
        <p:blipFill>
          <a:blip r:embed="rId50">
            <a:extLst>
              <a:ext uri="{96DAC541-7B7A-43D3-8B79-37D633B846F1}">
                <asvg:svgBlip xmlns:asvg="http://schemas.microsoft.com/office/drawing/2016/SVG/main" r:embed="rId51"/>
              </a:ext>
            </a:extLst>
          </a:blip>
          <a:stretch>
            <a:fillRect/>
          </a:stretch>
        </p:blipFill>
        <p:spPr>
          <a:xfrm>
            <a:off x="3576700" y="3848378"/>
            <a:ext cx="356864" cy="471061"/>
          </a:xfrm>
          <a:prstGeom prst="rect">
            <a:avLst/>
          </a:prstGeom>
        </p:spPr>
      </p:pic>
      <p:sp>
        <p:nvSpPr>
          <p:cNvPr id="37" name="TextBox 36">
            <a:extLst>
              <a:ext uri="{FF2B5EF4-FFF2-40B4-BE49-F238E27FC236}">
                <a16:creationId xmlns:a16="http://schemas.microsoft.com/office/drawing/2014/main" id="{1819AA86-F79A-BA9A-8969-CBE87ED577EE}"/>
              </a:ext>
            </a:extLst>
          </p:cNvPr>
          <p:cNvSpPr txBox="1"/>
          <p:nvPr userDrawn="1"/>
        </p:nvSpPr>
        <p:spPr>
          <a:xfrm>
            <a:off x="3363207" y="439158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CHECKLIST</a:t>
            </a:r>
          </a:p>
        </p:txBody>
      </p:sp>
      <p:pic>
        <p:nvPicPr>
          <p:cNvPr id="58" name="Graphic 57" descr="paper">
            <a:extLst>
              <a:ext uri="{FF2B5EF4-FFF2-40B4-BE49-F238E27FC236}">
                <a16:creationId xmlns:a16="http://schemas.microsoft.com/office/drawing/2014/main" id="{E96E9FB7-76DC-2D62-79F9-FF0E1A9CB634}"/>
              </a:ext>
            </a:extLst>
          </p:cNvPr>
          <p:cNvPicPr>
            <a:picLocks noChangeAspect="1"/>
          </p:cNvPicPr>
          <p:nvPr userDrawn="1"/>
        </p:nvPicPr>
        <p:blipFill>
          <a:blip r:embed="rId52">
            <a:extLst>
              <a:ext uri="{96DAC541-7B7A-43D3-8B79-37D633B846F1}">
                <asvg:svgBlip xmlns:asvg="http://schemas.microsoft.com/office/drawing/2016/SVG/main" r:embed="rId53"/>
              </a:ext>
            </a:extLst>
          </a:blip>
          <a:stretch>
            <a:fillRect/>
          </a:stretch>
        </p:blipFill>
        <p:spPr>
          <a:xfrm>
            <a:off x="4521034" y="3858774"/>
            <a:ext cx="371139" cy="456786"/>
          </a:xfrm>
          <a:prstGeom prst="rect">
            <a:avLst/>
          </a:prstGeom>
        </p:spPr>
      </p:pic>
      <p:sp>
        <p:nvSpPr>
          <p:cNvPr id="38" name="TextBox 37">
            <a:extLst>
              <a:ext uri="{FF2B5EF4-FFF2-40B4-BE49-F238E27FC236}">
                <a16:creationId xmlns:a16="http://schemas.microsoft.com/office/drawing/2014/main" id="{98EA3868-125A-592B-9848-DB01A6C20C10}"/>
              </a:ext>
            </a:extLst>
          </p:cNvPr>
          <p:cNvSpPr txBox="1"/>
          <p:nvPr userDrawn="1"/>
        </p:nvSpPr>
        <p:spPr>
          <a:xfrm>
            <a:off x="4340942" y="439158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DOCUMENT</a:t>
            </a:r>
          </a:p>
        </p:txBody>
      </p:sp>
      <p:pic>
        <p:nvPicPr>
          <p:cNvPr id="59" name="Graphic 58" descr="clapping hands">
            <a:extLst>
              <a:ext uri="{FF2B5EF4-FFF2-40B4-BE49-F238E27FC236}">
                <a16:creationId xmlns:a16="http://schemas.microsoft.com/office/drawing/2014/main" id="{0CBEC175-9F99-E4FC-440E-B46383A252E9}"/>
              </a:ext>
            </a:extLst>
          </p:cNvPr>
          <p:cNvPicPr>
            <a:picLocks noChangeAspect="1"/>
          </p:cNvPicPr>
          <p:nvPr userDrawn="1"/>
        </p:nvPicPr>
        <p:blipFill>
          <a:blip r:embed="rId54">
            <a:extLst>
              <a:ext uri="{96DAC541-7B7A-43D3-8B79-37D633B846F1}">
                <asvg:svgBlip xmlns:asvg="http://schemas.microsoft.com/office/drawing/2016/SVG/main" r:embed="rId55"/>
              </a:ext>
            </a:extLst>
          </a:blip>
          <a:stretch>
            <a:fillRect/>
          </a:stretch>
        </p:blipFill>
        <p:spPr>
          <a:xfrm>
            <a:off x="5438313" y="3866283"/>
            <a:ext cx="471061" cy="428237"/>
          </a:xfrm>
          <a:prstGeom prst="rect">
            <a:avLst/>
          </a:prstGeom>
        </p:spPr>
      </p:pic>
      <p:sp>
        <p:nvSpPr>
          <p:cNvPr id="39" name="TextBox 38">
            <a:extLst>
              <a:ext uri="{FF2B5EF4-FFF2-40B4-BE49-F238E27FC236}">
                <a16:creationId xmlns:a16="http://schemas.microsoft.com/office/drawing/2014/main" id="{AB5685BB-920A-06EF-D16F-7F67B0678F4A}"/>
              </a:ext>
            </a:extLst>
          </p:cNvPr>
          <p:cNvSpPr txBox="1"/>
          <p:nvPr userDrawn="1"/>
        </p:nvSpPr>
        <p:spPr>
          <a:xfrm>
            <a:off x="5211799" y="4391581"/>
            <a:ext cx="893285"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ENCOURAGEMENT</a:t>
            </a:r>
          </a:p>
        </p:txBody>
      </p:sp>
      <p:pic>
        <p:nvPicPr>
          <p:cNvPr id="62" name="Graphic 61" descr="book with letter i ">
            <a:extLst>
              <a:ext uri="{FF2B5EF4-FFF2-40B4-BE49-F238E27FC236}">
                <a16:creationId xmlns:a16="http://schemas.microsoft.com/office/drawing/2014/main" id="{0236F1F2-9D8D-CB50-C234-585F46AFD4C1}"/>
              </a:ext>
            </a:extLst>
          </p:cNvPr>
          <p:cNvPicPr>
            <a:picLocks noChangeAspect="1"/>
          </p:cNvPicPr>
          <p:nvPr userDrawn="1"/>
        </p:nvPicPr>
        <p:blipFill>
          <a:blip r:embed="rId56">
            <a:extLst>
              <a:ext uri="{96DAC541-7B7A-43D3-8B79-37D633B846F1}">
                <asvg:svgBlip xmlns:asvg="http://schemas.microsoft.com/office/drawing/2016/SVG/main" r:embed="rId57"/>
              </a:ext>
            </a:extLst>
          </a:blip>
          <a:stretch>
            <a:fillRect/>
          </a:stretch>
        </p:blipFill>
        <p:spPr>
          <a:xfrm>
            <a:off x="6397518" y="3846009"/>
            <a:ext cx="371138" cy="456785"/>
          </a:xfrm>
          <a:prstGeom prst="rect">
            <a:avLst/>
          </a:prstGeom>
        </p:spPr>
      </p:pic>
      <p:sp>
        <p:nvSpPr>
          <p:cNvPr id="40" name="TextBox 39">
            <a:extLst>
              <a:ext uri="{FF2B5EF4-FFF2-40B4-BE49-F238E27FC236}">
                <a16:creationId xmlns:a16="http://schemas.microsoft.com/office/drawing/2014/main" id="{A38EE80D-862E-35BB-470C-D75DF52A0EED}"/>
              </a:ext>
            </a:extLst>
          </p:cNvPr>
          <p:cNvSpPr txBox="1"/>
          <p:nvPr userDrawn="1"/>
        </p:nvSpPr>
        <p:spPr>
          <a:xfrm>
            <a:off x="6225159" y="4391581"/>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GUIDE BOOK / INFORMATION</a:t>
            </a:r>
          </a:p>
        </p:txBody>
      </p:sp>
      <p:pic>
        <p:nvPicPr>
          <p:cNvPr id="60" name="Graphic 59" descr="open book with gear">
            <a:extLst>
              <a:ext uri="{FF2B5EF4-FFF2-40B4-BE49-F238E27FC236}">
                <a16:creationId xmlns:a16="http://schemas.microsoft.com/office/drawing/2014/main" id="{9CD90FF8-47A1-4072-225E-95964383DC4D}"/>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7238426" y="3888414"/>
            <a:ext cx="471061" cy="399688"/>
          </a:xfrm>
          <a:prstGeom prst="rect">
            <a:avLst/>
          </a:prstGeom>
        </p:spPr>
      </p:pic>
      <p:sp>
        <p:nvSpPr>
          <p:cNvPr id="41" name="TextBox 40">
            <a:extLst>
              <a:ext uri="{FF2B5EF4-FFF2-40B4-BE49-F238E27FC236}">
                <a16:creationId xmlns:a16="http://schemas.microsoft.com/office/drawing/2014/main" id="{8EAD960F-19B4-D10E-DA35-573479DD74B2}"/>
              </a:ext>
            </a:extLst>
          </p:cNvPr>
          <p:cNvSpPr txBox="1"/>
          <p:nvPr userDrawn="1"/>
        </p:nvSpPr>
        <p:spPr>
          <a:xfrm>
            <a:off x="7096016" y="439158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MANUAL</a:t>
            </a:r>
          </a:p>
        </p:txBody>
      </p:sp>
      <p:pic>
        <p:nvPicPr>
          <p:cNvPr id="61" name="Graphic 60" descr="medal">
            <a:extLst>
              <a:ext uri="{FF2B5EF4-FFF2-40B4-BE49-F238E27FC236}">
                <a16:creationId xmlns:a16="http://schemas.microsoft.com/office/drawing/2014/main" id="{6B786F2A-6E1A-8C90-BB1F-E9CA4C3670D2}"/>
              </a:ext>
            </a:extLst>
          </p:cNvPr>
          <p:cNvPicPr>
            <a:picLocks noChangeAspect="1"/>
          </p:cNvPicPr>
          <p:nvPr userDrawn="1"/>
        </p:nvPicPr>
        <p:blipFill>
          <a:blip r:embed="rId60">
            <a:extLst>
              <a:ext uri="{96DAC541-7B7A-43D3-8B79-37D633B846F1}">
                <asvg:svgBlip xmlns:asvg="http://schemas.microsoft.com/office/drawing/2016/SVG/main" r:embed="rId61"/>
              </a:ext>
            </a:extLst>
          </a:blip>
          <a:stretch>
            <a:fillRect/>
          </a:stretch>
        </p:blipFill>
        <p:spPr>
          <a:xfrm>
            <a:off x="8343339" y="3829215"/>
            <a:ext cx="242668" cy="471061"/>
          </a:xfrm>
          <a:prstGeom prst="rect">
            <a:avLst/>
          </a:prstGeom>
        </p:spPr>
      </p:pic>
      <p:sp>
        <p:nvSpPr>
          <p:cNvPr id="42" name="TextBox 41">
            <a:extLst>
              <a:ext uri="{FF2B5EF4-FFF2-40B4-BE49-F238E27FC236}">
                <a16:creationId xmlns:a16="http://schemas.microsoft.com/office/drawing/2014/main" id="{0ADA82A8-45CD-715B-8F8C-628028EE025F}"/>
              </a:ext>
            </a:extLst>
          </p:cNvPr>
          <p:cNvSpPr txBox="1"/>
          <p:nvPr userDrawn="1"/>
        </p:nvSpPr>
        <p:spPr>
          <a:xfrm>
            <a:off x="8085627" y="439158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MEDAL</a:t>
            </a:r>
          </a:p>
        </p:txBody>
      </p:sp>
      <p:pic>
        <p:nvPicPr>
          <p:cNvPr id="63" name="Graphic 62" descr="closed book">
            <a:extLst>
              <a:ext uri="{FF2B5EF4-FFF2-40B4-BE49-F238E27FC236}">
                <a16:creationId xmlns:a16="http://schemas.microsoft.com/office/drawing/2014/main" id="{8BF6E713-918F-EE49-C94E-441D20C5C273}"/>
              </a:ext>
            </a:extLst>
          </p:cNvPr>
          <p:cNvPicPr>
            <a:picLocks noChangeAspect="1"/>
          </p:cNvPicPr>
          <p:nvPr userDrawn="1"/>
        </p:nvPicPr>
        <p:blipFill>
          <a:blip r:embed="rId62">
            <a:extLst>
              <a:ext uri="{96DAC541-7B7A-43D3-8B79-37D633B846F1}">
                <asvg:svgBlip xmlns:asvg="http://schemas.microsoft.com/office/drawing/2016/SVG/main" r:embed="rId63"/>
              </a:ext>
            </a:extLst>
          </a:blip>
          <a:stretch>
            <a:fillRect/>
          </a:stretch>
        </p:blipFill>
        <p:spPr>
          <a:xfrm>
            <a:off x="9196654" y="3869788"/>
            <a:ext cx="385413" cy="428237"/>
          </a:xfrm>
          <a:prstGeom prst="rect">
            <a:avLst/>
          </a:prstGeom>
        </p:spPr>
      </p:pic>
      <p:sp>
        <p:nvSpPr>
          <p:cNvPr id="43" name="TextBox 42">
            <a:extLst>
              <a:ext uri="{FF2B5EF4-FFF2-40B4-BE49-F238E27FC236}">
                <a16:creationId xmlns:a16="http://schemas.microsoft.com/office/drawing/2014/main" id="{81F6B76D-53B9-0BE5-5F53-F9564BD68FE7}"/>
              </a:ext>
            </a:extLst>
          </p:cNvPr>
          <p:cNvSpPr txBox="1"/>
          <p:nvPr userDrawn="1"/>
        </p:nvSpPr>
        <p:spPr>
          <a:xfrm>
            <a:off x="9051486" y="439158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NOTEBOOK</a:t>
            </a:r>
          </a:p>
        </p:txBody>
      </p:sp>
      <p:pic>
        <p:nvPicPr>
          <p:cNvPr id="64" name="Graphic 63" descr="long sheet of paper">
            <a:extLst>
              <a:ext uri="{FF2B5EF4-FFF2-40B4-BE49-F238E27FC236}">
                <a16:creationId xmlns:a16="http://schemas.microsoft.com/office/drawing/2014/main" id="{B06DDC4E-0F7D-3E25-FA3F-DF4B2BBFC87E}"/>
              </a:ext>
            </a:extLst>
          </p:cNvPr>
          <p:cNvPicPr>
            <a:picLocks noChangeAspect="1"/>
          </p:cNvPicPr>
          <p:nvPr userDrawn="1"/>
        </p:nvPicPr>
        <p:blipFill>
          <a:blip r:embed="rId64">
            <a:extLst>
              <a:ext uri="{96DAC541-7B7A-43D3-8B79-37D633B846F1}">
                <asvg:svgBlip xmlns:asvg="http://schemas.microsoft.com/office/drawing/2016/SVG/main" r:embed="rId65"/>
              </a:ext>
            </a:extLst>
          </a:blip>
          <a:stretch>
            <a:fillRect/>
          </a:stretch>
        </p:blipFill>
        <p:spPr>
          <a:xfrm>
            <a:off x="10173071" y="3866284"/>
            <a:ext cx="471060" cy="428236"/>
          </a:xfrm>
          <a:prstGeom prst="rect">
            <a:avLst/>
          </a:prstGeom>
        </p:spPr>
      </p:pic>
      <p:sp>
        <p:nvSpPr>
          <p:cNvPr id="44" name="TextBox 43">
            <a:extLst>
              <a:ext uri="{FF2B5EF4-FFF2-40B4-BE49-F238E27FC236}">
                <a16:creationId xmlns:a16="http://schemas.microsoft.com/office/drawing/2014/main" id="{DC496026-A4BB-16CE-3C10-DD9BE7245E67}"/>
              </a:ext>
            </a:extLst>
          </p:cNvPr>
          <p:cNvSpPr txBox="1"/>
          <p:nvPr userDrawn="1"/>
        </p:nvSpPr>
        <p:spPr>
          <a:xfrm>
            <a:off x="10017346" y="4391581"/>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REQUIRED DOCUMENTS</a:t>
            </a:r>
          </a:p>
        </p:txBody>
      </p:sp>
    </p:spTree>
    <p:extLst>
      <p:ext uri="{BB962C8B-B14F-4D97-AF65-F5344CB8AC3E}">
        <p14:creationId xmlns:p14="http://schemas.microsoft.com/office/powerpoint/2010/main" val="118254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icons 2">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BDE8D17C-D0BA-241E-5C3A-56819B739705}"/>
              </a:ext>
            </a:extLst>
          </p:cNvPr>
          <p:cNvSpPr>
            <a:spLocks noGrp="1"/>
          </p:cNvSpPr>
          <p:nvPr>
            <p:ph type="title"/>
          </p:nvPr>
        </p:nvSpPr>
        <p:spPr>
          <a:xfrm>
            <a:off x="401783" y="437315"/>
            <a:ext cx="3723409" cy="352394"/>
          </a:xfrm>
        </p:spPr>
        <p:txBody>
          <a:bodyPr>
            <a:normAutofit fontScale="90000"/>
          </a:bodyPr>
          <a:lstStyle>
            <a:lvl1pPr>
              <a:defRPr>
                <a:solidFill>
                  <a:schemeClr val="tx2"/>
                </a:solidFill>
              </a:defRPr>
            </a:lvl1pPr>
          </a:lstStyle>
          <a:p>
            <a:r>
              <a:rPr lang="en-US" sz="1800" b="0">
                <a:latin typeface="Franklin Gothic Medium" panose="020B0603020102020204" pitchFamily="34" charset="0"/>
              </a:rPr>
              <a:t>COLLEGIATE / EVENT ICONOGRAPHY</a:t>
            </a:r>
          </a:p>
        </p:txBody>
      </p:sp>
      <p:sp>
        <p:nvSpPr>
          <p:cNvPr id="157" name="Title 2">
            <a:extLst>
              <a:ext uri="{FF2B5EF4-FFF2-40B4-BE49-F238E27FC236}">
                <a16:creationId xmlns:a16="http://schemas.microsoft.com/office/drawing/2014/main" id="{4AF78AB6-7938-F1DC-B9C2-793B55C300BD}"/>
              </a:ext>
            </a:extLst>
          </p:cNvPr>
          <p:cNvSpPr txBox="1">
            <a:spLocks/>
          </p:cNvSpPr>
          <p:nvPr userDrawn="1"/>
        </p:nvSpPr>
        <p:spPr>
          <a:xfrm>
            <a:off x="6624096" y="490960"/>
            <a:ext cx="5039063" cy="248502"/>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2800" b="1" i="0" kern="1200">
                <a:solidFill>
                  <a:srgbClr val="636466"/>
                </a:solidFill>
                <a:latin typeface="Franklin Gothic Demi" panose="020B0603020102020204" pitchFamily="34" charset="0"/>
                <a:ea typeface="+mj-ea"/>
                <a:cs typeface="+mj-cs"/>
              </a:defRPr>
            </a:lvl1pPr>
          </a:lstStyle>
          <a:p>
            <a:pPr algn="r">
              <a:lnSpc>
                <a:spcPct val="120000"/>
              </a:lnSpc>
            </a:pPr>
            <a:r>
              <a:rPr lang="en-US" sz="1200" b="0" i="1">
                <a:solidFill>
                  <a:schemeClr val="tx1"/>
                </a:solidFill>
                <a:latin typeface="Franklin Gothic Book" panose="020B0503020102020204" pitchFamily="34" charset="0"/>
              </a:rPr>
              <a:t>Icon colors are editable: Select icon &gt; Select “Shape Format” in toolbar &gt; Change “Shape Fill”</a:t>
            </a:r>
          </a:p>
        </p:txBody>
      </p:sp>
      <p:cxnSp>
        <p:nvCxnSpPr>
          <p:cNvPr id="8" name="Straight Connector 7">
            <a:extLst>
              <a:ext uri="{FF2B5EF4-FFF2-40B4-BE49-F238E27FC236}">
                <a16:creationId xmlns:a16="http://schemas.microsoft.com/office/drawing/2014/main" id="{1AA3E171-5A47-E0A2-E173-A8848B79796B}"/>
              </a:ext>
              <a:ext uri="{C183D7F6-B498-43B3-948B-1728B52AA6E4}">
                <adec:decorative xmlns:adec="http://schemas.microsoft.com/office/drawing/2017/decorative" val="1"/>
              </a:ext>
            </a:extLst>
          </p:cNvPr>
          <p:cNvCxnSpPr>
            <a:cxnSpLocks/>
          </p:cNvCxnSpPr>
          <p:nvPr userDrawn="1"/>
        </p:nvCxnSpPr>
        <p:spPr>
          <a:xfrm>
            <a:off x="519545" y="789709"/>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118" name="Graphic 117" descr="letters a.i. in thought bubble">
            <a:extLst>
              <a:ext uri="{FF2B5EF4-FFF2-40B4-BE49-F238E27FC236}">
                <a16:creationId xmlns:a16="http://schemas.microsoft.com/office/drawing/2014/main" id="{D0AEF15B-ADD1-C0BC-3197-31F70A648DF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96770" y="1191667"/>
            <a:ext cx="508000" cy="444500"/>
          </a:xfrm>
          <a:prstGeom prst="rect">
            <a:avLst/>
          </a:prstGeom>
        </p:spPr>
      </p:pic>
      <p:sp>
        <p:nvSpPr>
          <p:cNvPr id="116" name="TextBox 115">
            <a:extLst>
              <a:ext uri="{FF2B5EF4-FFF2-40B4-BE49-F238E27FC236}">
                <a16:creationId xmlns:a16="http://schemas.microsoft.com/office/drawing/2014/main" id="{1156A381-F6B1-01CA-B0B5-F1CE33E2882C}"/>
              </a:ext>
            </a:extLst>
          </p:cNvPr>
          <p:cNvSpPr txBox="1"/>
          <p:nvPr userDrawn="1"/>
        </p:nvSpPr>
        <p:spPr>
          <a:xfrm>
            <a:off x="361720" y="1695883"/>
            <a:ext cx="824081"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A.I. INTEGRATION</a:t>
            </a:r>
          </a:p>
        </p:txBody>
      </p:sp>
      <p:pic>
        <p:nvPicPr>
          <p:cNvPr id="119" name="Graphic 118" descr="paintbrush and palette">
            <a:extLst>
              <a:ext uri="{FF2B5EF4-FFF2-40B4-BE49-F238E27FC236}">
                <a16:creationId xmlns:a16="http://schemas.microsoft.com/office/drawing/2014/main" id="{8A164AE4-CA28-121B-F13A-733EE9EF00A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562801" y="1114114"/>
            <a:ext cx="381000" cy="523875"/>
          </a:xfrm>
          <a:prstGeom prst="rect">
            <a:avLst/>
          </a:prstGeom>
        </p:spPr>
      </p:pic>
      <p:sp>
        <p:nvSpPr>
          <p:cNvPr id="10" name="TextBox 9">
            <a:extLst>
              <a:ext uri="{FF2B5EF4-FFF2-40B4-BE49-F238E27FC236}">
                <a16:creationId xmlns:a16="http://schemas.microsoft.com/office/drawing/2014/main" id="{A96630D1-DC58-83B2-7E82-336370832C47}"/>
              </a:ext>
            </a:extLst>
          </p:cNvPr>
          <p:cNvSpPr txBox="1"/>
          <p:nvPr userDrawn="1"/>
        </p:nvSpPr>
        <p:spPr>
          <a:xfrm>
            <a:off x="1556998" y="1695883"/>
            <a:ext cx="451698"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ART</a:t>
            </a:r>
          </a:p>
        </p:txBody>
      </p:sp>
      <p:pic>
        <p:nvPicPr>
          <p:cNvPr id="120" name="Graphic 119" descr="open book">
            <a:extLst>
              <a:ext uri="{FF2B5EF4-FFF2-40B4-BE49-F238E27FC236}">
                <a16:creationId xmlns:a16="http://schemas.microsoft.com/office/drawing/2014/main" id="{965224BD-19F2-A5A5-C82A-0FA3DDD3DDF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55184" y="1261388"/>
            <a:ext cx="508000" cy="349250"/>
          </a:xfrm>
          <a:prstGeom prst="rect">
            <a:avLst/>
          </a:prstGeom>
        </p:spPr>
      </p:pic>
      <p:sp>
        <p:nvSpPr>
          <p:cNvPr id="18" name="TextBox 17">
            <a:extLst>
              <a:ext uri="{FF2B5EF4-FFF2-40B4-BE49-F238E27FC236}">
                <a16:creationId xmlns:a16="http://schemas.microsoft.com/office/drawing/2014/main" id="{052C975C-B990-A4E3-34C5-FB646403D82F}"/>
              </a:ext>
            </a:extLst>
          </p:cNvPr>
          <p:cNvSpPr txBox="1"/>
          <p:nvPr userDrawn="1"/>
        </p:nvSpPr>
        <p:spPr>
          <a:xfrm>
            <a:off x="2357763"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BOOK</a:t>
            </a:r>
          </a:p>
        </p:txBody>
      </p:sp>
      <p:pic>
        <p:nvPicPr>
          <p:cNvPr id="121" name="Graphic 120" descr="briefcase">
            <a:extLst>
              <a:ext uri="{FF2B5EF4-FFF2-40B4-BE49-F238E27FC236}">
                <a16:creationId xmlns:a16="http://schemas.microsoft.com/office/drawing/2014/main" id="{C17865CE-86B0-03FF-1C34-48700C497271}"/>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474567" y="1191667"/>
            <a:ext cx="523875" cy="444500"/>
          </a:xfrm>
          <a:prstGeom prst="rect">
            <a:avLst/>
          </a:prstGeom>
        </p:spPr>
      </p:pic>
      <p:sp>
        <p:nvSpPr>
          <p:cNvPr id="20" name="TextBox 19">
            <a:extLst>
              <a:ext uri="{FF2B5EF4-FFF2-40B4-BE49-F238E27FC236}">
                <a16:creationId xmlns:a16="http://schemas.microsoft.com/office/drawing/2014/main" id="{989BC4D0-567E-F852-038A-70D69A96641E}"/>
              </a:ext>
            </a:extLst>
          </p:cNvPr>
          <p:cNvSpPr txBox="1"/>
          <p:nvPr userDrawn="1"/>
        </p:nvSpPr>
        <p:spPr>
          <a:xfrm>
            <a:off x="3363207"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BUSINESS</a:t>
            </a:r>
          </a:p>
        </p:txBody>
      </p:sp>
      <p:pic>
        <p:nvPicPr>
          <p:cNvPr id="122" name="Graphic 121" descr="person walking on bar chart towards flag">
            <a:extLst>
              <a:ext uri="{FF2B5EF4-FFF2-40B4-BE49-F238E27FC236}">
                <a16:creationId xmlns:a16="http://schemas.microsoft.com/office/drawing/2014/main" id="{32A38DBA-E1EA-29AC-544B-AB777E67864E}"/>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467080" y="1128167"/>
            <a:ext cx="523875" cy="508000"/>
          </a:xfrm>
          <a:prstGeom prst="rect">
            <a:avLst/>
          </a:prstGeom>
        </p:spPr>
      </p:pic>
      <p:sp>
        <p:nvSpPr>
          <p:cNvPr id="21" name="TextBox 20">
            <a:extLst>
              <a:ext uri="{FF2B5EF4-FFF2-40B4-BE49-F238E27FC236}">
                <a16:creationId xmlns:a16="http://schemas.microsoft.com/office/drawing/2014/main" id="{50453D15-86B8-7150-3B87-9B9D8FFC2E59}"/>
              </a:ext>
            </a:extLst>
          </p:cNvPr>
          <p:cNvSpPr txBox="1"/>
          <p:nvPr userDrawn="1"/>
        </p:nvSpPr>
        <p:spPr>
          <a:xfrm>
            <a:off x="4340942"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CAREER GROWTH</a:t>
            </a:r>
          </a:p>
        </p:txBody>
      </p:sp>
      <p:pic>
        <p:nvPicPr>
          <p:cNvPr id="124" name="Graphic 123" descr="graduation cap with circular arrows around">
            <a:extLst>
              <a:ext uri="{FF2B5EF4-FFF2-40B4-BE49-F238E27FC236}">
                <a16:creationId xmlns:a16="http://schemas.microsoft.com/office/drawing/2014/main" id="{235BD48F-02A0-871D-9110-0CB14E73D71C}"/>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5404357" y="1125523"/>
            <a:ext cx="508000" cy="523875"/>
          </a:xfrm>
          <a:prstGeom prst="rect">
            <a:avLst/>
          </a:prstGeom>
        </p:spPr>
      </p:pic>
      <p:sp>
        <p:nvSpPr>
          <p:cNvPr id="22" name="TextBox 21">
            <a:extLst>
              <a:ext uri="{FF2B5EF4-FFF2-40B4-BE49-F238E27FC236}">
                <a16:creationId xmlns:a16="http://schemas.microsoft.com/office/drawing/2014/main" id="{9545324E-FD2C-12D4-1025-32DF4D60C42F}"/>
              </a:ext>
            </a:extLst>
          </p:cNvPr>
          <p:cNvSpPr txBox="1"/>
          <p:nvPr userDrawn="1"/>
        </p:nvSpPr>
        <p:spPr>
          <a:xfrm>
            <a:off x="5306800"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CONTINUING EDUCATION</a:t>
            </a:r>
          </a:p>
        </p:txBody>
      </p:sp>
      <p:pic>
        <p:nvPicPr>
          <p:cNvPr id="125" name="Graphic 124" descr="two people icons facing each other talking at a table">
            <a:extLst>
              <a:ext uri="{FF2B5EF4-FFF2-40B4-BE49-F238E27FC236}">
                <a16:creationId xmlns:a16="http://schemas.microsoft.com/office/drawing/2014/main" id="{2A100675-1E9C-AB27-6B62-C994C0E27F19}"/>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6360997" y="1126833"/>
            <a:ext cx="476250" cy="523875"/>
          </a:xfrm>
          <a:prstGeom prst="rect">
            <a:avLst/>
          </a:prstGeom>
        </p:spPr>
      </p:pic>
      <p:sp>
        <p:nvSpPr>
          <p:cNvPr id="82" name="TextBox 81">
            <a:extLst>
              <a:ext uri="{FF2B5EF4-FFF2-40B4-BE49-F238E27FC236}">
                <a16:creationId xmlns:a16="http://schemas.microsoft.com/office/drawing/2014/main" id="{51D57C67-E0C5-3A84-20E3-983050391C40}"/>
              </a:ext>
            </a:extLst>
          </p:cNvPr>
          <p:cNvSpPr txBox="1"/>
          <p:nvPr userDrawn="1"/>
        </p:nvSpPr>
        <p:spPr>
          <a:xfrm>
            <a:off x="6225159"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COUNSELING</a:t>
            </a:r>
          </a:p>
        </p:txBody>
      </p:sp>
      <p:pic>
        <p:nvPicPr>
          <p:cNvPr id="126" name="Graphic 125" descr="lightbulb and pencil">
            <a:extLst>
              <a:ext uri="{FF2B5EF4-FFF2-40B4-BE49-F238E27FC236}">
                <a16:creationId xmlns:a16="http://schemas.microsoft.com/office/drawing/2014/main" id="{665E38AF-A165-9288-E251-1A29943A067D}"/>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7273285" y="1084912"/>
            <a:ext cx="523875" cy="523875"/>
          </a:xfrm>
          <a:prstGeom prst="rect">
            <a:avLst/>
          </a:prstGeom>
        </p:spPr>
      </p:pic>
      <p:sp>
        <p:nvSpPr>
          <p:cNvPr id="83" name="TextBox 82">
            <a:extLst>
              <a:ext uri="{FF2B5EF4-FFF2-40B4-BE49-F238E27FC236}">
                <a16:creationId xmlns:a16="http://schemas.microsoft.com/office/drawing/2014/main" id="{9F0B894B-51EF-7D93-990C-4DF6ACE2BA67}"/>
              </a:ext>
            </a:extLst>
          </p:cNvPr>
          <p:cNvSpPr txBox="1"/>
          <p:nvPr userDrawn="1"/>
        </p:nvSpPr>
        <p:spPr>
          <a:xfrm>
            <a:off x="709601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CREATIVITY</a:t>
            </a:r>
          </a:p>
        </p:txBody>
      </p:sp>
      <p:pic>
        <p:nvPicPr>
          <p:cNvPr id="127" name="Graphic 126" descr="graduation cap on top of books">
            <a:extLst>
              <a:ext uri="{FF2B5EF4-FFF2-40B4-BE49-F238E27FC236}">
                <a16:creationId xmlns:a16="http://schemas.microsoft.com/office/drawing/2014/main" id="{0E367310-EB1D-4CCD-4D55-20ABF9A15BA0}"/>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8223721" y="1110575"/>
            <a:ext cx="428625" cy="492125"/>
          </a:xfrm>
          <a:prstGeom prst="rect">
            <a:avLst/>
          </a:prstGeom>
        </p:spPr>
      </p:pic>
      <p:sp>
        <p:nvSpPr>
          <p:cNvPr id="84" name="TextBox 83">
            <a:extLst>
              <a:ext uri="{FF2B5EF4-FFF2-40B4-BE49-F238E27FC236}">
                <a16:creationId xmlns:a16="http://schemas.microsoft.com/office/drawing/2014/main" id="{3CE4610B-026B-0C8E-B446-B4F637A76099}"/>
              </a:ext>
            </a:extLst>
          </p:cNvPr>
          <p:cNvSpPr txBox="1"/>
          <p:nvPr userDrawn="1"/>
        </p:nvSpPr>
        <p:spPr>
          <a:xfrm>
            <a:off x="8085627"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EDUCATION</a:t>
            </a:r>
          </a:p>
        </p:txBody>
      </p:sp>
      <p:pic>
        <p:nvPicPr>
          <p:cNvPr id="128" name="Graphic 127" descr="circus tent">
            <a:extLst>
              <a:ext uri="{FF2B5EF4-FFF2-40B4-BE49-F238E27FC236}">
                <a16:creationId xmlns:a16="http://schemas.microsoft.com/office/drawing/2014/main" id="{3D2F11AF-F56C-D1E2-DA4A-97E984483353}"/>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9149927" y="1102638"/>
            <a:ext cx="523875" cy="508000"/>
          </a:xfrm>
          <a:prstGeom prst="rect">
            <a:avLst/>
          </a:prstGeom>
        </p:spPr>
      </p:pic>
      <p:sp>
        <p:nvSpPr>
          <p:cNvPr id="85" name="TextBox 84">
            <a:extLst>
              <a:ext uri="{FF2B5EF4-FFF2-40B4-BE49-F238E27FC236}">
                <a16:creationId xmlns:a16="http://schemas.microsoft.com/office/drawing/2014/main" id="{EFB24409-9A66-78E7-FB75-1C122CB51D8B}"/>
              </a:ext>
            </a:extLst>
          </p:cNvPr>
          <p:cNvSpPr txBox="1"/>
          <p:nvPr userDrawn="1"/>
        </p:nvSpPr>
        <p:spPr>
          <a:xfrm>
            <a:off x="905148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EVENTS</a:t>
            </a:r>
          </a:p>
        </p:txBody>
      </p:sp>
      <p:pic>
        <p:nvPicPr>
          <p:cNvPr id="129" name="Graphic 128" descr="person icon with dollar sign">
            <a:extLst>
              <a:ext uri="{FF2B5EF4-FFF2-40B4-BE49-F238E27FC236}">
                <a16:creationId xmlns:a16="http://schemas.microsoft.com/office/drawing/2014/main" id="{803F2CC7-B07A-94EE-3693-3A4DD294B9A4}"/>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0184278" y="1142104"/>
            <a:ext cx="523875" cy="476250"/>
          </a:xfrm>
          <a:prstGeom prst="rect">
            <a:avLst/>
          </a:prstGeom>
        </p:spPr>
      </p:pic>
      <p:sp>
        <p:nvSpPr>
          <p:cNvPr id="86" name="TextBox 85">
            <a:extLst>
              <a:ext uri="{FF2B5EF4-FFF2-40B4-BE49-F238E27FC236}">
                <a16:creationId xmlns:a16="http://schemas.microsoft.com/office/drawing/2014/main" id="{3B38F568-83D6-2FDA-9362-7E61E0265E02}"/>
              </a:ext>
            </a:extLst>
          </p:cNvPr>
          <p:cNvSpPr txBox="1"/>
          <p:nvPr userDrawn="1"/>
        </p:nvSpPr>
        <p:spPr>
          <a:xfrm>
            <a:off x="10017346"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FINANCIAL ADVISOR</a:t>
            </a:r>
          </a:p>
        </p:txBody>
      </p:sp>
      <p:pic>
        <p:nvPicPr>
          <p:cNvPr id="130" name="Graphic 129" descr="globe">
            <a:extLst>
              <a:ext uri="{FF2B5EF4-FFF2-40B4-BE49-F238E27FC236}">
                <a16:creationId xmlns:a16="http://schemas.microsoft.com/office/drawing/2014/main" id="{4C32BBC0-064B-0F2F-A652-260ADAC242B8}"/>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11218630" y="1102638"/>
            <a:ext cx="412750" cy="523875"/>
          </a:xfrm>
          <a:prstGeom prst="rect">
            <a:avLst/>
          </a:prstGeom>
        </p:spPr>
      </p:pic>
      <p:sp>
        <p:nvSpPr>
          <p:cNvPr id="87" name="TextBox 86">
            <a:extLst>
              <a:ext uri="{FF2B5EF4-FFF2-40B4-BE49-F238E27FC236}">
                <a16:creationId xmlns:a16="http://schemas.microsoft.com/office/drawing/2014/main" id="{1E0AD6D7-94F2-0E17-E8B8-AB62FE2BF81F}"/>
              </a:ext>
            </a:extLst>
          </p:cNvPr>
          <p:cNvSpPr txBox="1"/>
          <p:nvPr userDrawn="1"/>
        </p:nvSpPr>
        <p:spPr>
          <a:xfrm>
            <a:off x="1104974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GLOBE</a:t>
            </a:r>
          </a:p>
        </p:txBody>
      </p:sp>
      <p:pic>
        <p:nvPicPr>
          <p:cNvPr id="133" name="Graphic 132" descr="graduation caps in air">
            <a:extLst>
              <a:ext uri="{FF2B5EF4-FFF2-40B4-BE49-F238E27FC236}">
                <a16:creationId xmlns:a16="http://schemas.microsoft.com/office/drawing/2014/main" id="{394B434E-6F5D-DA43-EA07-DD03ACD86512}"/>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501657" y="2133534"/>
            <a:ext cx="523875" cy="492125"/>
          </a:xfrm>
          <a:prstGeom prst="rect">
            <a:avLst/>
          </a:prstGeom>
        </p:spPr>
      </p:pic>
      <p:sp>
        <p:nvSpPr>
          <p:cNvPr id="88" name="TextBox 87">
            <a:extLst>
              <a:ext uri="{FF2B5EF4-FFF2-40B4-BE49-F238E27FC236}">
                <a16:creationId xmlns:a16="http://schemas.microsoft.com/office/drawing/2014/main" id="{C09B7E47-C7C3-8B31-2FFA-90B21AB8E9E0}"/>
              </a:ext>
            </a:extLst>
          </p:cNvPr>
          <p:cNvSpPr txBox="1"/>
          <p:nvPr userDrawn="1"/>
        </p:nvSpPr>
        <p:spPr>
          <a:xfrm>
            <a:off x="397933" y="2689310"/>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GRADUATION</a:t>
            </a:r>
          </a:p>
        </p:txBody>
      </p:sp>
      <p:pic>
        <p:nvPicPr>
          <p:cNvPr id="132" name="Graphic 131" descr="graduation cap">
            <a:extLst>
              <a:ext uri="{FF2B5EF4-FFF2-40B4-BE49-F238E27FC236}">
                <a16:creationId xmlns:a16="http://schemas.microsoft.com/office/drawing/2014/main" id="{2944C0C3-1A09-9CCC-FA60-CF14B5244F17}"/>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1413287" y="2133534"/>
            <a:ext cx="571500" cy="492125"/>
          </a:xfrm>
          <a:prstGeom prst="rect">
            <a:avLst/>
          </a:prstGeom>
        </p:spPr>
      </p:pic>
      <p:sp>
        <p:nvSpPr>
          <p:cNvPr id="89" name="TextBox 88">
            <a:extLst>
              <a:ext uri="{FF2B5EF4-FFF2-40B4-BE49-F238E27FC236}">
                <a16:creationId xmlns:a16="http://schemas.microsoft.com/office/drawing/2014/main" id="{8CF4919F-0A02-F604-5991-060227C7B7F9}"/>
              </a:ext>
            </a:extLst>
          </p:cNvPr>
          <p:cNvSpPr txBox="1"/>
          <p:nvPr userDrawn="1"/>
        </p:nvSpPr>
        <p:spPr>
          <a:xfrm>
            <a:off x="1325257" y="2686338"/>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GRADUATION CAP</a:t>
            </a:r>
          </a:p>
        </p:txBody>
      </p:sp>
      <p:pic>
        <p:nvPicPr>
          <p:cNvPr id="131" name="Graphic 130" descr="graduation cap and diploma">
            <a:extLst>
              <a:ext uri="{FF2B5EF4-FFF2-40B4-BE49-F238E27FC236}">
                <a16:creationId xmlns:a16="http://schemas.microsoft.com/office/drawing/2014/main" id="{461A7D9F-6303-AFB1-E7DE-4E545751AACA}"/>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2433896" y="2106868"/>
            <a:ext cx="523875" cy="523875"/>
          </a:xfrm>
          <a:prstGeom prst="rect">
            <a:avLst/>
          </a:prstGeom>
        </p:spPr>
      </p:pic>
      <p:sp>
        <p:nvSpPr>
          <p:cNvPr id="90" name="TextBox 89">
            <a:extLst>
              <a:ext uri="{FF2B5EF4-FFF2-40B4-BE49-F238E27FC236}">
                <a16:creationId xmlns:a16="http://schemas.microsoft.com/office/drawing/2014/main" id="{69A531D2-185B-5855-365E-13BBAE908506}"/>
              </a:ext>
            </a:extLst>
          </p:cNvPr>
          <p:cNvSpPr txBox="1"/>
          <p:nvPr userDrawn="1"/>
        </p:nvSpPr>
        <p:spPr>
          <a:xfrm>
            <a:off x="2307097" y="2686338"/>
            <a:ext cx="790422"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GRADUATION CAP &amp; DIPLOMA</a:t>
            </a:r>
          </a:p>
        </p:txBody>
      </p:sp>
      <p:pic>
        <p:nvPicPr>
          <p:cNvPr id="134" name="Graphic 133" descr="people in a circle">
            <a:extLst>
              <a:ext uri="{FF2B5EF4-FFF2-40B4-BE49-F238E27FC236}">
                <a16:creationId xmlns:a16="http://schemas.microsoft.com/office/drawing/2014/main" id="{3F2A99B5-22B5-5535-9F14-2D0237C5C74F}"/>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3476885" y="2106869"/>
            <a:ext cx="492125" cy="523875"/>
          </a:xfrm>
          <a:prstGeom prst="rect">
            <a:avLst/>
          </a:prstGeom>
        </p:spPr>
      </p:pic>
      <p:sp>
        <p:nvSpPr>
          <p:cNvPr id="91" name="TextBox 90">
            <a:extLst>
              <a:ext uri="{FF2B5EF4-FFF2-40B4-BE49-F238E27FC236}">
                <a16:creationId xmlns:a16="http://schemas.microsoft.com/office/drawing/2014/main" id="{FE04A163-1D05-B0B9-5B1A-EA1FE79375D1}"/>
              </a:ext>
            </a:extLst>
          </p:cNvPr>
          <p:cNvSpPr txBox="1"/>
          <p:nvPr userDrawn="1"/>
        </p:nvSpPr>
        <p:spPr>
          <a:xfrm>
            <a:off x="3342090"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INVOLVEMENT</a:t>
            </a:r>
          </a:p>
        </p:txBody>
      </p:sp>
      <p:pic>
        <p:nvPicPr>
          <p:cNvPr id="135" name="Graphic 134" descr="apple on top of books">
            <a:extLst>
              <a:ext uri="{FF2B5EF4-FFF2-40B4-BE49-F238E27FC236}">
                <a16:creationId xmlns:a16="http://schemas.microsoft.com/office/drawing/2014/main" id="{9DA3AD52-0AF8-C607-7C90-74CD336F3911}"/>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4502903" y="2133534"/>
            <a:ext cx="381000" cy="523875"/>
          </a:xfrm>
          <a:prstGeom prst="rect">
            <a:avLst/>
          </a:prstGeom>
        </p:spPr>
      </p:pic>
      <p:sp>
        <p:nvSpPr>
          <p:cNvPr id="92" name="TextBox 91">
            <a:extLst>
              <a:ext uri="{FF2B5EF4-FFF2-40B4-BE49-F238E27FC236}">
                <a16:creationId xmlns:a16="http://schemas.microsoft.com/office/drawing/2014/main" id="{F8C16945-C00C-2BE4-CA6B-48AEF9C287ED}"/>
              </a:ext>
            </a:extLst>
          </p:cNvPr>
          <p:cNvSpPr txBox="1"/>
          <p:nvPr userDrawn="1"/>
        </p:nvSpPr>
        <p:spPr>
          <a:xfrm>
            <a:off x="4327742"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KNOWLEDGE</a:t>
            </a:r>
          </a:p>
        </p:txBody>
      </p:sp>
      <p:pic>
        <p:nvPicPr>
          <p:cNvPr id="136" name="Graphic 135" descr="gavel">
            <a:extLst>
              <a:ext uri="{FF2B5EF4-FFF2-40B4-BE49-F238E27FC236}">
                <a16:creationId xmlns:a16="http://schemas.microsoft.com/office/drawing/2014/main" id="{FAD7CC96-FBB0-A521-B5C4-E36232B65585}"/>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5388482" y="2143459"/>
            <a:ext cx="523875" cy="492125"/>
          </a:xfrm>
          <a:prstGeom prst="rect">
            <a:avLst/>
          </a:prstGeom>
        </p:spPr>
      </p:pic>
      <p:sp>
        <p:nvSpPr>
          <p:cNvPr id="93" name="TextBox 92">
            <a:extLst>
              <a:ext uri="{FF2B5EF4-FFF2-40B4-BE49-F238E27FC236}">
                <a16:creationId xmlns:a16="http://schemas.microsoft.com/office/drawing/2014/main" id="{A908EA87-F03E-1584-4BD1-3AB175172DEE}"/>
              </a:ext>
            </a:extLst>
          </p:cNvPr>
          <p:cNvSpPr txBox="1"/>
          <p:nvPr userDrawn="1"/>
        </p:nvSpPr>
        <p:spPr>
          <a:xfrm>
            <a:off x="5277768"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LAW</a:t>
            </a:r>
          </a:p>
        </p:txBody>
      </p:sp>
      <p:pic>
        <p:nvPicPr>
          <p:cNvPr id="137" name="Graphic 136" descr="lightbulb and open book">
            <a:extLst>
              <a:ext uri="{FF2B5EF4-FFF2-40B4-BE49-F238E27FC236}">
                <a16:creationId xmlns:a16="http://schemas.microsoft.com/office/drawing/2014/main" id="{F8B0C404-8E68-B9C8-E53D-84C70A43B140}"/>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a:xfrm>
            <a:off x="6341373" y="2106869"/>
            <a:ext cx="428625" cy="539750"/>
          </a:xfrm>
          <a:prstGeom prst="rect">
            <a:avLst/>
          </a:prstGeom>
        </p:spPr>
      </p:pic>
      <p:sp>
        <p:nvSpPr>
          <p:cNvPr id="94" name="TextBox 93">
            <a:extLst>
              <a:ext uri="{FF2B5EF4-FFF2-40B4-BE49-F238E27FC236}">
                <a16:creationId xmlns:a16="http://schemas.microsoft.com/office/drawing/2014/main" id="{2670F897-2A46-BA2D-4C24-18294CFCDFE3}"/>
              </a:ext>
            </a:extLst>
          </p:cNvPr>
          <p:cNvSpPr txBox="1"/>
          <p:nvPr userDrawn="1"/>
        </p:nvSpPr>
        <p:spPr>
          <a:xfrm>
            <a:off x="6200085"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LEARNING</a:t>
            </a:r>
          </a:p>
        </p:txBody>
      </p:sp>
      <p:pic>
        <p:nvPicPr>
          <p:cNvPr id="138" name="Graphic 137" descr="person at chalkboard">
            <a:extLst>
              <a:ext uri="{FF2B5EF4-FFF2-40B4-BE49-F238E27FC236}">
                <a16:creationId xmlns:a16="http://schemas.microsoft.com/office/drawing/2014/main" id="{9F3D6595-76CF-B2EB-45EB-D62A00A55039}"/>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7170707" y="2164063"/>
            <a:ext cx="523875" cy="428625"/>
          </a:xfrm>
          <a:prstGeom prst="rect">
            <a:avLst/>
          </a:prstGeom>
        </p:spPr>
      </p:pic>
      <p:sp>
        <p:nvSpPr>
          <p:cNvPr id="95" name="TextBox 94">
            <a:extLst>
              <a:ext uri="{FF2B5EF4-FFF2-40B4-BE49-F238E27FC236}">
                <a16:creationId xmlns:a16="http://schemas.microsoft.com/office/drawing/2014/main" id="{2C7C6D40-FAB4-564B-203F-B1614BD4A23C}"/>
              </a:ext>
            </a:extLst>
          </p:cNvPr>
          <p:cNvSpPr txBox="1"/>
          <p:nvPr userDrawn="1"/>
        </p:nvSpPr>
        <p:spPr>
          <a:xfrm>
            <a:off x="7059066"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LECTURE</a:t>
            </a:r>
          </a:p>
        </p:txBody>
      </p:sp>
      <p:pic>
        <p:nvPicPr>
          <p:cNvPr id="140" name="Graphic 139" descr="building with book inside">
            <a:extLst>
              <a:ext uri="{FF2B5EF4-FFF2-40B4-BE49-F238E27FC236}">
                <a16:creationId xmlns:a16="http://schemas.microsoft.com/office/drawing/2014/main" id="{934EB2F3-DB4D-DF7B-011D-AE3155A7A3F2}"/>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a:xfrm>
            <a:off x="8176192" y="2157297"/>
            <a:ext cx="492125" cy="492125"/>
          </a:xfrm>
          <a:prstGeom prst="rect">
            <a:avLst/>
          </a:prstGeom>
        </p:spPr>
      </p:pic>
      <p:sp>
        <p:nvSpPr>
          <p:cNvPr id="96" name="TextBox 95">
            <a:extLst>
              <a:ext uri="{FF2B5EF4-FFF2-40B4-BE49-F238E27FC236}">
                <a16:creationId xmlns:a16="http://schemas.microsoft.com/office/drawing/2014/main" id="{F9D29966-E38F-12C8-7392-118AB681DE76}"/>
              </a:ext>
            </a:extLst>
          </p:cNvPr>
          <p:cNvSpPr txBox="1"/>
          <p:nvPr userDrawn="1"/>
        </p:nvSpPr>
        <p:spPr>
          <a:xfrm>
            <a:off x="8056593"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LIBRARY</a:t>
            </a:r>
          </a:p>
        </p:txBody>
      </p:sp>
      <p:pic>
        <p:nvPicPr>
          <p:cNvPr id="139" name="Graphic 138" descr="books on shelf">
            <a:extLst>
              <a:ext uri="{FF2B5EF4-FFF2-40B4-BE49-F238E27FC236}">
                <a16:creationId xmlns:a16="http://schemas.microsoft.com/office/drawing/2014/main" id="{A3A4D7A9-BA48-9838-33EE-70E7667C7424}"/>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9149927" y="2165234"/>
            <a:ext cx="523875" cy="476250"/>
          </a:xfrm>
          <a:prstGeom prst="rect">
            <a:avLst/>
          </a:prstGeom>
        </p:spPr>
      </p:pic>
      <p:sp>
        <p:nvSpPr>
          <p:cNvPr id="97" name="TextBox 96">
            <a:extLst>
              <a:ext uri="{FF2B5EF4-FFF2-40B4-BE49-F238E27FC236}">
                <a16:creationId xmlns:a16="http://schemas.microsoft.com/office/drawing/2014/main" id="{B1EAB90B-C37D-0053-6F61-50BBB8F5CBB6}"/>
              </a:ext>
            </a:extLst>
          </p:cNvPr>
          <p:cNvSpPr txBox="1"/>
          <p:nvPr userDrawn="1"/>
        </p:nvSpPr>
        <p:spPr>
          <a:xfrm>
            <a:off x="9046203" y="2680034"/>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LIBRARY BOOKS</a:t>
            </a:r>
          </a:p>
        </p:txBody>
      </p:sp>
      <p:pic>
        <p:nvPicPr>
          <p:cNvPr id="141" name="Graphic 140" descr="shield inside cloud">
            <a:extLst>
              <a:ext uri="{FF2B5EF4-FFF2-40B4-BE49-F238E27FC236}">
                <a16:creationId xmlns:a16="http://schemas.microsoft.com/office/drawing/2014/main" id="{7991205C-3F30-1135-58C0-41D3D5DE6182}"/>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a:xfrm>
            <a:off x="10167147" y="2135521"/>
            <a:ext cx="476250" cy="508000"/>
          </a:xfrm>
          <a:prstGeom prst="rect">
            <a:avLst/>
          </a:prstGeom>
        </p:spPr>
      </p:pic>
      <p:sp>
        <p:nvSpPr>
          <p:cNvPr id="98" name="TextBox 97">
            <a:extLst>
              <a:ext uri="{FF2B5EF4-FFF2-40B4-BE49-F238E27FC236}">
                <a16:creationId xmlns:a16="http://schemas.microsoft.com/office/drawing/2014/main" id="{5240A21C-FE30-CFA7-B885-5A1D64FEB4B6}"/>
              </a:ext>
            </a:extLst>
          </p:cNvPr>
          <p:cNvSpPr txBox="1"/>
          <p:nvPr userDrawn="1"/>
        </p:nvSpPr>
        <p:spPr>
          <a:xfrm>
            <a:off x="9968520" y="2680034"/>
            <a:ext cx="842812"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MENTAL HEALTH SUPPORT</a:t>
            </a:r>
          </a:p>
        </p:txBody>
      </p:sp>
      <p:pic>
        <p:nvPicPr>
          <p:cNvPr id="142" name="Graphic 141" descr="closed book">
            <a:extLst>
              <a:ext uri="{FF2B5EF4-FFF2-40B4-BE49-F238E27FC236}">
                <a16:creationId xmlns:a16="http://schemas.microsoft.com/office/drawing/2014/main" id="{252C229C-BA68-F9F6-414A-CF6645DBAE99}"/>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11185016" y="2140250"/>
            <a:ext cx="428625" cy="476250"/>
          </a:xfrm>
          <a:prstGeom prst="rect">
            <a:avLst/>
          </a:prstGeom>
        </p:spPr>
      </p:pic>
      <p:sp>
        <p:nvSpPr>
          <p:cNvPr id="99" name="TextBox 98">
            <a:extLst>
              <a:ext uri="{FF2B5EF4-FFF2-40B4-BE49-F238E27FC236}">
                <a16:creationId xmlns:a16="http://schemas.microsoft.com/office/drawing/2014/main" id="{5F038E83-8617-DEA2-594A-D04E9F4ABA4A}"/>
              </a:ext>
            </a:extLst>
          </p:cNvPr>
          <p:cNvSpPr txBox="1"/>
          <p:nvPr userDrawn="1"/>
        </p:nvSpPr>
        <p:spPr>
          <a:xfrm>
            <a:off x="10977923" y="2680034"/>
            <a:ext cx="84281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NOTEBOOK</a:t>
            </a:r>
          </a:p>
        </p:txBody>
      </p:sp>
      <p:pic>
        <p:nvPicPr>
          <p:cNvPr id="154" name="Graphic 153" descr="people on an online class">
            <a:extLst>
              <a:ext uri="{FF2B5EF4-FFF2-40B4-BE49-F238E27FC236}">
                <a16:creationId xmlns:a16="http://schemas.microsoft.com/office/drawing/2014/main" id="{45FB73A6-8EA9-2A1C-7D0C-D6DA0B988B09}"/>
              </a:ext>
            </a:extLst>
          </p:cNvPr>
          <p:cNvPicPr>
            <a:picLocks noChangeAspect="1"/>
          </p:cNvPicPr>
          <p:nvPr userDrawn="1"/>
        </p:nvPicPr>
        <p:blipFill>
          <a:blip r:embed="rId50">
            <a:extLst>
              <a:ext uri="{96DAC541-7B7A-43D3-8B79-37D633B846F1}">
                <asvg:svgBlip xmlns:asvg="http://schemas.microsoft.com/office/drawing/2016/SVG/main" r:embed="rId51"/>
              </a:ext>
            </a:extLst>
          </a:blip>
          <a:stretch>
            <a:fillRect/>
          </a:stretch>
        </p:blipFill>
        <p:spPr>
          <a:xfrm>
            <a:off x="501657" y="3234258"/>
            <a:ext cx="523875" cy="428625"/>
          </a:xfrm>
          <a:prstGeom prst="rect">
            <a:avLst/>
          </a:prstGeom>
        </p:spPr>
      </p:pic>
      <p:sp>
        <p:nvSpPr>
          <p:cNvPr id="100" name="TextBox 99">
            <a:extLst>
              <a:ext uri="{FF2B5EF4-FFF2-40B4-BE49-F238E27FC236}">
                <a16:creationId xmlns:a16="http://schemas.microsoft.com/office/drawing/2014/main" id="{E968183C-2F9B-872D-96A4-0406189F7A14}"/>
              </a:ext>
            </a:extLst>
          </p:cNvPr>
          <p:cNvSpPr txBox="1"/>
          <p:nvPr userDrawn="1"/>
        </p:nvSpPr>
        <p:spPr>
          <a:xfrm>
            <a:off x="352540" y="3749250"/>
            <a:ext cx="842812"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ONLINE</a:t>
            </a:r>
          </a:p>
          <a:p>
            <a:pPr algn="ctr"/>
            <a:r>
              <a:rPr lang="en-US" sz="700">
                <a:solidFill>
                  <a:schemeClr val="tx1"/>
                </a:solidFill>
                <a:latin typeface="Franklin Gothic Book" panose="020B0503020102020204" pitchFamily="34" charset="0"/>
              </a:rPr>
              <a:t>LEARNING</a:t>
            </a:r>
          </a:p>
        </p:txBody>
      </p:sp>
      <p:pic>
        <p:nvPicPr>
          <p:cNvPr id="144" name="Graphic 143" descr="graduation cap on computer screen">
            <a:extLst>
              <a:ext uri="{FF2B5EF4-FFF2-40B4-BE49-F238E27FC236}">
                <a16:creationId xmlns:a16="http://schemas.microsoft.com/office/drawing/2014/main" id="{77575E8F-5DD8-6503-08C1-44C8A6BF68ED}"/>
              </a:ext>
            </a:extLst>
          </p:cNvPr>
          <p:cNvPicPr>
            <a:picLocks noChangeAspect="1"/>
          </p:cNvPicPr>
          <p:nvPr userDrawn="1"/>
        </p:nvPicPr>
        <p:blipFill>
          <a:blip r:embed="rId52">
            <a:extLst>
              <a:ext uri="{96DAC541-7B7A-43D3-8B79-37D633B846F1}">
                <asvg:svgBlip xmlns:asvg="http://schemas.microsoft.com/office/drawing/2016/SVG/main" r:embed="rId53"/>
              </a:ext>
            </a:extLst>
          </a:blip>
          <a:stretch>
            <a:fillRect/>
          </a:stretch>
        </p:blipFill>
        <p:spPr>
          <a:xfrm>
            <a:off x="1465266" y="3194347"/>
            <a:ext cx="428625" cy="523875"/>
          </a:xfrm>
          <a:prstGeom prst="rect">
            <a:avLst/>
          </a:prstGeom>
        </p:spPr>
      </p:pic>
      <p:sp>
        <p:nvSpPr>
          <p:cNvPr id="101" name="TextBox 100">
            <a:extLst>
              <a:ext uri="{FF2B5EF4-FFF2-40B4-BE49-F238E27FC236}">
                <a16:creationId xmlns:a16="http://schemas.microsoft.com/office/drawing/2014/main" id="{FE0A173A-BB1C-2FF5-DFC8-320A66DFEFDE}"/>
              </a:ext>
            </a:extLst>
          </p:cNvPr>
          <p:cNvSpPr txBox="1"/>
          <p:nvPr userDrawn="1"/>
        </p:nvSpPr>
        <p:spPr>
          <a:xfrm>
            <a:off x="1313917" y="3743242"/>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ONLINE STUDY</a:t>
            </a:r>
          </a:p>
        </p:txBody>
      </p:sp>
      <p:pic>
        <p:nvPicPr>
          <p:cNvPr id="145" name="Graphic 144" descr="hands holding open book">
            <a:extLst>
              <a:ext uri="{FF2B5EF4-FFF2-40B4-BE49-F238E27FC236}">
                <a16:creationId xmlns:a16="http://schemas.microsoft.com/office/drawing/2014/main" id="{A12FE05E-12C4-D7D0-0626-FE508C82E930}"/>
              </a:ext>
            </a:extLst>
          </p:cNvPr>
          <p:cNvPicPr>
            <a:picLocks noChangeAspect="1"/>
          </p:cNvPicPr>
          <p:nvPr userDrawn="1"/>
        </p:nvPicPr>
        <p:blipFill>
          <a:blip r:embed="rId54">
            <a:extLst>
              <a:ext uri="{96DAC541-7B7A-43D3-8B79-37D633B846F1}">
                <asvg:svgBlip xmlns:asvg="http://schemas.microsoft.com/office/drawing/2016/SVG/main" r:embed="rId55"/>
              </a:ext>
            </a:extLst>
          </a:blip>
          <a:stretch>
            <a:fillRect/>
          </a:stretch>
        </p:blipFill>
        <p:spPr>
          <a:xfrm>
            <a:off x="2430403" y="3237461"/>
            <a:ext cx="539750" cy="412750"/>
          </a:xfrm>
          <a:prstGeom prst="rect">
            <a:avLst/>
          </a:prstGeom>
        </p:spPr>
      </p:pic>
      <p:sp>
        <p:nvSpPr>
          <p:cNvPr id="102" name="TextBox 101">
            <a:extLst>
              <a:ext uri="{FF2B5EF4-FFF2-40B4-BE49-F238E27FC236}">
                <a16:creationId xmlns:a16="http://schemas.microsoft.com/office/drawing/2014/main" id="{1C518F18-14A2-2625-76DB-271CDB715A4E}"/>
              </a:ext>
            </a:extLst>
          </p:cNvPr>
          <p:cNvSpPr txBox="1"/>
          <p:nvPr userDrawn="1"/>
        </p:nvSpPr>
        <p:spPr>
          <a:xfrm>
            <a:off x="2338177"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READING</a:t>
            </a:r>
          </a:p>
        </p:txBody>
      </p:sp>
      <p:pic>
        <p:nvPicPr>
          <p:cNvPr id="148" name="Graphic 147" descr="people in an online class">
            <a:extLst>
              <a:ext uri="{FF2B5EF4-FFF2-40B4-BE49-F238E27FC236}">
                <a16:creationId xmlns:a16="http://schemas.microsoft.com/office/drawing/2014/main" id="{31152FD9-98C2-218B-8E7C-89D44FF2239D}"/>
              </a:ext>
            </a:extLst>
          </p:cNvPr>
          <p:cNvPicPr>
            <a:picLocks noChangeAspect="1"/>
          </p:cNvPicPr>
          <p:nvPr userDrawn="1"/>
        </p:nvPicPr>
        <p:blipFill>
          <a:blip r:embed="rId56">
            <a:extLst>
              <a:ext uri="{96DAC541-7B7A-43D3-8B79-37D633B846F1}">
                <asvg:svgBlip xmlns:asvg="http://schemas.microsoft.com/office/drawing/2016/SVG/main" r:embed="rId57"/>
              </a:ext>
            </a:extLst>
          </a:blip>
          <a:stretch>
            <a:fillRect/>
          </a:stretch>
        </p:blipFill>
        <p:spPr>
          <a:xfrm>
            <a:off x="3466861" y="3218159"/>
            <a:ext cx="523875" cy="476250"/>
          </a:xfrm>
          <a:prstGeom prst="rect">
            <a:avLst/>
          </a:prstGeom>
        </p:spPr>
      </p:pic>
      <p:sp>
        <p:nvSpPr>
          <p:cNvPr id="103" name="TextBox 102">
            <a:extLst>
              <a:ext uri="{FF2B5EF4-FFF2-40B4-BE49-F238E27FC236}">
                <a16:creationId xmlns:a16="http://schemas.microsoft.com/office/drawing/2014/main" id="{34C35953-F812-4AE9-E62C-9C3A92C4FF27}"/>
              </a:ext>
            </a:extLst>
          </p:cNvPr>
          <p:cNvSpPr txBox="1"/>
          <p:nvPr userDrawn="1"/>
        </p:nvSpPr>
        <p:spPr>
          <a:xfrm>
            <a:off x="3371330"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SEMINAR</a:t>
            </a:r>
          </a:p>
        </p:txBody>
      </p:sp>
      <p:pic>
        <p:nvPicPr>
          <p:cNvPr id="149" name="Graphic 148" descr="person at podium">
            <a:extLst>
              <a:ext uri="{FF2B5EF4-FFF2-40B4-BE49-F238E27FC236}">
                <a16:creationId xmlns:a16="http://schemas.microsoft.com/office/drawing/2014/main" id="{4F0727C3-7ADD-3786-8300-13A12EDD81C1}"/>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4463216" y="3173810"/>
            <a:ext cx="460375" cy="539750"/>
          </a:xfrm>
          <a:prstGeom prst="rect">
            <a:avLst/>
          </a:prstGeom>
        </p:spPr>
      </p:pic>
      <p:sp>
        <p:nvSpPr>
          <p:cNvPr id="104" name="TextBox 103">
            <a:extLst>
              <a:ext uri="{FF2B5EF4-FFF2-40B4-BE49-F238E27FC236}">
                <a16:creationId xmlns:a16="http://schemas.microsoft.com/office/drawing/2014/main" id="{D2FE87D5-8FAB-BA40-A24C-9B68CEB9B918}"/>
              </a:ext>
            </a:extLst>
          </p:cNvPr>
          <p:cNvSpPr txBox="1"/>
          <p:nvPr userDrawn="1"/>
        </p:nvSpPr>
        <p:spPr>
          <a:xfrm>
            <a:off x="4341148"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SPEAKER</a:t>
            </a:r>
          </a:p>
        </p:txBody>
      </p:sp>
      <p:pic>
        <p:nvPicPr>
          <p:cNvPr id="117" name="Graphic 116" descr="person at desk with paper">
            <a:extLst>
              <a:ext uri="{FF2B5EF4-FFF2-40B4-BE49-F238E27FC236}">
                <a16:creationId xmlns:a16="http://schemas.microsoft.com/office/drawing/2014/main" id="{F76C4B8F-FBC4-7739-EA16-40ECBDA8E2EA}"/>
              </a:ext>
            </a:extLst>
          </p:cNvPr>
          <p:cNvPicPr>
            <a:picLocks noChangeAspect="1"/>
          </p:cNvPicPr>
          <p:nvPr userDrawn="1"/>
        </p:nvPicPr>
        <p:blipFill>
          <a:blip r:embed="rId60">
            <a:extLst>
              <a:ext uri="{96DAC541-7B7A-43D3-8B79-37D633B846F1}">
                <asvg:svgBlip xmlns:asvg="http://schemas.microsoft.com/office/drawing/2016/SVG/main" r:embed="rId61"/>
              </a:ext>
            </a:extLst>
          </a:blip>
          <a:stretch>
            <a:fillRect/>
          </a:stretch>
        </p:blipFill>
        <p:spPr>
          <a:xfrm>
            <a:off x="5344677" y="3194347"/>
            <a:ext cx="498677" cy="498677"/>
          </a:xfrm>
          <a:prstGeom prst="rect">
            <a:avLst/>
          </a:prstGeom>
        </p:spPr>
      </p:pic>
      <p:sp>
        <p:nvSpPr>
          <p:cNvPr id="105" name="TextBox 104">
            <a:extLst>
              <a:ext uri="{FF2B5EF4-FFF2-40B4-BE49-F238E27FC236}">
                <a16:creationId xmlns:a16="http://schemas.microsoft.com/office/drawing/2014/main" id="{F8772E40-448E-794A-A9C8-8EDA22095D05}"/>
              </a:ext>
            </a:extLst>
          </p:cNvPr>
          <p:cNvSpPr txBox="1"/>
          <p:nvPr userDrawn="1"/>
        </p:nvSpPr>
        <p:spPr>
          <a:xfrm>
            <a:off x="5212006"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STUDENT</a:t>
            </a:r>
          </a:p>
        </p:txBody>
      </p:sp>
      <p:pic>
        <p:nvPicPr>
          <p:cNvPr id="150" name="Graphic 149" descr="group of people">
            <a:extLst>
              <a:ext uri="{FF2B5EF4-FFF2-40B4-BE49-F238E27FC236}">
                <a16:creationId xmlns:a16="http://schemas.microsoft.com/office/drawing/2014/main" id="{1A87225C-D18A-E712-BA5A-636A68396B40}"/>
              </a:ext>
            </a:extLst>
          </p:cNvPr>
          <p:cNvPicPr>
            <a:picLocks noChangeAspect="1"/>
          </p:cNvPicPr>
          <p:nvPr userDrawn="1"/>
        </p:nvPicPr>
        <p:blipFill>
          <a:blip r:embed="rId62">
            <a:extLst>
              <a:ext uri="{96DAC541-7B7A-43D3-8B79-37D633B846F1}">
                <asvg:svgBlip xmlns:asvg="http://schemas.microsoft.com/office/drawing/2016/SVG/main" r:embed="rId63"/>
              </a:ext>
            </a:extLst>
          </a:blip>
          <a:stretch>
            <a:fillRect/>
          </a:stretch>
        </p:blipFill>
        <p:spPr>
          <a:xfrm>
            <a:off x="6337008" y="3173810"/>
            <a:ext cx="523875" cy="508000"/>
          </a:xfrm>
          <a:prstGeom prst="rect">
            <a:avLst/>
          </a:prstGeom>
        </p:spPr>
      </p:pic>
      <p:sp>
        <p:nvSpPr>
          <p:cNvPr id="106" name="TextBox 105">
            <a:extLst>
              <a:ext uri="{FF2B5EF4-FFF2-40B4-BE49-F238E27FC236}">
                <a16:creationId xmlns:a16="http://schemas.microsoft.com/office/drawing/2014/main" id="{7A2602EF-9F17-8796-E06F-DE0CD54B3176}"/>
              </a:ext>
            </a:extLst>
          </p:cNvPr>
          <p:cNvSpPr txBox="1"/>
          <p:nvPr userDrawn="1"/>
        </p:nvSpPr>
        <p:spPr>
          <a:xfrm>
            <a:off x="6233284"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STUDENTS</a:t>
            </a:r>
          </a:p>
        </p:txBody>
      </p:sp>
      <p:pic>
        <p:nvPicPr>
          <p:cNvPr id="147" name="Graphic 146" descr="pen and ruler">
            <a:extLst>
              <a:ext uri="{FF2B5EF4-FFF2-40B4-BE49-F238E27FC236}">
                <a16:creationId xmlns:a16="http://schemas.microsoft.com/office/drawing/2014/main" id="{D19178FA-1FB3-DDA4-1408-C45964CC9C49}"/>
              </a:ext>
            </a:extLst>
          </p:cNvPr>
          <p:cNvPicPr>
            <a:picLocks noChangeAspect="1"/>
          </p:cNvPicPr>
          <p:nvPr userDrawn="1"/>
        </p:nvPicPr>
        <p:blipFill>
          <a:blip r:embed="rId64">
            <a:extLst>
              <a:ext uri="{96DAC541-7B7A-43D3-8B79-37D633B846F1}">
                <asvg:svgBlip xmlns:asvg="http://schemas.microsoft.com/office/drawing/2016/SVG/main" r:embed="rId65"/>
              </a:ext>
            </a:extLst>
          </a:blip>
          <a:stretch>
            <a:fillRect/>
          </a:stretch>
        </p:blipFill>
        <p:spPr>
          <a:xfrm>
            <a:off x="7230617" y="3181747"/>
            <a:ext cx="476250" cy="476250"/>
          </a:xfrm>
          <a:prstGeom prst="rect">
            <a:avLst/>
          </a:prstGeom>
        </p:spPr>
      </p:pic>
      <p:sp>
        <p:nvSpPr>
          <p:cNvPr id="107" name="TextBox 106">
            <a:extLst>
              <a:ext uri="{FF2B5EF4-FFF2-40B4-BE49-F238E27FC236}">
                <a16:creationId xmlns:a16="http://schemas.microsoft.com/office/drawing/2014/main" id="{CFA66AD1-B9BC-48E4-7F25-1044ED8D4F59}"/>
              </a:ext>
            </a:extLst>
          </p:cNvPr>
          <p:cNvSpPr txBox="1"/>
          <p:nvPr userDrawn="1"/>
        </p:nvSpPr>
        <p:spPr>
          <a:xfrm>
            <a:off x="7103080" y="3743242"/>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SCHOOL MATERIALS</a:t>
            </a:r>
          </a:p>
        </p:txBody>
      </p:sp>
      <p:pic>
        <p:nvPicPr>
          <p:cNvPr id="146" name="Graphic 145" descr="graduation cap, dollar sign, open hand">
            <a:extLst>
              <a:ext uri="{FF2B5EF4-FFF2-40B4-BE49-F238E27FC236}">
                <a16:creationId xmlns:a16="http://schemas.microsoft.com/office/drawing/2014/main" id="{7BB039B8-9B38-9344-995F-B52DA8743B5E}"/>
              </a:ext>
            </a:extLst>
          </p:cNvPr>
          <p:cNvPicPr>
            <a:picLocks noChangeAspect="1"/>
          </p:cNvPicPr>
          <p:nvPr userDrawn="1"/>
        </p:nvPicPr>
        <p:blipFill>
          <a:blip r:embed="rId66">
            <a:extLst>
              <a:ext uri="{96DAC541-7B7A-43D3-8B79-37D633B846F1}">
                <asvg:svgBlip xmlns:asvg="http://schemas.microsoft.com/office/drawing/2016/SVG/main" r:embed="rId67"/>
              </a:ext>
            </a:extLst>
          </a:blip>
          <a:stretch>
            <a:fillRect/>
          </a:stretch>
        </p:blipFill>
        <p:spPr>
          <a:xfrm>
            <a:off x="8207941" y="3185024"/>
            <a:ext cx="428625" cy="508000"/>
          </a:xfrm>
          <a:prstGeom prst="rect">
            <a:avLst/>
          </a:prstGeom>
        </p:spPr>
      </p:pic>
      <p:sp>
        <p:nvSpPr>
          <p:cNvPr id="108" name="TextBox 107">
            <a:extLst>
              <a:ext uri="{FF2B5EF4-FFF2-40B4-BE49-F238E27FC236}">
                <a16:creationId xmlns:a16="http://schemas.microsoft.com/office/drawing/2014/main" id="{D53B2F71-EF2D-5301-1CF3-05DF6B4B0949}"/>
              </a:ext>
            </a:extLst>
          </p:cNvPr>
          <p:cNvSpPr txBox="1"/>
          <p:nvPr userDrawn="1"/>
        </p:nvSpPr>
        <p:spPr>
          <a:xfrm>
            <a:off x="8062085"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SCHOLARSHIP</a:t>
            </a:r>
          </a:p>
        </p:txBody>
      </p:sp>
      <p:pic>
        <p:nvPicPr>
          <p:cNvPr id="151" name="Graphic 150" descr="person teaching">
            <a:extLst>
              <a:ext uri="{FF2B5EF4-FFF2-40B4-BE49-F238E27FC236}">
                <a16:creationId xmlns:a16="http://schemas.microsoft.com/office/drawing/2014/main" id="{D5930DC1-28D2-1D4E-2198-270D0787B9FE}"/>
              </a:ext>
            </a:extLst>
          </p:cNvPr>
          <p:cNvPicPr>
            <a:picLocks noChangeAspect="1"/>
          </p:cNvPicPr>
          <p:nvPr userDrawn="1"/>
        </p:nvPicPr>
        <p:blipFill>
          <a:blip r:embed="rId68">
            <a:extLst>
              <a:ext uri="{96DAC541-7B7A-43D3-8B79-37D633B846F1}">
                <asvg:svgBlip xmlns:asvg="http://schemas.microsoft.com/office/drawing/2016/SVG/main" r:embed="rId69"/>
              </a:ext>
            </a:extLst>
          </a:blip>
          <a:stretch>
            <a:fillRect/>
          </a:stretch>
        </p:blipFill>
        <p:spPr>
          <a:xfrm>
            <a:off x="9184287" y="3229372"/>
            <a:ext cx="523875" cy="428625"/>
          </a:xfrm>
          <a:prstGeom prst="rect">
            <a:avLst/>
          </a:prstGeom>
        </p:spPr>
      </p:pic>
      <p:sp>
        <p:nvSpPr>
          <p:cNvPr id="109" name="TextBox 108">
            <a:extLst>
              <a:ext uri="{FF2B5EF4-FFF2-40B4-BE49-F238E27FC236}">
                <a16:creationId xmlns:a16="http://schemas.microsoft.com/office/drawing/2014/main" id="{98A0467B-B724-3A57-1E55-ECDC82DEEF7C}"/>
              </a:ext>
            </a:extLst>
          </p:cNvPr>
          <p:cNvSpPr txBox="1"/>
          <p:nvPr userDrawn="1"/>
        </p:nvSpPr>
        <p:spPr>
          <a:xfrm>
            <a:off x="9080563"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TEACHER</a:t>
            </a:r>
          </a:p>
        </p:txBody>
      </p:sp>
      <p:pic>
        <p:nvPicPr>
          <p:cNvPr id="152" name="Graphic 151" descr="theater masks">
            <a:extLst>
              <a:ext uri="{FF2B5EF4-FFF2-40B4-BE49-F238E27FC236}">
                <a16:creationId xmlns:a16="http://schemas.microsoft.com/office/drawing/2014/main" id="{CC878244-59DE-8FD1-3E3F-DBDC8A6120D4}"/>
              </a:ext>
            </a:extLst>
          </p:cNvPr>
          <p:cNvPicPr>
            <a:picLocks noChangeAspect="1"/>
          </p:cNvPicPr>
          <p:nvPr userDrawn="1"/>
        </p:nvPicPr>
        <p:blipFill>
          <a:blip r:embed="rId70">
            <a:extLst>
              <a:ext uri="{96DAC541-7B7A-43D3-8B79-37D633B846F1}">
                <asvg:svgBlip xmlns:asvg="http://schemas.microsoft.com/office/drawing/2016/SVG/main" r:embed="rId71"/>
              </a:ext>
            </a:extLst>
          </a:blip>
          <a:stretch>
            <a:fillRect/>
          </a:stretch>
        </p:blipFill>
        <p:spPr>
          <a:xfrm>
            <a:off x="10210704" y="3202763"/>
            <a:ext cx="508000" cy="492125"/>
          </a:xfrm>
          <a:prstGeom prst="rect">
            <a:avLst/>
          </a:prstGeom>
        </p:spPr>
      </p:pic>
      <p:sp>
        <p:nvSpPr>
          <p:cNvPr id="110" name="TextBox 109">
            <a:extLst>
              <a:ext uri="{FF2B5EF4-FFF2-40B4-BE49-F238E27FC236}">
                <a16:creationId xmlns:a16="http://schemas.microsoft.com/office/drawing/2014/main" id="{417056D9-0A4E-BFF5-1E65-6E05AA67D70C}"/>
              </a:ext>
            </a:extLst>
          </p:cNvPr>
          <p:cNvSpPr txBox="1"/>
          <p:nvPr userDrawn="1"/>
        </p:nvSpPr>
        <p:spPr>
          <a:xfrm>
            <a:off x="10099042" y="3743242"/>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THEATRE / ARTS</a:t>
            </a:r>
          </a:p>
        </p:txBody>
      </p:sp>
      <p:pic>
        <p:nvPicPr>
          <p:cNvPr id="153" name="Graphic 152" descr="graduation cap with dollar sign">
            <a:extLst>
              <a:ext uri="{FF2B5EF4-FFF2-40B4-BE49-F238E27FC236}">
                <a16:creationId xmlns:a16="http://schemas.microsoft.com/office/drawing/2014/main" id="{EAFD2344-5601-232B-70A7-E5771666E5B0}"/>
              </a:ext>
            </a:extLst>
          </p:cNvPr>
          <p:cNvPicPr>
            <a:picLocks noChangeAspect="1"/>
          </p:cNvPicPr>
          <p:nvPr userDrawn="1"/>
        </p:nvPicPr>
        <p:blipFill>
          <a:blip r:embed="rId72">
            <a:extLst>
              <a:ext uri="{96DAC541-7B7A-43D3-8B79-37D633B846F1}">
                <asvg:svgBlip xmlns:asvg="http://schemas.microsoft.com/office/drawing/2016/SVG/main" r:embed="rId73"/>
              </a:ext>
            </a:extLst>
          </a:blip>
          <a:stretch>
            <a:fillRect/>
          </a:stretch>
        </p:blipFill>
        <p:spPr>
          <a:xfrm>
            <a:off x="11185220" y="3165872"/>
            <a:ext cx="460375" cy="555625"/>
          </a:xfrm>
          <a:prstGeom prst="rect">
            <a:avLst/>
          </a:prstGeom>
        </p:spPr>
      </p:pic>
      <p:sp>
        <p:nvSpPr>
          <p:cNvPr id="111" name="TextBox 110">
            <a:extLst>
              <a:ext uri="{FF2B5EF4-FFF2-40B4-BE49-F238E27FC236}">
                <a16:creationId xmlns:a16="http://schemas.microsoft.com/office/drawing/2014/main" id="{CC0D7B68-5627-3A1F-9086-5644543D725E}"/>
              </a:ext>
            </a:extLst>
          </p:cNvPr>
          <p:cNvSpPr txBox="1"/>
          <p:nvPr userDrawn="1"/>
        </p:nvSpPr>
        <p:spPr>
          <a:xfrm>
            <a:off x="11043179" y="3743242"/>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TUITION</a:t>
            </a:r>
          </a:p>
        </p:txBody>
      </p:sp>
      <p:pic>
        <p:nvPicPr>
          <p:cNvPr id="123" name="Graphic 122" descr="school building">
            <a:extLst>
              <a:ext uri="{FF2B5EF4-FFF2-40B4-BE49-F238E27FC236}">
                <a16:creationId xmlns:a16="http://schemas.microsoft.com/office/drawing/2014/main" id="{BB2A3337-C9D9-8A79-6E3D-0FC2A43A9238}"/>
              </a:ext>
            </a:extLst>
          </p:cNvPr>
          <p:cNvPicPr>
            <a:picLocks noChangeAspect="1"/>
          </p:cNvPicPr>
          <p:nvPr userDrawn="1"/>
        </p:nvPicPr>
        <p:blipFill>
          <a:blip r:embed="rId74">
            <a:extLst>
              <a:ext uri="{96DAC541-7B7A-43D3-8B79-37D633B846F1}">
                <asvg:svgBlip xmlns:asvg="http://schemas.microsoft.com/office/drawing/2016/SVG/main" r:embed="rId75"/>
              </a:ext>
            </a:extLst>
          </a:blip>
          <a:stretch>
            <a:fillRect/>
          </a:stretch>
        </p:blipFill>
        <p:spPr>
          <a:xfrm>
            <a:off x="488832" y="4175149"/>
            <a:ext cx="523875" cy="492125"/>
          </a:xfrm>
          <a:prstGeom prst="rect">
            <a:avLst/>
          </a:prstGeom>
        </p:spPr>
      </p:pic>
      <p:sp>
        <p:nvSpPr>
          <p:cNvPr id="112" name="TextBox 111">
            <a:extLst>
              <a:ext uri="{FF2B5EF4-FFF2-40B4-BE49-F238E27FC236}">
                <a16:creationId xmlns:a16="http://schemas.microsoft.com/office/drawing/2014/main" id="{3757EDAC-E562-EE97-1BCA-7430084BF244}"/>
              </a:ext>
            </a:extLst>
          </p:cNvPr>
          <p:cNvSpPr txBox="1"/>
          <p:nvPr userDrawn="1"/>
        </p:nvSpPr>
        <p:spPr>
          <a:xfrm>
            <a:off x="398602" y="4785397"/>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COLLEGE / UNIVERSITY</a:t>
            </a:r>
          </a:p>
        </p:txBody>
      </p:sp>
      <p:pic>
        <p:nvPicPr>
          <p:cNvPr id="155" name="Graphic 154" descr="group of people">
            <a:extLst>
              <a:ext uri="{FF2B5EF4-FFF2-40B4-BE49-F238E27FC236}">
                <a16:creationId xmlns:a16="http://schemas.microsoft.com/office/drawing/2014/main" id="{347D69FA-42EA-D254-7DEB-143F7DEEB788}"/>
              </a:ext>
            </a:extLst>
          </p:cNvPr>
          <p:cNvPicPr>
            <a:picLocks noChangeAspect="1"/>
          </p:cNvPicPr>
          <p:nvPr userDrawn="1"/>
        </p:nvPicPr>
        <p:blipFill>
          <a:blip r:embed="rId76">
            <a:extLst>
              <a:ext uri="{96DAC541-7B7A-43D3-8B79-37D633B846F1}">
                <asvg:svgBlip xmlns:asvg="http://schemas.microsoft.com/office/drawing/2016/SVG/main" r:embed="rId77"/>
              </a:ext>
            </a:extLst>
          </a:blip>
          <a:stretch>
            <a:fillRect/>
          </a:stretch>
        </p:blipFill>
        <p:spPr>
          <a:xfrm>
            <a:off x="1429162" y="4323850"/>
            <a:ext cx="539750" cy="381000"/>
          </a:xfrm>
          <a:prstGeom prst="rect">
            <a:avLst/>
          </a:prstGeom>
        </p:spPr>
      </p:pic>
      <p:sp>
        <p:nvSpPr>
          <p:cNvPr id="113" name="TextBox 112">
            <a:extLst>
              <a:ext uri="{FF2B5EF4-FFF2-40B4-BE49-F238E27FC236}">
                <a16:creationId xmlns:a16="http://schemas.microsoft.com/office/drawing/2014/main" id="{4E584589-44F2-BD36-D18A-08F392E33BB5}"/>
              </a:ext>
            </a:extLst>
          </p:cNvPr>
          <p:cNvSpPr txBox="1"/>
          <p:nvPr userDrawn="1"/>
        </p:nvSpPr>
        <p:spPr>
          <a:xfrm>
            <a:off x="1333375" y="4791457"/>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VISITORS</a:t>
            </a:r>
          </a:p>
        </p:txBody>
      </p:sp>
      <p:pic>
        <p:nvPicPr>
          <p:cNvPr id="143" name="Graphic 142" descr="people in online class">
            <a:extLst>
              <a:ext uri="{FF2B5EF4-FFF2-40B4-BE49-F238E27FC236}">
                <a16:creationId xmlns:a16="http://schemas.microsoft.com/office/drawing/2014/main" id="{51FD852D-068E-AAFE-B5DC-9113186AF646}"/>
              </a:ext>
            </a:extLst>
          </p:cNvPr>
          <p:cNvPicPr>
            <a:picLocks noChangeAspect="1"/>
          </p:cNvPicPr>
          <p:nvPr userDrawn="1"/>
        </p:nvPicPr>
        <p:blipFill>
          <a:blip r:embed="rId78">
            <a:extLst>
              <a:ext uri="{96DAC541-7B7A-43D3-8B79-37D633B846F1}">
                <asvg:svgBlip xmlns:asvg="http://schemas.microsoft.com/office/drawing/2016/SVG/main" r:embed="rId79"/>
              </a:ext>
            </a:extLst>
          </a:blip>
          <a:stretch>
            <a:fillRect/>
          </a:stretch>
        </p:blipFill>
        <p:spPr>
          <a:xfrm>
            <a:off x="2379208" y="4220458"/>
            <a:ext cx="523875" cy="444500"/>
          </a:xfrm>
          <a:prstGeom prst="rect">
            <a:avLst/>
          </a:prstGeom>
        </p:spPr>
      </p:pic>
      <p:sp>
        <p:nvSpPr>
          <p:cNvPr id="114" name="TextBox 113">
            <a:extLst>
              <a:ext uri="{FF2B5EF4-FFF2-40B4-BE49-F238E27FC236}">
                <a16:creationId xmlns:a16="http://schemas.microsoft.com/office/drawing/2014/main" id="{1FF5AB78-5840-52FD-A7E9-4E06CCFB6C91}"/>
              </a:ext>
            </a:extLst>
          </p:cNvPr>
          <p:cNvSpPr txBox="1"/>
          <p:nvPr userDrawn="1"/>
        </p:nvSpPr>
        <p:spPr>
          <a:xfrm>
            <a:off x="2275484" y="4791457"/>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VIRTUAL CLASSROOM</a:t>
            </a:r>
          </a:p>
        </p:txBody>
      </p:sp>
      <p:pic>
        <p:nvPicPr>
          <p:cNvPr id="156" name="Graphic 155" descr="hand writing with pen">
            <a:extLst>
              <a:ext uri="{FF2B5EF4-FFF2-40B4-BE49-F238E27FC236}">
                <a16:creationId xmlns:a16="http://schemas.microsoft.com/office/drawing/2014/main" id="{A1B1495B-806A-9077-B1B5-EED559B39974}"/>
              </a:ext>
            </a:extLst>
          </p:cNvPr>
          <p:cNvPicPr>
            <a:picLocks noChangeAspect="1"/>
          </p:cNvPicPr>
          <p:nvPr userDrawn="1"/>
        </p:nvPicPr>
        <p:blipFill>
          <a:blip r:embed="rId80">
            <a:extLst>
              <a:ext uri="{96DAC541-7B7A-43D3-8B79-37D633B846F1}">
                <asvg:svgBlip xmlns:asvg="http://schemas.microsoft.com/office/drawing/2016/SVG/main" r:embed="rId81"/>
              </a:ext>
            </a:extLst>
          </a:blip>
          <a:stretch>
            <a:fillRect/>
          </a:stretch>
        </p:blipFill>
        <p:spPr>
          <a:xfrm>
            <a:off x="3468947" y="4268083"/>
            <a:ext cx="508000" cy="396875"/>
          </a:xfrm>
          <a:prstGeom prst="rect">
            <a:avLst/>
          </a:prstGeom>
        </p:spPr>
      </p:pic>
      <p:sp>
        <p:nvSpPr>
          <p:cNvPr id="115" name="TextBox 114">
            <a:extLst>
              <a:ext uri="{FF2B5EF4-FFF2-40B4-BE49-F238E27FC236}">
                <a16:creationId xmlns:a16="http://schemas.microsoft.com/office/drawing/2014/main" id="{CD8DEA6E-E7F6-92AA-D88A-7BB382DFB84B}"/>
              </a:ext>
            </a:extLst>
          </p:cNvPr>
          <p:cNvSpPr txBox="1"/>
          <p:nvPr userDrawn="1"/>
        </p:nvSpPr>
        <p:spPr>
          <a:xfrm>
            <a:off x="3308637" y="4791457"/>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WRITING</a:t>
            </a:r>
          </a:p>
        </p:txBody>
      </p:sp>
    </p:spTree>
    <p:extLst>
      <p:ext uri="{BB962C8B-B14F-4D97-AF65-F5344CB8AC3E}">
        <p14:creationId xmlns:p14="http://schemas.microsoft.com/office/powerpoint/2010/main" val="3581094550"/>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icons 3">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7B15D3D2-FA86-31F0-9785-4B7608510559}"/>
              </a:ext>
            </a:extLst>
          </p:cNvPr>
          <p:cNvSpPr>
            <a:spLocks noGrp="1"/>
          </p:cNvSpPr>
          <p:nvPr>
            <p:ph type="title"/>
          </p:nvPr>
        </p:nvSpPr>
        <p:spPr>
          <a:xfrm>
            <a:off x="401783" y="437315"/>
            <a:ext cx="3723409" cy="352394"/>
          </a:xfrm>
        </p:spPr>
        <p:txBody>
          <a:bodyPr>
            <a:normAutofit/>
          </a:bodyPr>
          <a:lstStyle>
            <a:lvl1pPr>
              <a:defRPr>
                <a:solidFill>
                  <a:schemeClr val="tx2"/>
                </a:solidFill>
              </a:defRPr>
            </a:lvl1pPr>
          </a:lstStyle>
          <a:p>
            <a:r>
              <a:rPr lang="en-US" sz="1800" b="0">
                <a:latin typeface="Franklin Gothic Medium" panose="020B0603020102020204" pitchFamily="34" charset="0"/>
              </a:rPr>
              <a:t>DONATION / GIFTING</a:t>
            </a:r>
          </a:p>
        </p:txBody>
      </p:sp>
      <p:sp>
        <p:nvSpPr>
          <p:cNvPr id="69" name="Title 2">
            <a:extLst>
              <a:ext uri="{FF2B5EF4-FFF2-40B4-BE49-F238E27FC236}">
                <a16:creationId xmlns:a16="http://schemas.microsoft.com/office/drawing/2014/main" id="{6FAABF9B-355F-1478-CBE0-312FD1BD70B9}"/>
              </a:ext>
            </a:extLst>
          </p:cNvPr>
          <p:cNvSpPr txBox="1">
            <a:spLocks/>
          </p:cNvSpPr>
          <p:nvPr userDrawn="1"/>
        </p:nvSpPr>
        <p:spPr>
          <a:xfrm>
            <a:off x="6624096" y="490960"/>
            <a:ext cx="5039063" cy="248502"/>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2800" b="1" i="0" kern="1200">
                <a:solidFill>
                  <a:srgbClr val="636466"/>
                </a:solidFill>
                <a:latin typeface="Franklin Gothic Demi" panose="020B0603020102020204" pitchFamily="34" charset="0"/>
                <a:ea typeface="+mj-ea"/>
                <a:cs typeface="+mj-cs"/>
              </a:defRPr>
            </a:lvl1pPr>
          </a:lstStyle>
          <a:p>
            <a:pPr algn="r">
              <a:lnSpc>
                <a:spcPct val="120000"/>
              </a:lnSpc>
            </a:pPr>
            <a:r>
              <a:rPr lang="en-US" sz="1200" b="0" i="1">
                <a:solidFill>
                  <a:schemeClr val="tx1"/>
                </a:solidFill>
                <a:latin typeface="Franklin Gothic Book" panose="020B0503020102020204" pitchFamily="34" charset="0"/>
              </a:rPr>
              <a:t>Icon colors are editable: Select icon &gt; Select “Shape Format” in toolbar &gt; Change “Shape Fill”</a:t>
            </a:r>
          </a:p>
        </p:txBody>
      </p:sp>
      <p:cxnSp>
        <p:nvCxnSpPr>
          <p:cNvPr id="3" name="Straight Connector 2">
            <a:extLst>
              <a:ext uri="{FF2B5EF4-FFF2-40B4-BE49-F238E27FC236}">
                <a16:creationId xmlns:a16="http://schemas.microsoft.com/office/drawing/2014/main" id="{0A5EB788-5F40-F6F8-83CF-0B92749589E8}"/>
              </a:ext>
              <a:ext uri="{C183D7F6-B498-43B3-948B-1728B52AA6E4}">
                <adec:decorative xmlns:adec="http://schemas.microsoft.com/office/drawing/2017/decorative" val="1"/>
              </a:ext>
            </a:extLst>
          </p:cNvPr>
          <p:cNvCxnSpPr>
            <a:cxnSpLocks/>
          </p:cNvCxnSpPr>
          <p:nvPr userDrawn="1"/>
        </p:nvCxnSpPr>
        <p:spPr>
          <a:xfrm>
            <a:off x="519545" y="789709"/>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42" name="Graphic 41" descr="dollar sign, gold coins, up arrow">
            <a:extLst>
              <a:ext uri="{FF2B5EF4-FFF2-40B4-BE49-F238E27FC236}">
                <a16:creationId xmlns:a16="http://schemas.microsoft.com/office/drawing/2014/main" id="{544459B6-2A25-20FF-EDC0-995CECE06CA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4442" y="1105834"/>
            <a:ext cx="505561" cy="521869"/>
          </a:xfrm>
          <a:prstGeom prst="rect">
            <a:avLst/>
          </a:prstGeom>
        </p:spPr>
      </p:pic>
      <p:sp>
        <p:nvSpPr>
          <p:cNvPr id="17" name="TextBox 16">
            <a:extLst>
              <a:ext uri="{FF2B5EF4-FFF2-40B4-BE49-F238E27FC236}">
                <a16:creationId xmlns:a16="http://schemas.microsoft.com/office/drawing/2014/main" id="{1B2F2C74-8E52-9392-C3F7-5E338CEC3D03}"/>
              </a:ext>
            </a:extLst>
          </p:cNvPr>
          <p:cNvSpPr txBox="1"/>
          <p:nvPr userDrawn="1"/>
        </p:nvSpPr>
        <p:spPr>
          <a:xfrm>
            <a:off x="361720" y="1695883"/>
            <a:ext cx="824081"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CAPITAL GROWTH</a:t>
            </a:r>
          </a:p>
        </p:txBody>
      </p:sp>
      <p:pic>
        <p:nvPicPr>
          <p:cNvPr id="45" name="Graphic 44" descr="wrapped present">
            <a:extLst>
              <a:ext uri="{FF2B5EF4-FFF2-40B4-BE49-F238E27FC236}">
                <a16:creationId xmlns:a16="http://schemas.microsoft.com/office/drawing/2014/main" id="{AA339D3F-312B-4ADA-F783-0C564CAC8CF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565509" y="1107463"/>
            <a:ext cx="489252" cy="521869"/>
          </a:xfrm>
          <a:prstGeom prst="rect">
            <a:avLst/>
          </a:prstGeom>
        </p:spPr>
      </p:pic>
      <p:sp>
        <p:nvSpPr>
          <p:cNvPr id="4" name="TextBox 3">
            <a:extLst>
              <a:ext uri="{FF2B5EF4-FFF2-40B4-BE49-F238E27FC236}">
                <a16:creationId xmlns:a16="http://schemas.microsoft.com/office/drawing/2014/main" id="{02912421-E8AB-9A15-310F-9321A8EAE8DA}"/>
              </a:ext>
            </a:extLst>
          </p:cNvPr>
          <p:cNvSpPr txBox="1"/>
          <p:nvPr userDrawn="1"/>
        </p:nvSpPr>
        <p:spPr>
          <a:xfrm>
            <a:off x="1556998" y="1695883"/>
            <a:ext cx="451698"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GIFTS</a:t>
            </a:r>
          </a:p>
        </p:txBody>
      </p:sp>
      <p:pic>
        <p:nvPicPr>
          <p:cNvPr id="43" name="Graphic 42" descr="bank ">
            <a:extLst>
              <a:ext uri="{FF2B5EF4-FFF2-40B4-BE49-F238E27FC236}">
                <a16:creationId xmlns:a16="http://schemas.microsoft.com/office/drawing/2014/main" id="{24D264E6-9927-6A42-942D-8858793D626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509046" y="1112375"/>
            <a:ext cx="456636" cy="505561"/>
          </a:xfrm>
          <a:prstGeom prst="rect">
            <a:avLst/>
          </a:prstGeom>
        </p:spPr>
      </p:pic>
      <p:sp>
        <p:nvSpPr>
          <p:cNvPr id="5" name="TextBox 4">
            <a:extLst>
              <a:ext uri="{FF2B5EF4-FFF2-40B4-BE49-F238E27FC236}">
                <a16:creationId xmlns:a16="http://schemas.microsoft.com/office/drawing/2014/main" id="{E1F82C35-0093-CF22-D8A0-966F61D8ABB5}"/>
              </a:ext>
            </a:extLst>
          </p:cNvPr>
          <p:cNvSpPr txBox="1"/>
          <p:nvPr userDrawn="1"/>
        </p:nvSpPr>
        <p:spPr>
          <a:xfrm>
            <a:off x="2357763"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DEPOSIT</a:t>
            </a:r>
          </a:p>
        </p:txBody>
      </p:sp>
      <p:pic>
        <p:nvPicPr>
          <p:cNvPr id="44" name="Graphic 43" descr="open hand with dollar sign">
            <a:extLst>
              <a:ext uri="{FF2B5EF4-FFF2-40B4-BE49-F238E27FC236}">
                <a16:creationId xmlns:a16="http://schemas.microsoft.com/office/drawing/2014/main" id="{3BCBC6F4-9BCB-C488-0065-531447E18195}"/>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508242" y="1124467"/>
            <a:ext cx="489252" cy="521869"/>
          </a:xfrm>
          <a:prstGeom prst="rect">
            <a:avLst/>
          </a:prstGeom>
        </p:spPr>
      </p:pic>
      <p:sp>
        <p:nvSpPr>
          <p:cNvPr id="6" name="TextBox 5">
            <a:extLst>
              <a:ext uri="{FF2B5EF4-FFF2-40B4-BE49-F238E27FC236}">
                <a16:creationId xmlns:a16="http://schemas.microsoft.com/office/drawing/2014/main" id="{1667AE61-5783-6755-AB14-670730704EB1}"/>
              </a:ext>
            </a:extLst>
          </p:cNvPr>
          <p:cNvSpPr txBox="1"/>
          <p:nvPr userDrawn="1"/>
        </p:nvSpPr>
        <p:spPr>
          <a:xfrm>
            <a:off x="3363207"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DONATION</a:t>
            </a:r>
          </a:p>
        </p:txBody>
      </p:sp>
      <p:pic>
        <p:nvPicPr>
          <p:cNvPr id="52" name="Graphic 51" descr="open hand with heart">
            <a:extLst>
              <a:ext uri="{FF2B5EF4-FFF2-40B4-BE49-F238E27FC236}">
                <a16:creationId xmlns:a16="http://schemas.microsoft.com/office/drawing/2014/main" id="{DE3D54A6-15CF-7026-00D9-B6FA5EEEA40E}"/>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432917" y="1148691"/>
            <a:ext cx="538177" cy="489252"/>
          </a:xfrm>
          <a:prstGeom prst="rect">
            <a:avLst/>
          </a:prstGeom>
        </p:spPr>
      </p:pic>
      <p:sp>
        <p:nvSpPr>
          <p:cNvPr id="9" name="TextBox 8">
            <a:extLst>
              <a:ext uri="{FF2B5EF4-FFF2-40B4-BE49-F238E27FC236}">
                <a16:creationId xmlns:a16="http://schemas.microsoft.com/office/drawing/2014/main" id="{86ED4D64-5F53-6553-D110-560FCC1322BD}"/>
              </a:ext>
            </a:extLst>
          </p:cNvPr>
          <p:cNvSpPr txBox="1"/>
          <p:nvPr userDrawn="1"/>
        </p:nvSpPr>
        <p:spPr>
          <a:xfrm>
            <a:off x="4340942"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VOLUNTEER</a:t>
            </a:r>
          </a:p>
        </p:txBody>
      </p:sp>
      <p:pic>
        <p:nvPicPr>
          <p:cNvPr id="46" name="Graphic 45" descr="shaking hands">
            <a:extLst>
              <a:ext uri="{FF2B5EF4-FFF2-40B4-BE49-F238E27FC236}">
                <a16:creationId xmlns:a16="http://schemas.microsoft.com/office/drawing/2014/main" id="{4ABD33CF-AE84-977F-5646-9423428288FF}"/>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5362701" y="1235925"/>
            <a:ext cx="600783" cy="371072"/>
          </a:xfrm>
          <a:prstGeom prst="rect">
            <a:avLst/>
          </a:prstGeom>
        </p:spPr>
      </p:pic>
      <p:sp>
        <p:nvSpPr>
          <p:cNvPr id="11" name="TextBox 10">
            <a:extLst>
              <a:ext uri="{FF2B5EF4-FFF2-40B4-BE49-F238E27FC236}">
                <a16:creationId xmlns:a16="http://schemas.microsoft.com/office/drawing/2014/main" id="{FB0410CA-AD4C-CADC-FACE-555B3CAB5D2F}"/>
              </a:ext>
            </a:extLst>
          </p:cNvPr>
          <p:cNvSpPr txBox="1"/>
          <p:nvPr userDrawn="1"/>
        </p:nvSpPr>
        <p:spPr>
          <a:xfrm>
            <a:off x="5306800"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HANDSHAKE</a:t>
            </a:r>
          </a:p>
        </p:txBody>
      </p:sp>
      <p:pic>
        <p:nvPicPr>
          <p:cNvPr id="48" name="Graphic 47" descr="person with bag of money">
            <a:extLst>
              <a:ext uri="{FF2B5EF4-FFF2-40B4-BE49-F238E27FC236}">
                <a16:creationId xmlns:a16="http://schemas.microsoft.com/office/drawing/2014/main" id="{C306682A-D1D9-CA47-EAF3-ED95BC8453CF}"/>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6382362" y="1136984"/>
            <a:ext cx="489252" cy="538177"/>
          </a:xfrm>
          <a:prstGeom prst="rect">
            <a:avLst/>
          </a:prstGeom>
        </p:spPr>
      </p:pic>
      <p:sp>
        <p:nvSpPr>
          <p:cNvPr id="12" name="TextBox 11">
            <a:extLst>
              <a:ext uri="{FF2B5EF4-FFF2-40B4-BE49-F238E27FC236}">
                <a16:creationId xmlns:a16="http://schemas.microsoft.com/office/drawing/2014/main" id="{0F419E66-2857-1697-5AFF-7E7DBFEF1B2C}"/>
              </a:ext>
            </a:extLst>
          </p:cNvPr>
          <p:cNvSpPr txBox="1"/>
          <p:nvPr userDrawn="1"/>
        </p:nvSpPr>
        <p:spPr>
          <a:xfrm>
            <a:off x="6225159"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INVESTOR</a:t>
            </a:r>
          </a:p>
        </p:txBody>
      </p:sp>
      <p:pic>
        <p:nvPicPr>
          <p:cNvPr id="47" name="Graphic 46" descr="open hand with dollar sign and plant">
            <a:extLst>
              <a:ext uri="{FF2B5EF4-FFF2-40B4-BE49-F238E27FC236}">
                <a16:creationId xmlns:a16="http://schemas.microsoft.com/office/drawing/2014/main" id="{126C2B00-9F5D-D6FE-6772-321CAC91D907}"/>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7277704" y="1107463"/>
            <a:ext cx="424019" cy="521869"/>
          </a:xfrm>
          <a:prstGeom prst="rect">
            <a:avLst/>
          </a:prstGeom>
        </p:spPr>
      </p:pic>
      <p:sp>
        <p:nvSpPr>
          <p:cNvPr id="13" name="TextBox 12">
            <a:extLst>
              <a:ext uri="{FF2B5EF4-FFF2-40B4-BE49-F238E27FC236}">
                <a16:creationId xmlns:a16="http://schemas.microsoft.com/office/drawing/2014/main" id="{05C80228-DBB3-E5E6-4941-D4E7A532CA09}"/>
              </a:ext>
            </a:extLst>
          </p:cNvPr>
          <p:cNvSpPr txBox="1"/>
          <p:nvPr userDrawn="1"/>
        </p:nvSpPr>
        <p:spPr>
          <a:xfrm>
            <a:off x="709601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INVESTMENT</a:t>
            </a:r>
          </a:p>
        </p:txBody>
      </p:sp>
      <p:pic>
        <p:nvPicPr>
          <p:cNvPr id="51" name="Graphic 50" descr="open hand with dollar sign with circular arrows around">
            <a:extLst>
              <a:ext uri="{FF2B5EF4-FFF2-40B4-BE49-F238E27FC236}">
                <a16:creationId xmlns:a16="http://schemas.microsoft.com/office/drawing/2014/main" id="{3318A60B-6CCB-6671-D8B7-C6B844F6948E}"/>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8236821" y="1136426"/>
            <a:ext cx="521869" cy="521869"/>
          </a:xfrm>
          <a:prstGeom prst="rect">
            <a:avLst/>
          </a:prstGeom>
        </p:spPr>
      </p:pic>
      <p:sp>
        <p:nvSpPr>
          <p:cNvPr id="14" name="TextBox 13">
            <a:extLst>
              <a:ext uri="{FF2B5EF4-FFF2-40B4-BE49-F238E27FC236}">
                <a16:creationId xmlns:a16="http://schemas.microsoft.com/office/drawing/2014/main" id="{A5CFA5CD-6C24-5B0C-AFE5-31012BFA2AEE}"/>
              </a:ext>
            </a:extLst>
          </p:cNvPr>
          <p:cNvSpPr txBox="1"/>
          <p:nvPr userDrawn="1"/>
        </p:nvSpPr>
        <p:spPr>
          <a:xfrm>
            <a:off x="8085627"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ROI</a:t>
            </a:r>
          </a:p>
        </p:txBody>
      </p:sp>
      <p:pic>
        <p:nvPicPr>
          <p:cNvPr id="49" name="Graphic 48" descr="dollar bills">
            <a:extLst>
              <a:ext uri="{FF2B5EF4-FFF2-40B4-BE49-F238E27FC236}">
                <a16:creationId xmlns:a16="http://schemas.microsoft.com/office/drawing/2014/main" id="{3052E3C8-4317-B7CE-E58E-CE5D5B496CD4}"/>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9184643" y="1173789"/>
            <a:ext cx="521869" cy="472944"/>
          </a:xfrm>
          <a:prstGeom prst="rect">
            <a:avLst/>
          </a:prstGeom>
        </p:spPr>
      </p:pic>
      <p:sp>
        <p:nvSpPr>
          <p:cNvPr id="15" name="TextBox 14">
            <a:extLst>
              <a:ext uri="{FF2B5EF4-FFF2-40B4-BE49-F238E27FC236}">
                <a16:creationId xmlns:a16="http://schemas.microsoft.com/office/drawing/2014/main" id="{4F7B3B7F-BADB-27AB-9076-E92FFE691CC7}"/>
              </a:ext>
            </a:extLst>
          </p:cNvPr>
          <p:cNvSpPr txBox="1"/>
          <p:nvPr userDrawn="1"/>
        </p:nvSpPr>
        <p:spPr>
          <a:xfrm>
            <a:off x="905148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MONEY</a:t>
            </a:r>
          </a:p>
        </p:txBody>
      </p:sp>
      <p:pic>
        <p:nvPicPr>
          <p:cNvPr id="50" name="Graphic 49" descr="hand with credit card">
            <a:extLst>
              <a:ext uri="{FF2B5EF4-FFF2-40B4-BE49-F238E27FC236}">
                <a16:creationId xmlns:a16="http://schemas.microsoft.com/office/drawing/2014/main" id="{A6B21367-60ED-28A0-4B50-B8E9DFD346BA}"/>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0164961" y="1196096"/>
            <a:ext cx="538178" cy="391402"/>
          </a:xfrm>
          <a:prstGeom prst="rect">
            <a:avLst/>
          </a:prstGeom>
        </p:spPr>
      </p:pic>
      <p:sp>
        <p:nvSpPr>
          <p:cNvPr id="16" name="TextBox 15">
            <a:extLst>
              <a:ext uri="{FF2B5EF4-FFF2-40B4-BE49-F238E27FC236}">
                <a16:creationId xmlns:a16="http://schemas.microsoft.com/office/drawing/2014/main" id="{9F66BFA5-9A98-61B9-EBF8-7474E1F38753}"/>
              </a:ext>
            </a:extLst>
          </p:cNvPr>
          <p:cNvSpPr txBox="1"/>
          <p:nvPr userDrawn="1"/>
        </p:nvSpPr>
        <p:spPr>
          <a:xfrm>
            <a:off x="1001734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PAYMENT</a:t>
            </a:r>
          </a:p>
        </p:txBody>
      </p:sp>
      <p:sp>
        <p:nvSpPr>
          <p:cNvPr id="19" name="Title 2">
            <a:extLst>
              <a:ext uri="{FF2B5EF4-FFF2-40B4-BE49-F238E27FC236}">
                <a16:creationId xmlns:a16="http://schemas.microsoft.com/office/drawing/2014/main" id="{BDCA6074-5323-246F-0FD6-56C5BF6204C6}"/>
              </a:ext>
            </a:extLst>
          </p:cNvPr>
          <p:cNvSpPr txBox="1">
            <a:spLocks/>
          </p:cNvSpPr>
          <p:nvPr userDrawn="1"/>
        </p:nvSpPr>
        <p:spPr>
          <a:xfrm>
            <a:off x="401783" y="2235293"/>
            <a:ext cx="3723409" cy="3523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kern="1200">
                <a:solidFill>
                  <a:srgbClr val="4F5858"/>
                </a:solidFill>
                <a:latin typeface="Franklin Gothic Medium" panose="020B0603020102020204" pitchFamily="34" charset="0"/>
                <a:ea typeface="+mj-ea"/>
                <a:cs typeface="+mj-cs"/>
              </a:defRPr>
            </a:lvl1pPr>
          </a:lstStyle>
          <a:p>
            <a:r>
              <a:rPr lang="en-US" sz="1800">
                <a:solidFill>
                  <a:schemeClr val="tx2"/>
                </a:solidFill>
              </a:rPr>
              <a:t>COMMUNITY / OUTREACH</a:t>
            </a:r>
          </a:p>
        </p:txBody>
      </p:sp>
      <p:cxnSp>
        <p:nvCxnSpPr>
          <p:cNvPr id="23" name="Straight Connector 22">
            <a:extLst>
              <a:ext uri="{FF2B5EF4-FFF2-40B4-BE49-F238E27FC236}">
                <a16:creationId xmlns:a16="http://schemas.microsoft.com/office/drawing/2014/main" id="{D3169BBC-A820-8D00-EE53-D0A6D1BC755F}"/>
              </a:ext>
              <a:ext uri="{C183D7F6-B498-43B3-948B-1728B52AA6E4}">
                <adec:decorative xmlns:adec="http://schemas.microsoft.com/office/drawing/2017/decorative" val="1"/>
              </a:ext>
            </a:extLst>
          </p:cNvPr>
          <p:cNvCxnSpPr>
            <a:cxnSpLocks/>
          </p:cNvCxnSpPr>
          <p:nvPr userDrawn="1"/>
        </p:nvCxnSpPr>
        <p:spPr>
          <a:xfrm>
            <a:off x="519545" y="2587687"/>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54" name="Graphic 53" descr="bus">
            <a:extLst>
              <a:ext uri="{FF2B5EF4-FFF2-40B4-BE49-F238E27FC236}">
                <a16:creationId xmlns:a16="http://schemas.microsoft.com/office/drawing/2014/main" id="{5F43AFC9-0D0B-D7FA-E32D-452AAD177651}"/>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518489" y="3095492"/>
            <a:ext cx="535484" cy="301210"/>
          </a:xfrm>
          <a:prstGeom prst="rect">
            <a:avLst/>
          </a:prstGeom>
        </p:spPr>
      </p:pic>
      <p:sp>
        <p:nvSpPr>
          <p:cNvPr id="33" name="TextBox 32">
            <a:extLst>
              <a:ext uri="{FF2B5EF4-FFF2-40B4-BE49-F238E27FC236}">
                <a16:creationId xmlns:a16="http://schemas.microsoft.com/office/drawing/2014/main" id="{9D512CA7-EACF-EE13-7316-0FF8AA1D8F3D}"/>
              </a:ext>
            </a:extLst>
          </p:cNvPr>
          <p:cNvSpPr txBox="1"/>
          <p:nvPr userDrawn="1"/>
        </p:nvSpPr>
        <p:spPr>
          <a:xfrm>
            <a:off x="361720" y="3493861"/>
            <a:ext cx="82408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BUS</a:t>
            </a:r>
          </a:p>
        </p:txBody>
      </p:sp>
      <p:pic>
        <p:nvPicPr>
          <p:cNvPr id="55" name="Graphic 54" descr="skyscrapers">
            <a:extLst>
              <a:ext uri="{FF2B5EF4-FFF2-40B4-BE49-F238E27FC236}">
                <a16:creationId xmlns:a16="http://schemas.microsoft.com/office/drawing/2014/main" id="{75F0BD07-024A-F8EB-97D9-ACDD4C65E438}"/>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1542775" y="2948363"/>
            <a:ext cx="454511" cy="469661"/>
          </a:xfrm>
          <a:prstGeom prst="rect">
            <a:avLst/>
          </a:prstGeom>
        </p:spPr>
      </p:pic>
      <p:sp>
        <p:nvSpPr>
          <p:cNvPr id="24" name="TextBox 23">
            <a:extLst>
              <a:ext uri="{FF2B5EF4-FFF2-40B4-BE49-F238E27FC236}">
                <a16:creationId xmlns:a16="http://schemas.microsoft.com/office/drawing/2014/main" id="{20B2B0AB-AE17-A388-0A02-360101EEFF64}"/>
              </a:ext>
            </a:extLst>
          </p:cNvPr>
          <p:cNvSpPr txBox="1"/>
          <p:nvPr userDrawn="1"/>
        </p:nvSpPr>
        <p:spPr>
          <a:xfrm>
            <a:off x="1358829" y="3493861"/>
            <a:ext cx="83576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CITY</a:t>
            </a:r>
          </a:p>
        </p:txBody>
      </p:sp>
      <p:pic>
        <p:nvPicPr>
          <p:cNvPr id="56" name="Graphic 55" descr="two clasped hands">
            <a:extLst>
              <a:ext uri="{FF2B5EF4-FFF2-40B4-BE49-F238E27FC236}">
                <a16:creationId xmlns:a16="http://schemas.microsoft.com/office/drawing/2014/main" id="{FD8D0716-DC63-BD97-3BD0-FDE0AA7E7C49}"/>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2458488" y="2925207"/>
            <a:ext cx="515113" cy="499963"/>
          </a:xfrm>
          <a:prstGeom prst="rect">
            <a:avLst/>
          </a:prstGeom>
        </p:spPr>
      </p:pic>
      <p:sp>
        <p:nvSpPr>
          <p:cNvPr id="25" name="TextBox 24">
            <a:extLst>
              <a:ext uri="{FF2B5EF4-FFF2-40B4-BE49-F238E27FC236}">
                <a16:creationId xmlns:a16="http://schemas.microsoft.com/office/drawing/2014/main" id="{A603BDFF-E16D-F679-9965-1525BAE9B349}"/>
              </a:ext>
            </a:extLst>
          </p:cNvPr>
          <p:cNvSpPr txBox="1"/>
          <p:nvPr userDrawn="1"/>
        </p:nvSpPr>
        <p:spPr>
          <a:xfrm>
            <a:off x="2290469" y="3493861"/>
            <a:ext cx="86591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COLLABORATION</a:t>
            </a:r>
          </a:p>
        </p:txBody>
      </p:sp>
      <p:pic>
        <p:nvPicPr>
          <p:cNvPr id="57" name="Graphic 56" descr="person with speech bubble">
            <a:extLst>
              <a:ext uri="{FF2B5EF4-FFF2-40B4-BE49-F238E27FC236}">
                <a16:creationId xmlns:a16="http://schemas.microsoft.com/office/drawing/2014/main" id="{0C1BCDD7-F99B-F49A-AB5D-5AEA5C17F1DD}"/>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3533310" y="2927042"/>
            <a:ext cx="454511" cy="469661"/>
          </a:xfrm>
          <a:prstGeom prst="rect">
            <a:avLst/>
          </a:prstGeom>
        </p:spPr>
      </p:pic>
      <p:sp>
        <p:nvSpPr>
          <p:cNvPr id="26" name="TextBox 25">
            <a:extLst>
              <a:ext uri="{FF2B5EF4-FFF2-40B4-BE49-F238E27FC236}">
                <a16:creationId xmlns:a16="http://schemas.microsoft.com/office/drawing/2014/main" id="{77C30461-90CE-4837-76F3-8770340B0430}"/>
              </a:ext>
            </a:extLst>
          </p:cNvPr>
          <p:cNvSpPr txBox="1"/>
          <p:nvPr userDrawn="1"/>
        </p:nvSpPr>
        <p:spPr>
          <a:xfrm>
            <a:off x="3295913" y="3493861"/>
            <a:ext cx="89214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COMMUNICATION</a:t>
            </a:r>
          </a:p>
        </p:txBody>
      </p:sp>
      <p:pic>
        <p:nvPicPr>
          <p:cNvPr id="59" name="Graphic 58" descr="people in circle">
            <a:extLst>
              <a:ext uri="{FF2B5EF4-FFF2-40B4-BE49-F238E27FC236}">
                <a16:creationId xmlns:a16="http://schemas.microsoft.com/office/drawing/2014/main" id="{0E8E83CC-36A1-488A-CACC-5A916C35FBAF}"/>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4487576" y="2925207"/>
            <a:ext cx="499962" cy="499962"/>
          </a:xfrm>
          <a:prstGeom prst="rect">
            <a:avLst/>
          </a:prstGeom>
        </p:spPr>
      </p:pic>
      <p:sp>
        <p:nvSpPr>
          <p:cNvPr id="27" name="TextBox 26">
            <a:extLst>
              <a:ext uri="{FF2B5EF4-FFF2-40B4-BE49-F238E27FC236}">
                <a16:creationId xmlns:a16="http://schemas.microsoft.com/office/drawing/2014/main" id="{C76F0222-706D-B47A-8D05-2FB08F495D0A}"/>
              </a:ext>
            </a:extLst>
          </p:cNvPr>
          <p:cNvSpPr txBox="1"/>
          <p:nvPr userDrawn="1"/>
        </p:nvSpPr>
        <p:spPr>
          <a:xfrm>
            <a:off x="4340942" y="349386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COMMUNITY</a:t>
            </a:r>
          </a:p>
        </p:txBody>
      </p:sp>
      <p:pic>
        <p:nvPicPr>
          <p:cNvPr id="58" name="Graphic 57" descr="people gathered together">
            <a:extLst>
              <a:ext uri="{FF2B5EF4-FFF2-40B4-BE49-F238E27FC236}">
                <a16:creationId xmlns:a16="http://schemas.microsoft.com/office/drawing/2014/main" id="{4312A1D7-DF5C-8DFF-0597-3083B1D473A5}"/>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5449728" y="2925207"/>
            <a:ext cx="499962" cy="499962"/>
          </a:xfrm>
          <a:prstGeom prst="rect">
            <a:avLst/>
          </a:prstGeom>
        </p:spPr>
      </p:pic>
      <p:sp>
        <p:nvSpPr>
          <p:cNvPr id="28" name="TextBox 27">
            <a:extLst>
              <a:ext uri="{FF2B5EF4-FFF2-40B4-BE49-F238E27FC236}">
                <a16:creationId xmlns:a16="http://schemas.microsoft.com/office/drawing/2014/main" id="{38425D6F-AB91-0403-7E24-0D389CEB6A20}"/>
              </a:ext>
            </a:extLst>
          </p:cNvPr>
          <p:cNvSpPr txBox="1"/>
          <p:nvPr userDrawn="1"/>
        </p:nvSpPr>
        <p:spPr>
          <a:xfrm>
            <a:off x="5306800" y="349386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COMMUNITY</a:t>
            </a:r>
          </a:p>
        </p:txBody>
      </p:sp>
      <p:pic>
        <p:nvPicPr>
          <p:cNvPr id="61" name="Graphic 60" descr="two adults and a child">
            <a:extLst>
              <a:ext uri="{FF2B5EF4-FFF2-40B4-BE49-F238E27FC236}">
                <a16:creationId xmlns:a16="http://schemas.microsoft.com/office/drawing/2014/main" id="{EFCF80C4-6328-10BD-441E-BC1164C9AB92}"/>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6296608" y="2953511"/>
            <a:ext cx="590865" cy="454512"/>
          </a:xfrm>
          <a:prstGeom prst="rect">
            <a:avLst/>
          </a:prstGeom>
        </p:spPr>
      </p:pic>
      <p:sp>
        <p:nvSpPr>
          <p:cNvPr id="29" name="TextBox 28">
            <a:extLst>
              <a:ext uri="{FF2B5EF4-FFF2-40B4-BE49-F238E27FC236}">
                <a16:creationId xmlns:a16="http://schemas.microsoft.com/office/drawing/2014/main" id="{D57468F3-35E1-9155-EF41-55F6101CB67C}"/>
              </a:ext>
            </a:extLst>
          </p:cNvPr>
          <p:cNvSpPr txBox="1"/>
          <p:nvPr userDrawn="1"/>
        </p:nvSpPr>
        <p:spPr>
          <a:xfrm>
            <a:off x="6225159" y="349386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FAMILY</a:t>
            </a:r>
          </a:p>
        </p:txBody>
      </p:sp>
      <p:pic>
        <p:nvPicPr>
          <p:cNvPr id="64" name="Graphic 63" descr="plane flying around globe">
            <a:extLst>
              <a:ext uri="{FF2B5EF4-FFF2-40B4-BE49-F238E27FC236}">
                <a16:creationId xmlns:a16="http://schemas.microsoft.com/office/drawing/2014/main" id="{F4B5F25B-573B-E344-AFFC-E00CF3FC60D4}"/>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a:xfrm>
            <a:off x="7277704" y="2916102"/>
            <a:ext cx="378759" cy="499962"/>
          </a:xfrm>
          <a:prstGeom prst="rect">
            <a:avLst/>
          </a:prstGeom>
        </p:spPr>
      </p:pic>
      <p:sp>
        <p:nvSpPr>
          <p:cNvPr id="30" name="TextBox 29">
            <a:extLst>
              <a:ext uri="{FF2B5EF4-FFF2-40B4-BE49-F238E27FC236}">
                <a16:creationId xmlns:a16="http://schemas.microsoft.com/office/drawing/2014/main" id="{33FD6D69-4607-FFD9-8A2C-CCB665209075}"/>
              </a:ext>
            </a:extLst>
          </p:cNvPr>
          <p:cNvSpPr txBox="1"/>
          <p:nvPr userDrawn="1"/>
        </p:nvSpPr>
        <p:spPr>
          <a:xfrm>
            <a:off x="7066936" y="3493861"/>
            <a:ext cx="83576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INTERNATIONAL</a:t>
            </a:r>
          </a:p>
        </p:txBody>
      </p:sp>
      <p:pic>
        <p:nvPicPr>
          <p:cNvPr id="66" name="Graphic 65" descr="plane">
            <a:extLst>
              <a:ext uri="{FF2B5EF4-FFF2-40B4-BE49-F238E27FC236}">
                <a16:creationId xmlns:a16="http://schemas.microsoft.com/office/drawing/2014/main" id="{95C36EA2-8CD9-DEE8-FAD6-FB4205A02134}"/>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8236821" y="2921698"/>
            <a:ext cx="484812" cy="484812"/>
          </a:xfrm>
          <a:prstGeom prst="rect">
            <a:avLst/>
          </a:prstGeom>
        </p:spPr>
      </p:pic>
      <p:sp>
        <p:nvSpPr>
          <p:cNvPr id="31" name="TextBox 30">
            <a:extLst>
              <a:ext uri="{FF2B5EF4-FFF2-40B4-BE49-F238E27FC236}">
                <a16:creationId xmlns:a16="http://schemas.microsoft.com/office/drawing/2014/main" id="{C7837DE0-0263-9F15-BF31-6D140BA650F9}"/>
              </a:ext>
            </a:extLst>
          </p:cNvPr>
          <p:cNvSpPr txBox="1"/>
          <p:nvPr userDrawn="1"/>
        </p:nvSpPr>
        <p:spPr>
          <a:xfrm>
            <a:off x="8085627" y="349386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TRAVEL</a:t>
            </a:r>
          </a:p>
        </p:txBody>
      </p:sp>
      <p:pic>
        <p:nvPicPr>
          <p:cNvPr id="67" name="Graphic 66" descr="clasped hands with check mark">
            <a:extLst>
              <a:ext uri="{FF2B5EF4-FFF2-40B4-BE49-F238E27FC236}">
                <a16:creationId xmlns:a16="http://schemas.microsoft.com/office/drawing/2014/main" id="{583E0F57-F93B-94EB-9AFF-B446DB26F3F4}"/>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a:xfrm>
            <a:off x="9124615" y="2910011"/>
            <a:ext cx="558399" cy="523132"/>
          </a:xfrm>
          <a:prstGeom prst="rect">
            <a:avLst/>
          </a:prstGeom>
        </p:spPr>
      </p:pic>
      <p:sp>
        <p:nvSpPr>
          <p:cNvPr id="32" name="TextBox 31">
            <a:extLst>
              <a:ext uri="{FF2B5EF4-FFF2-40B4-BE49-F238E27FC236}">
                <a16:creationId xmlns:a16="http://schemas.microsoft.com/office/drawing/2014/main" id="{AEDD97C4-B284-3D51-EC73-C54DE74BFCF3}"/>
              </a:ext>
            </a:extLst>
          </p:cNvPr>
          <p:cNvSpPr txBox="1"/>
          <p:nvPr userDrawn="1"/>
        </p:nvSpPr>
        <p:spPr>
          <a:xfrm>
            <a:off x="9051486" y="349386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TRUST</a:t>
            </a:r>
          </a:p>
        </p:txBody>
      </p:sp>
      <p:sp>
        <p:nvSpPr>
          <p:cNvPr id="34" name="Title 2">
            <a:extLst>
              <a:ext uri="{FF2B5EF4-FFF2-40B4-BE49-F238E27FC236}">
                <a16:creationId xmlns:a16="http://schemas.microsoft.com/office/drawing/2014/main" id="{87A56965-B303-B3D5-0951-B20EA7150C04}"/>
              </a:ext>
            </a:extLst>
          </p:cNvPr>
          <p:cNvSpPr txBox="1">
            <a:spLocks/>
          </p:cNvSpPr>
          <p:nvPr userDrawn="1"/>
        </p:nvSpPr>
        <p:spPr>
          <a:xfrm>
            <a:off x="401783" y="3854866"/>
            <a:ext cx="3723409" cy="3523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kern="1200">
                <a:solidFill>
                  <a:srgbClr val="4F5858"/>
                </a:solidFill>
                <a:latin typeface="Franklin Gothic Medium" panose="020B0603020102020204" pitchFamily="34" charset="0"/>
                <a:ea typeface="+mj-ea"/>
                <a:cs typeface="+mj-cs"/>
              </a:defRPr>
            </a:lvl1pPr>
          </a:lstStyle>
          <a:p>
            <a:r>
              <a:rPr lang="en-US" sz="1800">
                <a:solidFill>
                  <a:schemeClr val="tx2"/>
                </a:solidFill>
              </a:rPr>
              <a:t>EQUITY</a:t>
            </a:r>
          </a:p>
        </p:txBody>
      </p:sp>
      <p:pic>
        <p:nvPicPr>
          <p:cNvPr id="53" name="Graphic 52" descr="head with puzzle pieces">
            <a:extLst>
              <a:ext uri="{FF2B5EF4-FFF2-40B4-BE49-F238E27FC236}">
                <a16:creationId xmlns:a16="http://schemas.microsoft.com/office/drawing/2014/main" id="{A5219589-8AA3-4007-7E9E-DE0A8719AC16}"/>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558991" y="4548162"/>
            <a:ext cx="499962" cy="484812"/>
          </a:xfrm>
          <a:prstGeom prst="rect">
            <a:avLst/>
          </a:prstGeom>
        </p:spPr>
      </p:pic>
      <p:sp>
        <p:nvSpPr>
          <p:cNvPr id="41" name="TextBox 40">
            <a:extLst>
              <a:ext uri="{FF2B5EF4-FFF2-40B4-BE49-F238E27FC236}">
                <a16:creationId xmlns:a16="http://schemas.microsoft.com/office/drawing/2014/main" id="{35A0B3DF-9854-ABDF-BC77-3E60BEADFA72}"/>
              </a:ext>
            </a:extLst>
          </p:cNvPr>
          <p:cNvSpPr txBox="1"/>
          <p:nvPr userDrawn="1"/>
        </p:nvSpPr>
        <p:spPr>
          <a:xfrm>
            <a:off x="361720" y="5113434"/>
            <a:ext cx="82408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AUTISM</a:t>
            </a:r>
          </a:p>
        </p:txBody>
      </p:sp>
      <p:pic>
        <p:nvPicPr>
          <p:cNvPr id="60" name="Graphic 59" descr="person in wheelchair">
            <a:extLst>
              <a:ext uri="{FF2B5EF4-FFF2-40B4-BE49-F238E27FC236}">
                <a16:creationId xmlns:a16="http://schemas.microsoft.com/office/drawing/2014/main" id="{33CE0A9E-9D9A-CC01-6E6B-99F0B8D229B4}"/>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a:xfrm>
            <a:off x="1598637" y="4521770"/>
            <a:ext cx="409060" cy="484812"/>
          </a:xfrm>
          <a:prstGeom prst="rect">
            <a:avLst/>
          </a:prstGeom>
        </p:spPr>
      </p:pic>
      <p:sp>
        <p:nvSpPr>
          <p:cNvPr id="36" name="TextBox 35">
            <a:extLst>
              <a:ext uri="{FF2B5EF4-FFF2-40B4-BE49-F238E27FC236}">
                <a16:creationId xmlns:a16="http://schemas.microsoft.com/office/drawing/2014/main" id="{B3F0ED31-E870-3347-4DCE-EFD0E0435771}"/>
              </a:ext>
            </a:extLst>
          </p:cNvPr>
          <p:cNvSpPr txBox="1"/>
          <p:nvPr userDrawn="1"/>
        </p:nvSpPr>
        <p:spPr>
          <a:xfrm>
            <a:off x="1358829" y="5113434"/>
            <a:ext cx="83576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DISABILITY</a:t>
            </a:r>
          </a:p>
        </p:txBody>
      </p:sp>
      <p:pic>
        <p:nvPicPr>
          <p:cNvPr id="62" name="Graphic 61" descr="hearing aid">
            <a:extLst>
              <a:ext uri="{FF2B5EF4-FFF2-40B4-BE49-F238E27FC236}">
                <a16:creationId xmlns:a16="http://schemas.microsoft.com/office/drawing/2014/main" id="{F3727FDF-8A92-CC50-FA3A-5A4B17FC2401}"/>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2564106" y="4540587"/>
            <a:ext cx="333308" cy="499962"/>
          </a:xfrm>
          <a:prstGeom prst="rect">
            <a:avLst/>
          </a:prstGeom>
        </p:spPr>
      </p:pic>
      <p:sp>
        <p:nvSpPr>
          <p:cNvPr id="37" name="TextBox 36">
            <a:extLst>
              <a:ext uri="{FF2B5EF4-FFF2-40B4-BE49-F238E27FC236}">
                <a16:creationId xmlns:a16="http://schemas.microsoft.com/office/drawing/2014/main" id="{5138A551-1EE2-C1C8-9C33-456BC657E14A}"/>
              </a:ext>
            </a:extLst>
          </p:cNvPr>
          <p:cNvSpPr txBox="1"/>
          <p:nvPr userDrawn="1"/>
        </p:nvSpPr>
        <p:spPr>
          <a:xfrm>
            <a:off x="2290469" y="5113434"/>
            <a:ext cx="865911"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HEARING IMPAIRED</a:t>
            </a:r>
          </a:p>
        </p:txBody>
      </p:sp>
      <p:pic>
        <p:nvPicPr>
          <p:cNvPr id="63" name="Graphic 62" descr="person in wheelchair at a computer">
            <a:extLst>
              <a:ext uri="{FF2B5EF4-FFF2-40B4-BE49-F238E27FC236}">
                <a16:creationId xmlns:a16="http://schemas.microsoft.com/office/drawing/2014/main" id="{54E3C6E3-822E-C0BF-28EF-1C81062623E3}"/>
              </a:ext>
            </a:extLst>
          </p:cNvPr>
          <p:cNvPicPr>
            <a:picLocks noChangeAspect="1"/>
          </p:cNvPicPr>
          <p:nvPr userDrawn="1"/>
        </p:nvPicPr>
        <p:blipFill>
          <a:blip r:embed="rId50">
            <a:extLst>
              <a:ext uri="{96DAC541-7B7A-43D3-8B79-37D633B846F1}">
                <asvg:svgBlip xmlns:asvg="http://schemas.microsoft.com/office/drawing/2016/SVG/main" r:embed="rId51"/>
              </a:ext>
            </a:extLst>
          </a:blip>
          <a:stretch>
            <a:fillRect/>
          </a:stretch>
        </p:blipFill>
        <p:spPr>
          <a:xfrm>
            <a:off x="3486825" y="4554544"/>
            <a:ext cx="570922" cy="484418"/>
          </a:xfrm>
          <a:prstGeom prst="rect">
            <a:avLst/>
          </a:prstGeom>
        </p:spPr>
      </p:pic>
      <p:sp>
        <p:nvSpPr>
          <p:cNvPr id="38" name="TextBox 37">
            <a:extLst>
              <a:ext uri="{FF2B5EF4-FFF2-40B4-BE49-F238E27FC236}">
                <a16:creationId xmlns:a16="http://schemas.microsoft.com/office/drawing/2014/main" id="{EAB748D1-E00C-C280-C252-487556C96D73}"/>
              </a:ext>
            </a:extLst>
          </p:cNvPr>
          <p:cNvSpPr txBox="1"/>
          <p:nvPr userDrawn="1"/>
        </p:nvSpPr>
        <p:spPr>
          <a:xfrm>
            <a:off x="3295913" y="5113434"/>
            <a:ext cx="89214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INCLUSION</a:t>
            </a:r>
          </a:p>
        </p:txBody>
      </p:sp>
      <p:cxnSp>
        <p:nvCxnSpPr>
          <p:cNvPr id="35" name="Straight Connector 34">
            <a:extLst>
              <a:ext uri="{FF2B5EF4-FFF2-40B4-BE49-F238E27FC236}">
                <a16:creationId xmlns:a16="http://schemas.microsoft.com/office/drawing/2014/main" id="{1F2F36CD-129C-87A5-36BF-6F9E68BB0858}"/>
              </a:ext>
              <a:ext uri="{C183D7F6-B498-43B3-948B-1728B52AA6E4}">
                <adec:decorative xmlns:adec="http://schemas.microsoft.com/office/drawing/2017/decorative" val="1"/>
              </a:ext>
            </a:extLst>
          </p:cNvPr>
          <p:cNvCxnSpPr>
            <a:cxnSpLocks/>
          </p:cNvCxnSpPr>
          <p:nvPr userDrawn="1"/>
        </p:nvCxnSpPr>
        <p:spPr>
          <a:xfrm>
            <a:off x="519545" y="4207260"/>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65" name="Graphic 64" descr="hands holding a heart with wheelchair icon inside">
            <a:extLst>
              <a:ext uri="{FF2B5EF4-FFF2-40B4-BE49-F238E27FC236}">
                <a16:creationId xmlns:a16="http://schemas.microsoft.com/office/drawing/2014/main" id="{4F0BD06A-7A78-9F42-186B-9AF74EB8B335}"/>
              </a:ext>
            </a:extLst>
          </p:cNvPr>
          <p:cNvPicPr>
            <a:picLocks noChangeAspect="1"/>
          </p:cNvPicPr>
          <p:nvPr userDrawn="1"/>
        </p:nvPicPr>
        <p:blipFill>
          <a:blip r:embed="rId52">
            <a:extLst>
              <a:ext uri="{96DAC541-7B7A-43D3-8B79-37D633B846F1}">
                <asvg:svgBlip xmlns:asvg="http://schemas.microsoft.com/office/drawing/2016/SVG/main" r:embed="rId53"/>
              </a:ext>
            </a:extLst>
          </a:blip>
          <a:stretch>
            <a:fillRect/>
          </a:stretch>
        </p:blipFill>
        <p:spPr>
          <a:xfrm>
            <a:off x="4490854" y="4532573"/>
            <a:ext cx="469662" cy="499963"/>
          </a:xfrm>
          <a:prstGeom prst="rect">
            <a:avLst/>
          </a:prstGeom>
        </p:spPr>
      </p:pic>
      <p:sp>
        <p:nvSpPr>
          <p:cNvPr id="39" name="TextBox 38">
            <a:extLst>
              <a:ext uri="{FF2B5EF4-FFF2-40B4-BE49-F238E27FC236}">
                <a16:creationId xmlns:a16="http://schemas.microsoft.com/office/drawing/2014/main" id="{8728A795-3A1D-30DB-6ECE-DF29CF5E1097}"/>
              </a:ext>
            </a:extLst>
          </p:cNvPr>
          <p:cNvSpPr txBox="1"/>
          <p:nvPr userDrawn="1"/>
        </p:nvSpPr>
        <p:spPr>
          <a:xfrm>
            <a:off x="4340942" y="51134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SOLIDARITY</a:t>
            </a:r>
          </a:p>
        </p:txBody>
      </p:sp>
      <p:pic>
        <p:nvPicPr>
          <p:cNvPr id="68" name="Graphic 67" descr="two hands signing">
            <a:extLst>
              <a:ext uri="{FF2B5EF4-FFF2-40B4-BE49-F238E27FC236}">
                <a16:creationId xmlns:a16="http://schemas.microsoft.com/office/drawing/2014/main" id="{2A8071A8-5B01-CB96-E55C-FCAECDB8CC55}"/>
              </a:ext>
            </a:extLst>
          </p:cNvPr>
          <p:cNvPicPr>
            <a:picLocks noChangeAspect="1"/>
          </p:cNvPicPr>
          <p:nvPr userDrawn="1"/>
        </p:nvPicPr>
        <p:blipFill>
          <a:blip r:embed="rId54">
            <a:extLst>
              <a:ext uri="{96DAC541-7B7A-43D3-8B79-37D633B846F1}">
                <asvg:svgBlip xmlns:asvg="http://schemas.microsoft.com/office/drawing/2016/SVG/main" r:embed="rId55"/>
              </a:ext>
            </a:extLst>
          </a:blip>
          <a:stretch>
            <a:fillRect/>
          </a:stretch>
        </p:blipFill>
        <p:spPr>
          <a:xfrm>
            <a:off x="5372248" y="4591338"/>
            <a:ext cx="590864" cy="447624"/>
          </a:xfrm>
          <a:prstGeom prst="rect">
            <a:avLst/>
          </a:prstGeom>
        </p:spPr>
      </p:pic>
      <p:sp>
        <p:nvSpPr>
          <p:cNvPr id="40" name="TextBox 39">
            <a:extLst>
              <a:ext uri="{FF2B5EF4-FFF2-40B4-BE49-F238E27FC236}">
                <a16:creationId xmlns:a16="http://schemas.microsoft.com/office/drawing/2014/main" id="{93902873-9C2A-69FE-D42A-4FA3CC7DA76D}"/>
              </a:ext>
            </a:extLst>
          </p:cNvPr>
          <p:cNvSpPr txBox="1"/>
          <p:nvPr userDrawn="1"/>
        </p:nvSpPr>
        <p:spPr>
          <a:xfrm>
            <a:off x="5306800" y="5113434"/>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SIGN LANGUAGE</a:t>
            </a:r>
          </a:p>
        </p:txBody>
      </p:sp>
    </p:spTree>
    <p:extLst>
      <p:ext uri="{BB962C8B-B14F-4D97-AF65-F5344CB8AC3E}">
        <p14:creationId xmlns:p14="http://schemas.microsoft.com/office/powerpoint/2010/main" val="8239752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icons 4">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2DF60257-A9C2-502F-E28E-4DE6D801A65C}"/>
              </a:ext>
            </a:extLst>
          </p:cNvPr>
          <p:cNvSpPr>
            <a:spLocks noGrp="1"/>
          </p:cNvSpPr>
          <p:nvPr>
            <p:ph type="title"/>
          </p:nvPr>
        </p:nvSpPr>
        <p:spPr>
          <a:xfrm>
            <a:off x="401783" y="437315"/>
            <a:ext cx="3723409" cy="352394"/>
          </a:xfrm>
        </p:spPr>
        <p:txBody>
          <a:bodyPr>
            <a:normAutofit/>
          </a:bodyPr>
          <a:lstStyle>
            <a:lvl1pPr>
              <a:defRPr>
                <a:solidFill>
                  <a:schemeClr val="tx2"/>
                </a:solidFill>
              </a:defRPr>
            </a:lvl1pPr>
          </a:lstStyle>
          <a:p>
            <a:r>
              <a:rPr lang="en-US" sz="1800" b="0">
                <a:latin typeface="Franklin Gothic Medium" panose="020B0603020102020204" pitchFamily="34" charset="0"/>
              </a:rPr>
              <a:t>GENERAL</a:t>
            </a:r>
          </a:p>
        </p:txBody>
      </p:sp>
      <p:sp>
        <p:nvSpPr>
          <p:cNvPr id="131" name="Title 2">
            <a:extLst>
              <a:ext uri="{FF2B5EF4-FFF2-40B4-BE49-F238E27FC236}">
                <a16:creationId xmlns:a16="http://schemas.microsoft.com/office/drawing/2014/main" id="{D5C8D492-5AB5-BE02-0D87-74608B07BB95}"/>
              </a:ext>
            </a:extLst>
          </p:cNvPr>
          <p:cNvSpPr txBox="1">
            <a:spLocks/>
          </p:cNvSpPr>
          <p:nvPr userDrawn="1"/>
        </p:nvSpPr>
        <p:spPr>
          <a:xfrm>
            <a:off x="6624096" y="490960"/>
            <a:ext cx="5039063" cy="248502"/>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2800" b="1" i="0" kern="1200">
                <a:solidFill>
                  <a:srgbClr val="636466"/>
                </a:solidFill>
                <a:latin typeface="Franklin Gothic Demi" panose="020B0603020102020204" pitchFamily="34" charset="0"/>
                <a:ea typeface="+mj-ea"/>
                <a:cs typeface="+mj-cs"/>
              </a:defRPr>
            </a:lvl1pPr>
          </a:lstStyle>
          <a:p>
            <a:pPr algn="r">
              <a:lnSpc>
                <a:spcPct val="120000"/>
              </a:lnSpc>
            </a:pPr>
            <a:r>
              <a:rPr lang="en-US" sz="1200" b="0" i="1">
                <a:solidFill>
                  <a:schemeClr val="tx1"/>
                </a:solidFill>
                <a:latin typeface="Franklin Gothic Book" panose="020B0503020102020204" pitchFamily="34" charset="0"/>
              </a:rPr>
              <a:t>Icon colors are editable: Select icon &gt; Select “Shape Format” in toolbar &gt; Change “Shape Fill”</a:t>
            </a:r>
          </a:p>
        </p:txBody>
      </p:sp>
      <p:cxnSp>
        <p:nvCxnSpPr>
          <p:cNvPr id="8" name="Straight Connector 7">
            <a:extLst>
              <a:ext uri="{FF2B5EF4-FFF2-40B4-BE49-F238E27FC236}">
                <a16:creationId xmlns:a16="http://schemas.microsoft.com/office/drawing/2014/main" id="{D2A35582-692A-57E3-DB06-9037C2B57A89}"/>
              </a:ext>
              <a:ext uri="{C183D7F6-B498-43B3-948B-1728B52AA6E4}">
                <adec:decorative xmlns:adec="http://schemas.microsoft.com/office/drawing/2017/decorative" val="1"/>
              </a:ext>
            </a:extLst>
          </p:cNvPr>
          <p:cNvCxnSpPr>
            <a:cxnSpLocks/>
          </p:cNvCxnSpPr>
          <p:nvPr userDrawn="1"/>
        </p:nvCxnSpPr>
        <p:spPr>
          <a:xfrm>
            <a:off x="519545" y="789709"/>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100" name="Graphic 99" descr="megaphone">
            <a:extLst>
              <a:ext uri="{FF2B5EF4-FFF2-40B4-BE49-F238E27FC236}">
                <a16:creationId xmlns:a16="http://schemas.microsoft.com/office/drawing/2014/main" id="{4010EFD1-BA25-C084-AC64-F9754AE396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70345" y="1171253"/>
            <a:ext cx="540774" cy="442451"/>
          </a:xfrm>
          <a:prstGeom prst="rect">
            <a:avLst/>
          </a:prstGeom>
        </p:spPr>
      </p:pic>
      <p:sp>
        <p:nvSpPr>
          <p:cNvPr id="75" name="TextBox 74">
            <a:extLst>
              <a:ext uri="{FF2B5EF4-FFF2-40B4-BE49-F238E27FC236}">
                <a16:creationId xmlns:a16="http://schemas.microsoft.com/office/drawing/2014/main" id="{9CAB6F62-609F-9838-1E64-38E63C2AA150}"/>
              </a:ext>
            </a:extLst>
          </p:cNvPr>
          <p:cNvSpPr txBox="1"/>
          <p:nvPr userDrawn="1"/>
        </p:nvSpPr>
        <p:spPr>
          <a:xfrm>
            <a:off x="361720" y="1695883"/>
            <a:ext cx="84621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ANNOUNCEMENT</a:t>
            </a:r>
          </a:p>
        </p:txBody>
      </p:sp>
      <p:pic>
        <p:nvPicPr>
          <p:cNvPr id="130" name="Graphic 129" descr="hands using smartphone">
            <a:extLst>
              <a:ext uri="{FF2B5EF4-FFF2-40B4-BE49-F238E27FC236}">
                <a16:creationId xmlns:a16="http://schemas.microsoft.com/office/drawing/2014/main" id="{466ABC84-9021-3494-C150-FBA347E4735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606087" y="1161887"/>
            <a:ext cx="432818" cy="476100"/>
          </a:xfrm>
          <a:prstGeom prst="rect">
            <a:avLst/>
          </a:prstGeom>
        </p:spPr>
      </p:pic>
      <p:sp>
        <p:nvSpPr>
          <p:cNvPr id="10" name="TextBox 9">
            <a:extLst>
              <a:ext uri="{FF2B5EF4-FFF2-40B4-BE49-F238E27FC236}">
                <a16:creationId xmlns:a16="http://schemas.microsoft.com/office/drawing/2014/main" id="{5EB22655-61F3-F03E-FDC8-A0BF3D74C3BF}"/>
              </a:ext>
            </a:extLst>
          </p:cNvPr>
          <p:cNvSpPr txBox="1"/>
          <p:nvPr userDrawn="1"/>
        </p:nvSpPr>
        <p:spPr>
          <a:xfrm>
            <a:off x="1455845" y="1695883"/>
            <a:ext cx="66123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CELLPHONE</a:t>
            </a:r>
          </a:p>
        </p:txBody>
      </p:sp>
      <p:pic>
        <p:nvPicPr>
          <p:cNvPr id="105" name="Graphic 104" descr="fireworks">
            <a:extLst>
              <a:ext uri="{FF2B5EF4-FFF2-40B4-BE49-F238E27FC236}">
                <a16:creationId xmlns:a16="http://schemas.microsoft.com/office/drawing/2014/main" id="{7D412CBB-1D3D-3726-12B1-384CD9D5085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53037" y="1145204"/>
            <a:ext cx="540774" cy="491613"/>
          </a:xfrm>
          <a:prstGeom prst="rect">
            <a:avLst/>
          </a:prstGeom>
        </p:spPr>
      </p:pic>
      <p:sp>
        <p:nvSpPr>
          <p:cNvPr id="18" name="TextBox 17">
            <a:extLst>
              <a:ext uri="{FF2B5EF4-FFF2-40B4-BE49-F238E27FC236}">
                <a16:creationId xmlns:a16="http://schemas.microsoft.com/office/drawing/2014/main" id="{4DC19143-8A51-7DC9-0376-5950555EDEF9}"/>
              </a:ext>
            </a:extLst>
          </p:cNvPr>
          <p:cNvSpPr txBox="1"/>
          <p:nvPr userDrawn="1"/>
        </p:nvSpPr>
        <p:spPr>
          <a:xfrm>
            <a:off x="2357763"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CELEBRATION</a:t>
            </a:r>
          </a:p>
        </p:txBody>
      </p:sp>
      <p:pic>
        <p:nvPicPr>
          <p:cNvPr id="106" name="Graphic 105" descr="two speech bubbles">
            <a:extLst>
              <a:ext uri="{FF2B5EF4-FFF2-40B4-BE49-F238E27FC236}">
                <a16:creationId xmlns:a16="http://schemas.microsoft.com/office/drawing/2014/main" id="{397A16F7-B49C-661F-0E3F-5F4D5E31E3E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468479" y="1130489"/>
            <a:ext cx="524387" cy="475226"/>
          </a:xfrm>
          <a:prstGeom prst="rect">
            <a:avLst/>
          </a:prstGeom>
        </p:spPr>
      </p:pic>
      <p:sp>
        <p:nvSpPr>
          <p:cNvPr id="20" name="TextBox 19">
            <a:extLst>
              <a:ext uri="{FF2B5EF4-FFF2-40B4-BE49-F238E27FC236}">
                <a16:creationId xmlns:a16="http://schemas.microsoft.com/office/drawing/2014/main" id="{668CB2F9-A9C6-C402-C625-858A91809F15}"/>
              </a:ext>
            </a:extLst>
          </p:cNvPr>
          <p:cNvSpPr txBox="1"/>
          <p:nvPr userDrawn="1"/>
        </p:nvSpPr>
        <p:spPr>
          <a:xfrm>
            <a:off x="3323621" y="1695883"/>
            <a:ext cx="82485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CONVERSATION</a:t>
            </a:r>
          </a:p>
        </p:txBody>
      </p:sp>
      <p:pic>
        <p:nvPicPr>
          <p:cNvPr id="126" name="Graphic 125" descr="email icon">
            <a:extLst>
              <a:ext uri="{FF2B5EF4-FFF2-40B4-BE49-F238E27FC236}">
                <a16:creationId xmlns:a16="http://schemas.microsoft.com/office/drawing/2014/main" id="{A0B75786-2B3F-B847-62D0-74ED0D7C987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458509" y="1099831"/>
            <a:ext cx="440278" cy="485824"/>
          </a:xfrm>
          <a:prstGeom prst="rect">
            <a:avLst/>
          </a:prstGeom>
        </p:spPr>
      </p:pic>
      <p:sp>
        <p:nvSpPr>
          <p:cNvPr id="21" name="TextBox 20">
            <a:extLst>
              <a:ext uri="{FF2B5EF4-FFF2-40B4-BE49-F238E27FC236}">
                <a16:creationId xmlns:a16="http://schemas.microsoft.com/office/drawing/2014/main" id="{258E407F-F30A-2CC1-0ED8-FB4D3C070BCC}"/>
              </a:ext>
            </a:extLst>
          </p:cNvPr>
          <p:cNvSpPr txBox="1"/>
          <p:nvPr userDrawn="1"/>
        </p:nvSpPr>
        <p:spPr>
          <a:xfrm>
            <a:off x="4340942"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EMAIL</a:t>
            </a:r>
          </a:p>
        </p:txBody>
      </p:sp>
      <p:pic>
        <p:nvPicPr>
          <p:cNvPr id="127" name="Graphic 126" descr="speech bubble with letters f.a.q.">
            <a:extLst>
              <a:ext uri="{FF2B5EF4-FFF2-40B4-BE49-F238E27FC236}">
                <a16:creationId xmlns:a16="http://schemas.microsoft.com/office/drawing/2014/main" id="{B0AC0818-0D5F-EF2A-3A58-00A3B6EA8C90}"/>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5332589" y="1183549"/>
            <a:ext cx="524387" cy="409677"/>
          </a:xfrm>
          <a:prstGeom prst="rect">
            <a:avLst/>
          </a:prstGeom>
        </p:spPr>
      </p:pic>
      <p:sp>
        <p:nvSpPr>
          <p:cNvPr id="22" name="TextBox 21">
            <a:extLst>
              <a:ext uri="{FF2B5EF4-FFF2-40B4-BE49-F238E27FC236}">
                <a16:creationId xmlns:a16="http://schemas.microsoft.com/office/drawing/2014/main" id="{0AC5E786-E215-5C2E-2797-8554FE5A962F}"/>
              </a:ext>
            </a:extLst>
          </p:cNvPr>
          <p:cNvSpPr txBox="1"/>
          <p:nvPr userDrawn="1"/>
        </p:nvSpPr>
        <p:spPr>
          <a:xfrm>
            <a:off x="5306800"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FAQ</a:t>
            </a:r>
          </a:p>
        </p:txBody>
      </p:sp>
      <p:pic>
        <p:nvPicPr>
          <p:cNvPr id="109" name="Graphic 108" descr="paper in envelope">
            <a:extLst>
              <a:ext uri="{FF2B5EF4-FFF2-40B4-BE49-F238E27FC236}">
                <a16:creationId xmlns:a16="http://schemas.microsoft.com/office/drawing/2014/main" id="{B87068AB-1C6E-6640-8061-E8FA21BED754}"/>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6333963" y="1104705"/>
            <a:ext cx="455460" cy="501006"/>
          </a:xfrm>
          <a:prstGeom prst="rect">
            <a:avLst/>
          </a:prstGeom>
        </p:spPr>
      </p:pic>
      <p:sp>
        <p:nvSpPr>
          <p:cNvPr id="70" name="TextBox 69">
            <a:extLst>
              <a:ext uri="{FF2B5EF4-FFF2-40B4-BE49-F238E27FC236}">
                <a16:creationId xmlns:a16="http://schemas.microsoft.com/office/drawing/2014/main" id="{DF394CFE-D654-8A23-2D8A-FF622F374462}"/>
              </a:ext>
            </a:extLst>
          </p:cNvPr>
          <p:cNvSpPr txBox="1"/>
          <p:nvPr userDrawn="1"/>
        </p:nvSpPr>
        <p:spPr>
          <a:xfrm>
            <a:off x="6225159"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INVITATION</a:t>
            </a:r>
          </a:p>
        </p:txBody>
      </p:sp>
      <p:pic>
        <p:nvPicPr>
          <p:cNvPr id="110" name="Graphic 109" descr="location arrow">
            <a:extLst>
              <a:ext uri="{FF2B5EF4-FFF2-40B4-BE49-F238E27FC236}">
                <a16:creationId xmlns:a16="http://schemas.microsoft.com/office/drawing/2014/main" id="{651B78A5-9988-9E60-674C-8C5B9E1CC143}"/>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7342735" y="1150774"/>
            <a:ext cx="278581" cy="442452"/>
          </a:xfrm>
          <a:prstGeom prst="rect">
            <a:avLst/>
          </a:prstGeom>
        </p:spPr>
      </p:pic>
      <p:sp>
        <p:nvSpPr>
          <p:cNvPr id="71" name="TextBox 70">
            <a:extLst>
              <a:ext uri="{FF2B5EF4-FFF2-40B4-BE49-F238E27FC236}">
                <a16:creationId xmlns:a16="http://schemas.microsoft.com/office/drawing/2014/main" id="{1B2D968C-97A6-47FA-CF89-252B66BDD9EC}"/>
              </a:ext>
            </a:extLst>
          </p:cNvPr>
          <p:cNvSpPr txBox="1"/>
          <p:nvPr userDrawn="1"/>
        </p:nvSpPr>
        <p:spPr>
          <a:xfrm>
            <a:off x="709601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LOCATION</a:t>
            </a:r>
          </a:p>
        </p:txBody>
      </p:sp>
      <p:pic>
        <p:nvPicPr>
          <p:cNvPr id="111" name="Graphic 110" descr="envelope">
            <a:extLst>
              <a:ext uri="{FF2B5EF4-FFF2-40B4-BE49-F238E27FC236}">
                <a16:creationId xmlns:a16="http://schemas.microsoft.com/office/drawing/2014/main" id="{F3613A76-E1A0-E989-01C8-23AE8CA325FE}"/>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8189095" y="1250071"/>
            <a:ext cx="524387" cy="327742"/>
          </a:xfrm>
          <a:prstGeom prst="rect">
            <a:avLst/>
          </a:prstGeom>
        </p:spPr>
      </p:pic>
      <p:sp>
        <p:nvSpPr>
          <p:cNvPr id="72" name="TextBox 71">
            <a:extLst>
              <a:ext uri="{FF2B5EF4-FFF2-40B4-BE49-F238E27FC236}">
                <a16:creationId xmlns:a16="http://schemas.microsoft.com/office/drawing/2014/main" id="{E537FFDA-50D8-AECD-A88A-9DB4258E56F2}"/>
              </a:ext>
            </a:extLst>
          </p:cNvPr>
          <p:cNvSpPr txBox="1"/>
          <p:nvPr userDrawn="1"/>
        </p:nvSpPr>
        <p:spPr>
          <a:xfrm>
            <a:off x="8085627"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MAIL</a:t>
            </a:r>
          </a:p>
        </p:txBody>
      </p:sp>
      <p:pic>
        <p:nvPicPr>
          <p:cNvPr id="113" name="Graphic 112" descr="folded newspaper">
            <a:extLst>
              <a:ext uri="{FF2B5EF4-FFF2-40B4-BE49-F238E27FC236}">
                <a16:creationId xmlns:a16="http://schemas.microsoft.com/office/drawing/2014/main" id="{9410C4D5-3093-E0F3-BF3C-A7661D19B12A}"/>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9209757" y="1143861"/>
            <a:ext cx="524387" cy="475226"/>
          </a:xfrm>
          <a:prstGeom prst="rect">
            <a:avLst/>
          </a:prstGeom>
        </p:spPr>
      </p:pic>
      <p:sp>
        <p:nvSpPr>
          <p:cNvPr id="73" name="TextBox 72">
            <a:extLst>
              <a:ext uri="{FF2B5EF4-FFF2-40B4-BE49-F238E27FC236}">
                <a16:creationId xmlns:a16="http://schemas.microsoft.com/office/drawing/2014/main" id="{E3AC6157-AE7A-2EB8-EF1D-048CB9A41736}"/>
              </a:ext>
            </a:extLst>
          </p:cNvPr>
          <p:cNvSpPr txBox="1"/>
          <p:nvPr userDrawn="1"/>
        </p:nvSpPr>
        <p:spPr>
          <a:xfrm>
            <a:off x="905148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NEWS</a:t>
            </a:r>
          </a:p>
        </p:txBody>
      </p:sp>
      <p:pic>
        <p:nvPicPr>
          <p:cNvPr id="114" name="Graphic 113" descr="telephone icon">
            <a:extLst>
              <a:ext uri="{FF2B5EF4-FFF2-40B4-BE49-F238E27FC236}">
                <a16:creationId xmlns:a16="http://schemas.microsoft.com/office/drawing/2014/main" id="{DF4F2DFE-A5C9-38D0-C5F0-F90423193B23}"/>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0136382" y="1150774"/>
            <a:ext cx="442452" cy="442452"/>
          </a:xfrm>
          <a:prstGeom prst="rect">
            <a:avLst/>
          </a:prstGeom>
        </p:spPr>
      </p:pic>
      <p:sp>
        <p:nvSpPr>
          <p:cNvPr id="74" name="TextBox 73">
            <a:extLst>
              <a:ext uri="{FF2B5EF4-FFF2-40B4-BE49-F238E27FC236}">
                <a16:creationId xmlns:a16="http://schemas.microsoft.com/office/drawing/2014/main" id="{06C8E24F-B4FF-36B5-73E6-9E6FDB8A76B4}"/>
              </a:ext>
            </a:extLst>
          </p:cNvPr>
          <p:cNvSpPr txBox="1"/>
          <p:nvPr userDrawn="1"/>
        </p:nvSpPr>
        <p:spPr>
          <a:xfrm>
            <a:off x="1001734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PHONE</a:t>
            </a:r>
          </a:p>
        </p:txBody>
      </p:sp>
      <p:pic>
        <p:nvPicPr>
          <p:cNvPr id="121" name="Graphic 120" descr="globe with magnifying glass">
            <a:extLst>
              <a:ext uri="{FF2B5EF4-FFF2-40B4-BE49-F238E27FC236}">
                <a16:creationId xmlns:a16="http://schemas.microsoft.com/office/drawing/2014/main" id="{DBA0B53D-8C42-8A59-41AF-3E4678871287}"/>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11047045" y="1117795"/>
            <a:ext cx="524387" cy="524387"/>
          </a:xfrm>
          <a:prstGeom prst="rect">
            <a:avLst/>
          </a:prstGeom>
        </p:spPr>
      </p:pic>
      <p:sp>
        <p:nvSpPr>
          <p:cNvPr id="95" name="TextBox 94">
            <a:extLst>
              <a:ext uri="{FF2B5EF4-FFF2-40B4-BE49-F238E27FC236}">
                <a16:creationId xmlns:a16="http://schemas.microsoft.com/office/drawing/2014/main" id="{78239C76-8DCA-62C5-8EB0-F4269D3CB3C2}"/>
              </a:ext>
            </a:extLst>
          </p:cNvPr>
          <p:cNvSpPr txBox="1"/>
          <p:nvPr userDrawn="1"/>
        </p:nvSpPr>
        <p:spPr>
          <a:xfrm>
            <a:off x="10948372"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WEBSITE</a:t>
            </a:r>
          </a:p>
        </p:txBody>
      </p:sp>
      <p:sp>
        <p:nvSpPr>
          <p:cNvPr id="76" name="Title 2">
            <a:extLst>
              <a:ext uri="{FF2B5EF4-FFF2-40B4-BE49-F238E27FC236}">
                <a16:creationId xmlns:a16="http://schemas.microsoft.com/office/drawing/2014/main" id="{3D1A4427-DA15-D189-523F-5D2667243441}"/>
              </a:ext>
            </a:extLst>
          </p:cNvPr>
          <p:cNvSpPr txBox="1">
            <a:spLocks/>
          </p:cNvSpPr>
          <p:nvPr userDrawn="1"/>
        </p:nvSpPr>
        <p:spPr>
          <a:xfrm>
            <a:off x="401783" y="2175333"/>
            <a:ext cx="3723409" cy="3523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kern="1200">
                <a:solidFill>
                  <a:srgbClr val="4F5858"/>
                </a:solidFill>
                <a:latin typeface="Franklin Gothic Medium" panose="020B0603020102020204" pitchFamily="34" charset="0"/>
                <a:ea typeface="+mj-ea"/>
                <a:cs typeface="+mj-cs"/>
              </a:defRPr>
            </a:lvl1pPr>
          </a:lstStyle>
          <a:p>
            <a:r>
              <a:rPr lang="en-US" sz="1800">
                <a:solidFill>
                  <a:schemeClr val="tx2"/>
                </a:solidFill>
              </a:rPr>
              <a:t>MEDIA</a:t>
            </a:r>
          </a:p>
        </p:txBody>
      </p:sp>
      <p:cxnSp>
        <p:nvCxnSpPr>
          <p:cNvPr id="77" name="Straight Connector 76">
            <a:extLst>
              <a:ext uri="{FF2B5EF4-FFF2-40B4-BE49-F238E27FC236}">
                <a16:creationId xmlns:a16="http://schemas.microsoft.com/office/drawing/2014/main" id="{8F5B5C09-75D2-D314-DB42-2D857BBC3EE0}"/>
              </a:ext>
              <a:ext uri="{C183D7F6-B498-43B3-948B-1728B52AA6E4}">
                <adec:decorative xmlns:adec="http://schemas.microsoft.com/office/drawing/2017/decorative" val="1"/>
              </a:ext>
            </a:extLst>
          </p:cNvPr>
          <p:cNvCxnSpPr>
            <a:cxnSpLocks/>
          </p:cNvCxnSpPr>
          <p:nvPr userDrawn="1"/>
        </p:nvCxnSpPr>
        <p:spPr>
          <a:xfrm>
            <a:off x="519545" y="2527727"/>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102" name="Graphic 101" descr="sound icon">
            <a:extLst>
              <a:ext uri="{FF2B5EF4-FFF2-40B4-BE49-F238E27FC236}">
                <a16:creationId xmlns:a16="http://schemas.microsoft.com/office/drawing/2014/main" id="{37215621-E195-1945-DC61-DED17AFB2C65}"/>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531186" y="2869321"/>
            <a:ext cx="540774" cy="491613"/>
          </a:xfrm>
          <a:prstGeom prst="rect">
            <a:avLst/>
          </a:prstGeom>
        </p:spPr>
      </p:pic>
      <p:sp>
        <p:nvSpPr>
          <p:cNvPr id="86" name="TextBox 85">
            <a:extLst>
              <a:ext uri="{FF2B5EF4-FFF2-40B4-BE49-F238E27FC236}">
                <a16:creationId xmlns:a16="http://schemas.microsoft.com/office/drawing/2014/main" id="{EBD775CF-7257-BF1D-4E1C-3A5AD0CCCCAA}"/>
              </a:ext>
            </a:extLst>
          </p:cNvPr>
          <p:cNvSpPr txBox="1"/>
          <p:nvPr userDrawn="1"/>
        </p:nvSpPr>
        <p:spPr>
          <a:xfrm>
            <a:off x="361720" y="3433901"/>
            <a:ext cx="82408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AUDIO</a:t>
            </a:r>
          </a:p>
        </p:txBody>
      </p:sp>
      <p:pic>
        <p:nvPicPr>
          <p:cNvPr id="125" name="Graphic 124" descr="computer, tablet, phone">
            <a:extLst>
              <a:ext uri="{FF2B5EF4-FFF2-40B4-BE49-F238E27FC236}">
                <a16:creationId xmlns:a16="http://schemas.microsoft.com/office/drawing/2014/main" id="{18771967-0624-A1E5-8F42-48EE8CE9A946}"/>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1489455" y="2970887"/>
            <a:ext cx="553336" cy="352123"/>
          </a:xfrm>
          <a:prstGeom prst="rect">
            <a:avLst/>
          </a:prstGeom>
        </p:spPr>
      </p:pic>
      <p:sp>
        <p:nvSpPr>
          <p:cNvPr id="78" name="TextBox 77">
            <a:extLst>
              <a:ext uri="{FF2B5EF4-FFF2-40B4-BE49-F238E27FC236}">
                <a16:creationId xmlns:a16="http://schemas.microsoft.com/office/drawing/2014/main" id="{EF76EFCB-C20F-4C6C-779B-3EA4B4006D9F}"/>
              </a:ext>
            </a:extLst>
          </p:cNvPr>
          <p:cNvSpPr txBox="1"/>
          <p:nvPr userDrawn="1"/>
        </p:nvSpPr>
        <p:spPr>
          <a:xfrm>
            <a:off x="1358829" y="3433901"/>
            <a:ext cx="83576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DEVICES</a:t>
            </a:r>
          </a:p>
        </p:txBody>
      </p:sp>
      <p:pic>
        <p:nvPicPr>
          <p:cNvPr id="104" name="Graphic 103" descr="camera">
            <a:extLst>
              <a:ext uri="{FF2B5EF4-FFF2-40B4-BE49-F238E27FC236}">
                <a16:creationId xmlns:a16="http://schemas.microsoft.com/office/drawing/2014/main" id="{8EFE9D3A-72EB-E69F-B49F-309E864293F3}"/>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2453037" y="2938112"/>
            <a:ext cx="524387" cy="344129"/>
          </a:xfrm>
          <a:prstGeom prst="rect">
            <a:avLst/>
          </a:prstGeom>
        </p:spPr>
      </p:pic>
      <p:sp>
        <p:nvSpPr>
          <p:cNvPr id="79" name="TextBox 78">
            <a:extLst>
              <a:ext uri="{FF2B5EF4-FFF2-40B4-BE49-F238E27FC236}">
                <a16:creationId xmlns:a16="http://schemas.microsoft.com/office/drawing/2014/main" id="{3441AC78-60E4-86BB-76F9-4752062BD672}"/>
              </a:ext>
            </a:extLst>
          </p:cNvPr>
          <p:cNvSpPr txBox="1"/>
          <p:nvPr userDrawn="1"/>
        </p:nvSpPr>
        <p:spPr>
          <a:xfrm>
            <a:off x="2290469" y="3433901"/>
            <a:ext cx="86591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CAMERA</a:t>
            </a:r>
          </a:p>
        </p:txBody>
      </p:sp>
      <p:pic>
        <p:nvPicPr>
          <p:cNvPr id="108" name="Graphic 107" descr="photos">
            <a:extLst>
              <a:ext uri="{FF2B5EF4-FFF2-40B4-BE49-F238E27FC236}">
                <a16:creationId xmlns:a16="http://schemas.microsoft.com/office/drawing/2014/main" id="{8BD813CF-25D5-F3CE-79F1-3A6B03EB0C1F}"/>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3460286" y="2925325"/>
            <a:ext cx="540774" cy="409677"/>
          </a:xfrm>
          <a:prstGeom prst="rect">
            <a:avLst/>
          </a:prstGeom>
        </p:spPr>
      </p:pic>
      <p:sp>
        <p:nvSpPr>
          <p:cNvPr id="80" name="TextBox 79">
            <a:extLst>
              <a:ext uri="{FF2B5EF4-FFF2-40B4-BE49-F238E27FC236}">
                <a16:creationId xmlns:a16="http://schemas.microsoft.com/office/drawing/2014/main" id="{F7ACD391-E35E-0B28-009E-1B99C3428D94}"/>
              </a:ext>
            </a:extLst>
          </p:cNvPr>
          <p:cNvSpPr txBox="1"/>
          <p:nvPr userDrawn="1"/>
        </p:nvSpPr>
        <p:spPr>
          <a:xfrm>
            <a:off x="3295913" y="3433901"/>
            <a:ext cx="89214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IMAGES</a:t>
            </a:r>
          </a:p>
        </p:txBody>
      </p:sp>
      <p:pic>
        <p:nvPicPr>
          <p:cNvPr id="115" name="Graphic 114" descr="magnifying glass">
            <a:extLst>
              <a:ext uri="{FF2B5EF4-FFF2-40B4-BE49-F238E27FC236}">
                <a16:creationId xmlns:a16="http://schemas.microsoft.com/office/drawing/2014/main" id="{2457DE6D-140E-8D3F-D29D-254B107C50A4}"/>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4472848" y="2852174"/>
            <a:ext cx="491613" cy="524387"/>
          </a:xfrm>
          <a:prstGeom prst="rect">
            <a:avLst/>
          </a:prstGeom>
        </p:spPr>
      </p:pic>
      <p:sp>
        <p:nvSpPr>
          <p:cNvPr id="81" name="TextBox 80">
            <a:extLst>
              <a:ext uri="{FF2B5EF4-FFF2-40B4-BE49-F238E27FC236}">
                <a16:creationId xmlns:a16="http://schemas.microsoft.com/office/drawing/2014/main" id="{A2A1AEA4-16E5-2092-EC50-7255742C2F7F}"/>
              </a:ext>
            </a:extLst>
          </p:cNvPr>
          <p:cNvSpPr txBox="1"/>
          <p:nvPr userDrawn="1"/>
        </p:nvSpPr>
        <p:spPr>
          <a:xfrm>
            <a:off x="4340942" y="343390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SEARCH</a:t>
            </a:r>
          </a:p>
        </p:txBody>
      </p:sp>
      <p:pic>
        <p:nvPicPr>
          <p:cNvPr id="129" name="Graphic 128" descr="photo with caption">
            <a:extLst>
              <a:ext uri="{FF2B5EF4-FFF2-40B4-BE49-F238E27FC236}">
                <a16:creationId xmlns:a16="http://schemas.microsoft.com/office/drawing/2014/main" id="{F4A4003D-047F-671B-708C-ACAB3D198483}"/>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5443679" y="2893039"/>
            <a:ext cx="431344" cy="460100"/>
          </a:xfrm>
          <a:prstGeom prst="rect">
            <a:avLst/>
          </a:prstGeom>
        </p:spPr>
      </p:pic>
      <p:sp>
        <p:nvSpPr>
          <p:cNvPr id="82" name="TextBox 81">
            <a:extLst>
              <a:ext uri="{FF2B5EF4-FFF2-40B4-BE49-F238E27FC236}">
                <a16:creationId xmlns:a16="http://schemas.microsoft.com/office/drawing/2014/main" id="{08FE3B3E-A10D-B9AE-68C9-C00FC3B12E2C}"/>
              </a:ext>
            </a:extLst>
          </p:cNvPr>
          <p:cNvSpPr txBox="1"/>
          <p:nvPr userDrawn="1"/>
        </p:nvSpPr>
        <p:spPr>
          <a:xfrm>
            <a:off x="5306800" y="343390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SOCIAL MEDIA</a:t>
            </a:r>
          </a:p>
        </p:txBody>
      </p:sp>
      <p:pic>
        <p:nvPicPr>
          <p:cNvPr id="117" name="Graphic 116" descr="screen with letter i">
            <a:extLst>
              <a:ext uri="{FF2B5EF4-FFF2-40B4-BE49-F238E27FC236}">
                <a16:creationId xmlns:a16="http://schemas.microsoft.com/office/drawing/2014/main" id="{B0C0CC91-31EE-5622-D170-E409A4F64CEA}"/>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a:xfrm>
            <a:off x="6322801" y="2893039"/>
            <a:ext cx="524387" cy="442452"/>
          </a:xfrm>
          <a:prstGeom prst="rect">
            <a:avLst/>
          </a:prstGeom>
        </p:spPr>
      </p:pic>
      <p:sp>
        <p:nvSpPr>
          <p:cNvPr id="83" name="TextBox 82">
            <a:extLst>
              <a:ext uri="{FF2B5EF4-FFF2-40B4-BE49-F238E27FC236}">
                <a16:creationId xmlns:a16="http://schemas.microsoft.com/office/drawing/2014/main" id="{3FB271EC-6E57-C71C-16F7-4F01E9C8154A}"/>
              </a:ext>
            </a:extLst>
          </p:cNvPr>
          <p:cNvSpPr txBox="1"/>
          <p:nvPr userDrawn="1"/>
        </p:nvSpPr>
        <p:spPr>
          <a:xfrm>
            <a:off x="6225159" y="343390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TUTORIALS</a:t>
            </a:r>
          </a:p>
        </p:txBody>
      </p:sp>
      <p:pic>
        <p:nvPicPr>
          <p:cNvPr id="120" name="Graphic 119" descr="screen with play button">
            <a:extLst>
              <a:ext uri="{FF2B5EF4-FFF2-40B4-BE49-F238E27FC236}">
                <a16:creationId xmlns:a16="http://schemas.microsoft.com/office/drawing/2014/main" id="{66C24F47-0202-9A9C-7B24-22883F8E2323}"/>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7167927" y="2905339"/>
            <a:ext cx="540774" cy="409677"/>
          </a:xfrm>
          <a:prstGeom prst="rect">
            <a:avLst/>
          </a:prstGeom>
        </p:spPr>
      </p:pic>
      <p:sp>
        <p:nvSpPr>
          <p:cNvPr id="84" name="TextBox 83">
            <a:extLst>
              <a:ext uri="{FF2B5EF4-FFF2-40B4-BE49-F238E27FC236}">
                <a16:creationId xmlns:a16="http://schemas.microsoft.com/office/drawing/2014/main" id="{160807D8-F9DB-98F4-D020-A3A76A3E768A}"/>
              </a:ext>
            </a:extLst>
          </p:cNvPr>
          <p:cNvSpPr txBox="1"/>
          <p:nvPr userDrawn="1"/>
        </p:nvSpPr>
        <p:spPr>
          <a:xfrm>
            <a:off x="7066936" y="3433901"/>
            <a:ext cx="83576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VIDEOS</a:t>
            </a:r>
          </a:p>
        </p:txBody>
      </p:sp>
      <p:pic>
        <p:nvPicPr>
          <p:cNvPr id="123" name="Graphic 122" descr="wifi icon">
            <a:extLst>
              <a:ext uri="{FF2B5EF4-FFF2-40B4-BE49-F238E27FC236}">
                <a16:creationId xmlns:a16="http://schemas.microsoft.com/office/drawing/2014/main" id="{581BD62D-D2DE-B399-E469-4882BEBAB1BF}"/>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a:xfrm>
            <a:off x="8169226" y="2929721"/>
            <a:ext cx="540774" cy="393290"/>
          </a:xfrm>
          <a:prstGeom prst="rect">
            <a:avLst/>
          </a:prstGeom>
        </p:spPr>
      </p:pic>
      <p:sp>
        <p:nvSpPr>
          <p:cNvPr id="85" name="TextBox 84">
            <a:extLst>
              <a:ext uri="{FF2B5EF4-FFF2-40B4-BE49-F238E27FC236}">
                <a16:creationId xmlns:a16="http://schemas.microsoft.com/office/drawing/2014/main" id="{22E6298D-521B-E107-D00E-175730F93178}"/>
              </a:ext>
            </a:extLst>
          </p:cNvPr>
          <p:cNvSpPr txBox="1"/>
          <p:nvPr userDrawn="1"/>
        </p:nvSpPr>
        <p:spPr>
          <a:xfrm>
            <a:off x="8085627" y="343390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WIFI</a:t>
            </a:r>
          </a:p>
        </p:txBody>
      </p:sp>
      <p:sp>
        <p:nvSpPr>
          <p:cNvPr id="87" name="Title 2">
            <a:extLst>
              <a:ext uri="{FF2B5EF4-FFF2-40B4-BE49-F238E27FC236}">
                <a16:creationId xmlns:a16="http://schemas.microsoft.com/office/drawing/2014/main" id="{4497B0EF-54CA-0C3E-97BA-6355D3D60003}"/>
              </a:ext>
            </a:extLst>
          </p:cNvPr>
          <p:cNvSpPr txBox="1">
            <a:spLocks/>
          </p:cNvSpPr>
          <p:nvPr userDrawn="1"/>
        </p:nvSpPr>
        <p:spPr>
          <a:xfrm>
            <a:off x="401783" y="3854866"/>
            <a:ext cx="3723409" cy="3523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kern="1200">
                <a:solidFill>
                  <a:srgbClr val="4F5858"/>
                </a:solidFill>
                <a:latin typeface="Franklin Gothic Medium" panose="020B0603020102020204" pitchFamily="34" charset="0"/>
                <a:ea typeface="+mj-ea"/>
                <a:cs typeface="+mj-cs"/>
              </a:defRPr>
            </a:lvl1pPr>
          </a:lstStyle>
          <a:p>
            <a:r>
              <a:rPr lang="en-US" sz="1800">
                <a:solidFill>
                  <a:schemeClr val="tx2"/>
                </a:solidFill>
              </a:rPr>
              <a:t>RECREATION / WELLNESS</a:t>
            </a:r>
          </a:p>
        </p:txBody>
      </p:sp>
      <p:cxnSp>
        <p:nvCxnSpPr>
          <p:cNvPr id="88" name="Straight Connector 87">
            <a:extLst>
              <a:ext uri="{FF2B5EF4-FFF2-40B4-BE49-F238E27FC236}">
                <a16:creationId xmlns:a16="http://schemas.microsoft.com/office/drawing/2014/main" id="{DB7DBB12-C022-66AD-E43C-0E4B8893C1AA}"/>
              </a:ext>
              <a:ext uri="{C183D7F6-B498-43B3-948B-1728B52AA6E4}">
                <adec:decorative xmlns:adec="http://schemas.microsoft.com/office/drawing/2017/decorative" val="1"/>
              </a:ext>
            </a:extLst>
          </p:cNvPr>
          <p:cNvCxnSpPr>
            <a:cxnSpLocks/>
          </p:cNvCxnSpPr>
          <p:nvPr userDrawn="1"/>
        </p:nvCxnSpPr>
        <p:spPr>
          <a:xfrm>
            <a:off x="519545" y="4207260"/>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101" name="Graphic 100" descr="person running">
            <a:extLst>
              <a:ext uri="{FF2B5EF4-FFF2-40B4-BE49-F238E27FC236}">
                <a16:creationId xmlns:a16="http://schemas.microsoft.com/office/drawing/2014/main" id="{D9787B50-C527-8E14-E1C3-F50A47F4CDD3}"/>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511566" y="4541120"/>
            <a:ext cx="524387" cy="491613"/>
          </a:xfrm>
          <a:prstGeom prst="rect">
            <a:avLst/>
          </a:prstGeom>
        </p:spPr>
      </p:pic>
      <p:sp>
        <p:nvSpPr>
          <p:cNvPr id="94" name="TextBox 93">
            <a:extLst>
              <a:ext uri="{FF2B5EF4-FFF2-40B4-BE49-F238E27FC236}">
                <a16:creationId xmlns:a16="http://schemas.microsoft.com/office/drawing/2014/main" id="{C1CFB9C5-00CF-0080-2F43-10496B44D50D}"/>
              </a:ext>
            </a:extLst>
          </p:cNvPr>
          <p:cNvSpPr txBox="1"/>
          <p:nvPr userDrawn="1"/>
        </p:nvSpPr>
        <p:spPr>
          <a:xfrm>
            <a:off x="361720" y="5113434"/>
            <a:ext cx="82408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ATHLETICS</a:t>
            </a:r>
          </a:p>
        </p:txBody>
      </p:sp>
      <p:pic>
        <p:nvPicPr>
          <p:cNvPr id="103" name="Graphic 102" descr="basketball">
            <a:extLst>
              <a:ext uri="{FF2B5EF4-FFF2-40B4-BE49-F238E27FC236}">
                <a16:creationId xmlns:a16="http://schemas.microsoft.com/office/drawing/2014/main" id="{2898BFC8-ED89-42AA-B36D-7A0501B276A4}"/>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a:xfrm>
            <a:off x="1528189" y="4576251"/>
            <a:ext cx="479120" cy="479120"/>
          </a:xfrm>
          <a:prstGeom prst="rect">
            <a:avLst/>
          </a:prstGeom>
        </p:spPr>
      </p:pic>
      <p:sp>
        <p:nvSpPr>
          <p:cNvPr id="89" name="TextBox 88">
            <a:extLst>
              <a:ext uri="{FF2B5EF4-FFF2-40B4-BE49-F238E27FC236}">
                <a16:creationId xmlns:a16="http://schemas.microsoft.com/office/drawing/2014/main" id="{1340AF7F-ADF1-4F03-DCB6-6BE605AC0154}"/>
              </a:ext>
            </a:extLst>
          </p:cNvPr>
          <p:cNvSpPr txBox="1"/>
          <p:nvPr userDrawn="1"/>
        </p:nvSpPr>
        <p:spPr>
          <a:xfrm>
            <a:off x="1358829" y="5113434"/>
            <a:ext cx="83576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BASKETBALL</a:t>
            </a:r>
          </a:p>
        </p:txBody>
      </p:sp>
      <p:pic>
        <p:nvPicPr>
          <p:cNvPr id="128" name="Graphic 127" descr="football">
            <a:extLst>
              <a:ext uri="{FF2B5EF4-FFF2-40B4-BE49-F238E27FC236}">
                <a16:creationId xmlns:a16="http://schemas.microsoft.com/office/drawing/2014/main" id="{E5679586-DE08-C5BA-0D8E-DF81EEA39199}"/>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2480452" y="4583202"/>
            <a:ext cx="455882" cy="455882"/>
          </a:xfrm>
          <a:prstGeom prst="rect">
            <a:avLst/>
          </a:prstGeom>
        </p:spPr>
      </p:pic>
      <p:sp>
        <p:nvSpPr>
          <p:cNvPr id="90" name="TextBox 89">
            <a:extLst>
              <a:ext uri="{FF2B5EF4-FFF2-40B4-BE49-F238E27FC236}">
                <a16:creationId xmlns:a16="http://schemas.microsoft.com/office/drawing/2014/main" id="{70BFFC05-9907-CEF0-ECD0-A2B60B10F6D7}"/>
              </a:ext>
              <a:ext uri="{C183D7F6-B498-43B3-948B-1728B52AA6E4}">
                <adec:decorative xmlns:adec="http://schemas.microsoft.com/office/drawing/2017/decorative" val="0"/>
              </a:ext>
            </a:extLst>
          </p:cNvPr>
          <p:cNvSpPr txBox="1"/>
          <p:nvPr userDrawn="1"/>
        </p:nvSpPr>
        <p:spPr>
          <a:xfrm>
            <a:off x="2290469" y="5113434"/>
            <a:ext cx="86591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FOOTBALL</a:t>
            </a:r>
          </a:p>
        </p:txBody>
      </p:sp>
      <p:pic>
        <p:nvPicPr>
          <p:cNvPr id="107" name="Graphic 106" descr="weight rack">
            <a:extLst>
              <a:ext uri="{FF2B5EF4-FFF2-40B4-BE49-F238E27FC236}">
                <a16:creationId xmlns:a16="http://schemas.microsoft.com/office/drawing/2014/main" id="{F34F6A2B-BD98-5E21-1E93-E86263EBD436}"/>
              </a:ext>
            </a:extLst>
          </p:cNvPr>
          <p:cNvPicPr>
            <a:picLocks noChangeAspect="1"/>
          </p:cNvPicPr>
          <p:nvPr userDrawn="1"/>
        </p:nvPicPr>
        <p:blipFill>
          <a:blip r:embed="rId50">
            <a:extLst>
              <a:ext uri="{96DAC541-7B7A-43D3-8B79-37D633B846F1}">
                <asvg:svgBlip xmlns:asvg="http://schemas.microsoft.com/office/drawing/2016/SVG/main" r:embed="rId51"/>
              </a:ext>
            </a:extLst>
          </a:blip>
          <a:stretch>
            <a:fillRect/>
          </a:stretch>
        </p:blipFill>
        <p:spPr>
          <a:xfrm>
            <a:off x="3428570" y="4637631"/>
            <a:ext cx="606323" cy="376903"/>
          </a:xfrm>
          <a:prstGeom prst="rect">
            <a:avLst/>
          </a:prstGeom>
        </p:spPr>
      </p:pic>
      <p:sp>
        <p:nvSpPr>
          <p:cNvPr id="91" name="TextBox 90">
            <a:extLst>
              <a:ext uri="{FF2B5EF4-FFF2-40B4-BE49-F238E27FC236}">
                <a16:creationId xmlns:a16="http://schemas.microsoft.com/office/drawing/2014/main" id="{F8C5C6E5-493B-12A1-7F89-EE8801B9CB40}"/>
              </a:ext>
            </a:extLst>
          </p:cNvPr>
          <p:cNvSpPr txBox="1"/>
          <p:nvPr userDrawn="1"/>
        </p:nvSpPr>
        <p:spPr>
          <a:xfrm>
            <a:off x="3295913" y="5113434"/>
            <a:ext cx="89214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GYM</a:t>
            </a:r>
          </a:p>
        </p:txBody>
      </p:sp>
      <p:pic>
        <p:nvPicPr>
          <p:cNvPr id="112" name="Graphic 111" descr="information card in first aid kit">
            <a:extLst>
              <a:ext uri="{FF2B5EF4-FFF2-40B4-BE49-F238E27FC236}">
                <a16:creationId xmlns:a16="http://schemas.microsoft.com/office/drawing/2014/main" id="{D112B04F-9C2C-74F5-1680-6F1750C5FAE4}"/>
              </a:ext>
            </a:extLst>
          </p:cNvPr>
          <p:cNvPicPr>
            <a:picLocks noChangeAspect="1"/>
          </p:cNvPicPr>
          <p:nvPr userDrawn="1"/>
        </p:nvPicPr>
        <p:blipFill>
          <a:blip r:embed="rId52">
            <a:extLst>
              <a:ext uri="{96DAC541-7B7A-43D3-8B79-37D633B846F1}">
                <asvg:svgBlip xmlns:asvg="http://schemas.microsoft.com/office/drawing/2016/SVG/main" r:embed="rId53"/>
              </a:ext>
            </a:extLst>
          </a:blip>
          <a:stretch>
            <a:fillRect/>
          </a:stretch>
        </p:blipFill>
        <p:spPr>
          <a:xfrm>
            <a:off x="4494066" y="4577666"/>
            <a:ext cx="449175" cy="494092"/>
          </a:xfrm>
          <a:prstGeom prst="rect">
            <a:avLst/>
          </a:prstGeom>
        </p:spPr>
      </p:pic>
      <p:sp>
        <p:nvSpPr>
          <p:cNvPr id="92" name="TextBox 91">
            <a:extLst>
              <a:ext uri="{FF2B5EF4-FFF2-40B4-BE49-F238E27FC236}">
                <a16:creationId xmlns:a16="http://schemas.microsoft.com/office/drawing/2014/main" id="{D0C2D594-92F2-52E1-1688-4FD925FB3CBD}"/>
              </a:ext>
            </a:extLst>
          </p:cNvPr>
          <p:cNvSpPr txBox="1"/>
          <p:nvPr userDrawn="1"/>
        </p:nvSpPr>
        <p:spPr>
          <a:xfrm>
            <a:off x="4340942" y="5113434"/>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MEDICAL RECORDS</a:t>
            </a:r>
          </a:p>
        </p:txBody>
      </p:sp>
      <p:pic>
        <p:nvPicPr>
          <p:cNvPr id="116" name="Graphic 115" descr="soccer ball">
            <a:extLst>
              <a:ext uri="{FF2B5EF4-FFF2-40B4-BE49-F238E27FC236}">
                <a16:creationId xmlns:a16="http://schemas.microsoft.com/office/drawing/2014/main" id="{83B600A0-7154-6AC3-B00F-48FABE88D2F4}"/>
              </a:ext>
            </a:extLst>
          </p:cNvPr>
          <p:cNvPicPr>
            <a:picLocks noChangeAspect="1"/>
          </p:cNvPicPr>
          <p:nvPr userDrawn="1"/>
        </p:nvPicPr>
        <p:blipFill>
          <a:blip r:embed="rId54">
            <a:extLst>
              <a:ext uri="{96DAC541-7B7A-43D3-8B79-37D633B846F1}">
                <asvg:svgBlip xmlns:asvg="http://schemas.microsoft.com/office/drawing/2016/SVG/main" r:embed="rId55"/>
              </a:ext>
            </a:extLst>
          </a:blip>
          <a:stretch>
            <a:fillRect/>
          </a:stretch>
        </p:blipFill>
        <p:spPr>
          <a:xfrm>
            <a:off x="5402075" y="4559655"/>
            <a:ext cx="494092" cy="494092"/>
          </a:xfrm>
          <a:prstGeom prst="rect">
            <a:avLst/>
          </a:prstGeom>
        </p:spPr>
      </p:pic>
      <p:sp>
        <p:nvSpPr>
          <p:cNvPr id="93" name="TextBox 92">
            <a:extLst>
              <a:ext uri="{FF2B5EF4-FFF2-40B4-BE49-F238E27FC236}">
                <a16:creationId xmlns:a16="http://schemas.microsoft.com/office/drawing/2014/main" id="{DB127381-7F3D-A7E4-03CB-3F8D724E8118}"/>
              </a:ext>
            </a:extLst>
          </p:cNvPr>
          <p:cNvSpPr txBox="1"/>
          <p:nvPr userDrawn="1"/>
        </p:nvSpPr>
        <p:spPr>
          <a:xfrm>
            <a:off x="5306800" y="51134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SOCCER</a:t>
            </a:r>
          </a:p>
        </p:txBody>
      </p:sp>
      <p:pic>
        <p:nvPicPr>
          <p:cNvPr id="118" name="Graphic 117" descr="megaphone with needle icon">
            <a:extLst>
              <a:ext uri="{FF2B5EF4-FFF2-40B4-BE49-F238E27FC236}">
                <a16:creationId xmlns:a16="http://schemas.microsoft.com/office/drawing/2014/main" id="{61EEF6BE-D46E-1E4D-578D-2ACC0EAD63F7}"/>
              </a:ext>
            </a:extLst>
          </p:cNvPr>
          <p:cNvPicPr>
            <a:picLocks noChangeAspect="1"/>
          </p:cNvPicPr>
          <p:nvPr userDrawn="1"/>
        </p:nvPicPr>
        <p:blipFill>
          <a:blip r:embed="rId56">
            <a:extLst>
              <a:ext uri="{96DAC541-7B7A-43D3-8B79-37D633B846F1}">
                <asvg:svgBlip xmlns:asvg="http://schemas.microsoft.com/office/drawing/2016/SVG/main" r:embed="rId57"/>
              </a:ext>
            </a:extLst>
          </a:blip>
          <a:stretch>
            <a:fillRect/>
          </a:stretch>
        </p:blipFill>
        <p:spPr>
          <a:xfrm>
            <a:off x="6397021" y="4522790"/>
            <a:ext cx="524387" cy="540774"/>
          </a:xfrm>
          <a:prstGeom prst="rect">
            <a:avLst/>
          </a:prstGeom>
        </p:spPr>
      </p:pic>
      <p:sp>
        <p:nvSpPr>
          <p:cNvPr id="96" name="TextBox 95">
            <a:extLst>
              <a:ext uri="{FF2B5EF4-FFF2-40B4-BE49-F238E27FC236}">
                <a16:creationId xmlns:a16="http://schemas.microsoft.com/office/drawing/2014/main" id="{3806BF95-053C-096D-A2C3-F65E41DB2B31}"/>
              </a:ext>
            </a:extLst>
          </p:cNvPr>
          <p:cNvSpPr txBox="1"/>
          <p:nvPr userDrawn="1"/>
        </p:nvSpPr>
        <p:spPr>
          <a:xfrm>
            <a:off x="6150582" y="5113434"/>
            <a:ext cx="868827"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VACCINATION ANNOUNCEMENT</a:t>
            </a:r>
          </a:p>
        </p:txBody>
      </p:sp>
      <p:pic>
        <p:nvPicPr>
          <p:cNvPr id="119" name="Graphic 118" descr="checkmark with virus icon">
            <a:extLst>
              <a:ext uri="{FF2B5EF4-FFF2-40B4-BE49-F238E27FC236}">
                <a16:creationId xmlns:a16="http://schemas.microsoft.com/office/drawing/2014/main" id="{B4B322A9-465B-584A-3506-A4B0E6404F53}"/>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7263202" y="4530984"/>
            <a:ext cx="540774" cy="524387"/>
          </a:xfrm>
          <a:prstGeom prst="rect">
            <a:avLst/>
          </a:prstGeom>
        </p:spPr>
      </p:pic>
      <p:sp>
        <p:nvSpPr>
          <p:cNvPr id="97" name="TextBox 96">
            <a:extLst>
              <a:ext uri="{FF2B5EF4-FFF2-40B4-BE49-F238E27FC236}">
                <a16:creationId xmlns:a16="http://schemas.microsoft.com/office/drawing/2014/main" id="{9036B996-4794-2D3B-FD1B-162F2EFC6895}"/>
              </a:ext>
            </a:extLst>
          </p:cNvPr>
          <p:cNvSpPr txBox="1"/>
          <p:nvPr userDrawn="1"/>
        </p:nvSpPr>
        <p:spPr>
          <a:xfrm>
            <a:off x="7167927" y="51134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VACCINATION</a:t>
            </a:r>
          </a:p>
        </p:txBody>
      </p:sp>
      <p:pic>
        <p:nvPicPr>
          <p:cNvPr id="122" name="Graphic 121" descr="hands holding lotus flower">
            <a:extLst>
              <a:ext uri="{FF2B5EF4-FFF2-40B4-BE49-F238E27FC236}">
                <a16:creationId xmlns:a16="http://schemas.microsoft.com/office/drawing/2014/main" id="{D2F367A3-CD79-9585-22D3-C6E04F73857B}"/>
              </a:ext>
            </a:extLst>
          </p:cNvPr>
          <p:cNvPicPr>
            <a:picLocks noChangeAspect="1"/>
          </p:cNvPicPr>
          <p:nvPr userDrawn="1"/>
        </p:nvPicPr>
        <p:blipFill>
          <a:blip r:embed="rId60">
            <a:extLst>
              <a:ext uri="{96DAC541-7B7A-43D3-8B79-37D633B846F1}">
                <asvg:svgBlip xmlns:asvg="http://schemas.microsoft.com/office/drawing/2016/SVG/main" r:embed="rId61"/>
              </a:ext>
            </a:extLst>
          </a:blip>
          <a:stretch>
            <a:fillRect/>
          </a:stretch>
        </p:blipFill>
        <p:spPr>
          <a:xfrm>
            <a:off x="8180902" y="4530984"/>
            <a:ext cx="540774" cy="540774"/>
          </a:xfrm>
          <a:prstGeom prst="rect">
            <a:avLst/>
          </a:prstGeom>
        </p:spPr>
      </p:pic>
      <p:sp>
        <p:nvSpPr>
          <p:cNvPr id="98" name="TextBox 97">
            <a:extLst>
              <a:ext uri="{FF2B5EF4-FFF2-40B4-BE49-F238E27FC236}">
                <a16:creationId xmlns:a16="http://schemas.microsoft.com/office/drawing/2014/main" id="{3B031A99-C180-7D42-2126-F5E875C58A2C}"/>
              </a:ext>
            </a:extLst>
          </p:cNvPr>
          <p:cNvSpPr txBox="1"/>
          <p:nvPr userDrawn="1"/>
        </p:nvSpPr>
        <p:spPr>
          <a:xfrm>
            <a:off x="8103728" y="51134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WELLNESS</a:t>
            </a:r>
          </a:p>
        </p:txBody>
      </p:sp>
      <p:pic>
        <p:nvPicPr>
          <p:cNvPr id="124" name="Graphic 123" descr="person sitting cross legged">
            <a:extLst>
              <a:ext uri="{FF2B5EF4-FFF2-40B4-BE49-F238E27FC236}">
                <a16:creationId xmlns:a16="http://schemas.microsoft.com/office/drawing/2014/main" id="{A23F947D-728D-CD86-3F2D-E24ECA770EB7}"/>
              </a:ext>
            </a:extLst>
          </p:cNvPr>
          <p:cNvPicPr>
            <a:picLocks noChangeAspect="1"/>
          </p:cNvPicPr>
          <p:nvPr userDrawn="1"/>
        </p:nvPicPr>
        <p:blipFill>
          <a:blip r:embed="rId62">
            <a:extLst>
              <a:ext uri="{96DAC541-7B7A-43D3-8B79-37D633B846F1}">
                <asvg:svgBlip xmlns:asvg="http://schemas.microsoft.com/office/drawing/2016/SVG/main" r:embed="rId63"/>
              </a:ext>
            </a:extLst>
          </a:blip>
          <a:stretch>
            <a:fillRect/>
          </a:stretch>
        </p:blipFill>
        <p:spPr>
          <a:xfrm>
            <a:off x="9175848" y="4540804"/>
            <a:ext cx="508000" cy="491613"/>
          </a:xfrm>
          <a:prstGeom prst="rect">
            <a:avLst/>
          </a:prstGeom>
        </p:spPr>
      </p:pic>
      <p:sp>
        <p:nvSpPr>
          <p:cNvPr id="99" name="TextBox 98">
            <a:extLst>
              <a:ext uri="{FF2B5EF4-FFF2-40B4-BE49-F238E27FC236}">
                <a16:creationId xmlns:a16="http://schemas.microsoft.com/office/drawing/2014/main" id="{F1E4726A-FF8D-83EF-4E1A-A5ED742958DB}"/>
              </a:ext>
            </a:extLst>
          </p:cNvPr>
          <p:cNvSpPr txBox="1"/>
          <p:nvPr userDrawn="1"/>
        </p:nvSpPr>
        <p:spPr>
          <a:xfrm>
            <a:off x="9036980" y="51134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YOGA</a:t>
            </a:r>
          </a:p>
        </p:txBody>
      </p:sp>
    </p:spTree>
    <p:extLst>
      <p:ext uri="{BB962C8B-B14F-4D97-AF65-F5344CB8AC3E}">
        <p14:creationId xmlns:p14="http://schemas.microsoft.com/office/powerpoint/2010/main" val="251160463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6.xml"/><Relationship Id="rId18" Type="http://schemas.openxmlformats.org/officeDocument/2006/relationships/slideLayout" Target="../slideLayouts/slideLayout61.xml"/><Relationship Id="rId26" Type="http://schemas.openxmlformats.org/officeDocument/2006/relationships/slideLayout" Target="../slideLayouts/slideLayout69.xml"/><Relationship Id="rId39" Type="http://schemas.openxmlformats.org/officeDocument/2006/relationships/slideLayout" Target="../slideLayouts/slideLayout82.xml"/><Relationship Id="rId21" Type="http://schemas.openxmlformats.org/officeDocument/2006/relationships/slideLayout" Target="../slideLayouts/slideLayout64.xml"/><Relationship Id="rId34" Type="http://schemas.openxmlformats.org/officeDocument/2006/relationships/slideLayout" Target="../slideLayouts/slideLayout77.xml"/><Relationship Id="rId42" Type="http://schemas.openxmlformats.org/officeDocument/2006/relationships/slideLayout" Target="../slideLayouts/slideLayout85.xml"/><Relationship Id="rId47" Type="http://schemas.openxmlformats.org/officeDocument/2006/relationships/slideLayout" Target="../slideLayouts/slideLayout90.xml"/><Relationship Id="rId50" Type="http://schemas.openxmlformats.org/officeDocument/2006/relationships/slideLayout" Target="../slideLayouts/slideLayout93.xml"/><Relationship Id="rId55" Type="http://schemas.openxmlformats.org/officeDocument/2006/relationships/slideLayout" Target="../slideLayouts/slideLayout98.xml"/><Relationship Id="rId63" Type="http://schemas.openxmlformats.org/officeDocument/2006/relationships/slideLayout" Target="../slideLayouts/slideLayout106.xml"/><Relationship Id="rId7" Type="http://schemas.openxmlformats.org/officeDocument/2006/relationships/slideLayout" Target="../slideLayouts/slideLayout5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9" Type="http://schemas.openxmlformats.org/officeDocument/2006/relationships/slideLayout" Target="../slideLayouts/slideLayout72.xml"/><Relationship Id="rId11" Type="http://schemas.openxmlformats.org/officeDocument/2006/relationships/slideLayout" Target="../slideLayouts/slideLayout54.xml"/><Relationship Id="rId24" Type="http://schemas.openxmlformats.org/officeDocument/2006/relationships/slideLayout" Target="../slideLayouts/slideLayout67.xml"/><Relationship Id="rId32" Type="http://schemas.openxmlformats.org/officeDocument/2006/relationships/slideLayout" Target="../slideLayouts/slideLayout75.xml"/><Relationship Id="rId37" Type="http://schemas.openxmlformats.org/officeDocument/2006/relationships/slideLayout" Target="../slideLayouts/slideLayout80.xml"/><Relationship Id="rId40" Type="http://schemas.openxmlformats.org/officeDocument/2006/relationships/slideLayout" Target="../slideLayouts/slideLayout83.xml"/><Relationship Id="rId45" Type="http://schemas.openxmlformats.org/officeDocument/2006/relationships/slideLayout" Target="../slideLayouts/slideLayout88.xml"/><Relationship Id="rId53" Type="http://schemas.openxmlformats.org/officeDocument/2006/relationships/slideLayout" Target="../slideLayouts/slideLayout96.xml"/><Relationship Id="rId58" Type="http://schemas.openxmlformats.org/officeDocument/2006/relationships/slideLayout" Target="../slideLayouts/slideLayout101.xml"/><Relationship Id="rId5" Type="http://schemas.openxmlformats.org/officeDocument/2006/relationships/slideLayout" Target="../slideLayouts/slideLayout48.xml"/><Relationship Id="rId61" Type="http://schemas.openxmlformats.org/officeDocument/2006/relationships/slideLayout" Target="../slideLayouts/slideLayout104.xml"/><Relationship Id="rId19" Type="http://schemas.openxmlformats.org/officeDocument/2006/relationships/slideLayout" Target="../slideLayouts/slideLayout62.xml"/><Relationship Id="rId14" Type="http://schemas.openxmlformats.org/officeDocument/2006/relationships/slideLayout" Target="../slideLayouts/slideLayout57.xml"/><Relationship Id="rId22" Type="http://schemas.openxmlformats.org/officeDocument/2006/relationships/slideLayout" Target="../slideLayouts/slideLayout65.xml"/><Relationship Id="rId27" Type="http://schemas.openxmlformats.org/officeDocument/2006/relationships/slideLayout" Target="../slideLayouts/slideLayout70.xml"/><Relationship Id="rId30" Type="http://schemas.openxmlformats.org/officeDocument/2006/relationships/slideLayout" Target="../slideLayouts/slideLayout73.xml"/><Relationship Id="rId35" Type="http://schemas.openxmlformats.org/officeDocument/2006/relationships/slideLayout" Target="../slideLayouts/slideLayout78.xml"/><Relationship Id="rId43" Type="http://schemas.openxmlformats.org/officeDocument/2006/relationships/slideLayout" Target="../slideLayouts/slideLayout86.xml"/><Relationship Id="rId48" Type="http://schemas.openxmlformats.org/officeDocument/2006/relationships/slideLayout" Target="../slideLayouts/slideLayout91.xml"/><Relationship Id="rId56" Type="http://schemas.openxmlformats.org/officeDocument/2006/relationships/slideLayout" Target="../slideLayouts/slideLayout99.xml"/><Relationship Id="rId64" Type="http://schemas.openxmlformats.org/officeDocument/2006/relationships/theme" Target="../theme/theme2.xml"/><Relationship Id="rId8" Type="http://schemas.openxmlformats.org/officeDocument/2006/relationships/slideLayout" Target="../slideLayouts/slideLayout51.xml"/><Relationship Id="rId51" Type="http://schemas.openxmlformats.org/officeDocument/2006/relationships/slideLayout" Target="../slideLayouts/slideLayout94.xml"/><Relationship Id="rId3" Type="http://schemas.openxmlformats.org/officeDocument/2006/relationships/slideLayout" Target="../slideLayouts/slideLayout46.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5" Type="http://schemas.openxmlformats.org/officeDocument/2006/relationships/slideLayout" Target="../slideLayouts/slideLayout68.xml"/><Relationship Id="rId33" Type="http://schemas.openxmlformats.org/officeDocument/2006/relationships/slideLayout" Target="../slideLayouts/slideLayout76.xml"/><Relationship Id="rId38" Type="http://schemas.openxmlformats.org/officeDocument/2006/relationships/slideLayout" Target="../slideLayouts/slideLayout81.xml"/><Relationship Id="rId46" Type="http://schemas.openxmlformats.org/officeDocument/2006/relationships/slideLayout" Target="../slideLayouts/slideLayout89.xml"/><Relationship Id="rId59" Type="http://schemas.openxmlformats.org/officeDocument/2006/relationships/slideLayout" Target="../slideLayouts/slideLayout102.xml"/><Relationship Id="rId20" Type="http://schemas.openxmlformats.org/officeDocument/2006/relationships/slideLayout" Target="../slideLayouts/slideLayout63.xml"/><Relationship Id="rId41" Type="http://schemas.openxmlformats.org/officeDocument/2006/relationships/slideLayout" Target="../slideLayouts/slideLayout84.xml"/><Relationship Id="rId54" Type="http://schemas.openxmlformats.org/officeDocument/2006/relationships/slideLayout" Target="../slideLayouts/slideLayout97.xml"/><Relationship Id="rId62" Type="http://schemas.openxmlformats.org/officeDocument/2006/relationships/slideLayout" Target="../slideLayouts/slideLayout10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5" Type="http://schemas.openxmlformats.org/officeDocument/2006/relationships/slideLayout" Target="../slideLayouts/slideLayout58.xml"/><Relationship Id="rId23" Type="http://schemas.openxmlformats.org/officeDocument/2006/relationships/slideLayout" Target="../slideLayouts/slideLayout66.xml"/><Relationship Id="rId28" Type="http://schemas.openxmlformats.org/officeDocument/2006/relationships/slideLayout" Target="../slideLayouts/slideLayout71.xml"/><Relationship Id="rId36" Type="http://schemas.openxmlformats.org/officeDocument/2006/relationships/slideLayout" Target="../slideLayouts/slideLayout79.xml"/><Relationship Id="rId49" Type="http://schemas.openxmlformats.org/officeDocument/2006/relationships/slideLayout" Target="../slideLayouts/slideLayout92.xml"/><Relationship Id="rId57" Type="http://schemas.openxmlformats.org/officeDocument/2006/relationships/slideLayout" Target="../slideLayouts/slideLayout100.xml"/><Relationship Id="rId10" Type="http://schemas.openxmlformats.org/officeDocument/2006/relationships/slideLayout" Target="../slideLayouts/slideLayout53.xml"/><Relationship Id="rId31" Type="http://schemas.openxmlformats.org/officeDocument/2006/relationships/slideLayout" Target="../slideLayouts/slideLayout74.xml"/><Relationship Id="rId44" Type="http://schemas.openxmlformats.org/officeDocument/2006/relationships/slideLayout" Target="../slideLayouts/slideLayout87.xml"/><Relationship Id="rId52" Type="http://schemas.openxmlformats.org/officeDocument/2006/relationships/slideLayout" Target="../slideLayouts/slideLayout95.xml"/><Relationship Id="rId60" Type="http://schemas.openxmlformats.org/officeDocument/2006/relationships/slideLayout" Target="../slideLayouts/slideLayout10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4.xml"/><Relationship Id="rId13" Type="http://schemas.openxmlformats.org/officeDocument/2006/relationships/slideLayout" Target="../slideLayouts/slideLayout119.xml"/><Relationship Id="rId3" Type="http://schemas.openxmlformats.org/officeDocument/2006/relationships/slideLayout" Target="../slideLayouts/slideLayout109.xml"/><Relationship Id="rId7" Type="http://schemas.openxmlformats.org/officeDocument/2006/relationships/slideLayout" Target="../slideLayouts/slideLayout113.xml"/><Relationship Id="rId12" Type="http://schemas.openxmlformats.org/officeDocument/2006/relationships/slideLayout" Target="../slideLayouts/slideLayout118.xml"/><Relationship Id="rId17" Type="http://schemas.openxmlformats.org/officeDocument/2006/relationships/theme" Target="../theme/theme3.xml"/><Relationship Id="rId2" Type="http://schemas.openxmlformats.org/officeDocument/2006/relationships/slideLayout" Target="../slideLayouts/slideLayout108.xml"/><Relationship Id="rId16" Type="http://schemas.openxmlformats.org/officeDocument/2006/relationships/slideLayout" Target="../slideLayouts/slideLayout122.xml"/><Relationship Id="rId1" Type="http://schemas.openxmlformats.org/officeDocument/2006/relationships/slideLayout" Target="../slideLayouts/slideLayout107.xml"/><Relationship Id="rId6" Type="http://schemas.openxmlformats.org/officeDocument/2006/relationships/slideLayout" Target="../slideLayouts/slideLayout112.xml"/><Relationship Id="rId11" Type="http://schemas.openxmlformats.org/officeDocument/2006/relationships/slideLayout" Target="../slideLayouts/slideLayout117.xml"/><Relationship Id="rId5" Type="http://schemas.openxmlformats.org/officeDocument/2006/relationships/slideLayout" Target="../slideLayouts/slideLayout111.xml"/><Relationship Id="rId15" Type="http://schemas.openxmlformats.org/officeDocument/2006/relationships/slideLayout" Target="../slideLayouts/slideLayout121.xml"/><Relationship Id="rId10" Type="http://schemas.openxmlformats.org/officeDocument/2006/relationships/slideLayout" Target="../slideLayouts/slideLayout116.xml"/><Relationship Id="rId4" Type="http://schemas.openxmlformats.org/officeDocument/2006/relationships/slideLayout" Target="../slideLayouts/slideLayout110.xml"/><Relationship Id="rId9" Type="http://schemas.openxmlformats.org/officeDocument/2006/relationships/slideLayout" Target="../slideLayouts/slideLayout115.xml"/><Relationship Id="rId14" Type="http://schemas.openxmlformats.org/officeDocument/2006/relationships/slideLayout" Target="../slideLayouts/slideLayout12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30.xml"/><Relationship Id="rId13" Type="http://schemas.openxmlformats.org/officeDocument/2006/relationships/slideLayout" Target="../slideLayouts/slideLayout135.xml"/><Relationship Id="rId18" Type="http://schemas.openxmlformats.org/officeDocument/2006/relationships/theme" Target="../theme/theme4.xml"/><Relationship Id="rId3" Type="http://schemas.openxmlformats.org/officeDocument/2006/relationships/slideLayout" Target="../slideLayouts/slideLayout125.xml"/><Relationship Id="rId7" Type="http://schemas.openxmlformats.org/officeDocument/2006/relationships/slideLayout" Target="../slideLayouts/slideLayout129.xml"/><Relationship Id="rId12" Type="http://schemas.openxmlformats.org/officeDocument/2006/relationships/slideLayout" Target="../slideLayouts/slideLayout134.xml"/><Relationship Id="rId17" Type="http://schemas.openxmlformats.org/officeDocument/2006/relationships/slideLayout" Target="../slideLayouts/slideLayout139.xml"/><Relationship Id="rId2" Type="http://schemas.openxmlformats.org/officeDocument/2006/relationships/slideLayout" Target="../slideLayouts/slideLayout124.xml"/><Relationship Id="rId16" Type="http://schemas.openxmlformats.org/officeDocument/2006/relationships/slideLayout" Target="../slideLayouts/slideLayout138.xml"/><Relationship Id="rId1" Type="http://schemas.openxmlformats.org/officeDocument/2006/relationships/slideLayout" Target="../slideLayouts/slideLayout123.xml"/><Relationship Id="rId6" Type="http://schemas.openxmlformats.org/officeDocument/2006/relationships/slideLayout" Target="../slideLayouts/slideLayout128.xml"/><Relationship Id="rId11" Type="http://schemas.openxmlformats.org/officeDocument/2006/relationships/slideLayout" Target="../slideLayouts/slideLayout133.xml"/><Relationship Id="rId5" Type="http://schemas.openxmlformats.org/officeDocument/2006/relationships/slideLayout" Target="../slideLayouts/slideLayout127.xml"/><Relationship Id="rId15" Type="http://schemas.openxmlformats.org/officeDocument/2006/relationships/slideLayout" Target="../slideLayouts/slideLayout137.xml"/><Relationship Id="rId10" Type="http://schemas.openxmlformats.org/officeDocument/2006/relationships/slideLayout" Target="../slideLayouts/slideLayout132.xml"/><Relationship Id="rId4" Type="http://schemas.openxmlformats.org/officeDocument/2006/relationships/slideLayout" Target="../slideLayouts/slideLayout126.xml"/><Relationship Id="rId9" Type="http://schemas.openxmlformats.org/officeDocument/2006/relationships/slideLayout" Target="../slideLayouts/slideLayout131.xml"/><Relationship Id="rId14" Type="http://schemas.openxmlformats.org/officeDocument/2006/relationships/slideLayout" Target="../slideLayouts/slideLayout13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47.xml"/><Relationship Id="rId13" Type="http://schemas.openxmlformats.org/officeDocument/2006/relationships/theme" Target="../theme/theme5.xml"/><Relationship Id="rId3" Type="http://schemas.openxmlformats.org/officeDocument/2006/relationships/slideLayout" Target="../slideLayouts/slideLayout142.xml"/><Relationship Id="rId7" Type="http://schemas.openxmlformats.org/officeDocument/2006/relationships/slideLayout" Target="../slideLayouts/slideLayout146.xml"/><Relationship Id="rId12" Type="http://schemas.openxmlformats.org/officeDocument/2006/relationships/slideLayout" Target="../slideLayouts/slideLayout151.xml"/><Relationship Id="rId2" Type="http://schemas.openxmlformats.org/officeDocument/2006/relationships/slideLayout" Target="../slideLayouts/slideLayout141.xml"/><Relationship Id="rId1" Type="http://schemas.openxmlformats.org/officeDocument/2006/relationships/slideLayout" Target="../slideLayouts/slideLayout140.xml"/><Relationship Id="rId6" Type="http://schemas.openxmlformats.org/officeDocument/2006/relationships/slideLayout" Target="../slideLayouts/slideLayout145.xml"/><Relationship Id="rId11" Type="http://schemas.openxmlformats.org/officeDocument/2006/relationships/slideLayout" Target="../slideLayouts/slideLayout150.xml"/><Relationship Id="rId5" Type="http://schemas.openxmlformats.org/officeDocument/2006/relationships/slideLayout" Target="../slideLayouts/slideLayout144.xml"/><Relationship Id="rId10" Type="http://schemas.openxmlformats.org/officeDocument/2006/relationships/slideLayout" Target="../slideLayouts/slideLayout149.xml"/><Relationship Id="rId4" Type="http://schemas.openxmlformats.org/officeDocument/2006/relationships/slideLayout" Target="../slideLayouts/slideLayout143.xml"/><Relationship Id="rId9" Type="http://schemas.openxmlformats.org/officeDocument/2006/relationships/slideLayout" Target="../slideLayouts/slideLayout148.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54.xml"/><Relationship Id="rId2" Type="http://schemas.openxmlformats.org/officeDocument/2006/relationships/slideLayout" Target="../slideLayouts/slideLayout153.xml"/><Relationship Id="rId1" Type="http://schemas.openxmlformats.org/officeDocument/2006/relationships/slideLayout" Target="../slideLayouts/slideLayout152.xml"/><Relationship Id="rId5" Type="http://schemas.openxmlformats.org/officeDocument/2006/relationships/theme" Target="../theme/theme6.xml"/><Relationship Id="rId4" Type="http://schemas.openxmlformats.org/officeDocument/2006/relationships/slideLayout" Target="../slideLayouts/slideLayout1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5133D-F877-0E69-3444-21100E2ADA41}"/>
              </a:ext>
            </a:extLst>
          </p:cNvPr>
          <p:cNvSpPr>
            <a:spLocks noGrp="1"/>
          </p:cNvSpPr>
          <p:nvPr>
            <p:ph type="title"/>
          </p:nvPr>
        </p:nvSpPr>
        <p:spPr>
          <a:xfrm>
            <a:off x="731520" y="457200"/>
            <a:ext cx="10698480" cy="640080"/>
          </a:xfrm>
          <a:prstGeom prst="rect">
            <a:avLst/>
          </a:prstGeom>
        </p:spPr>
        <p:txBody>
          <a:bodyPr vert="horz" lIns="0" tIns="0" rIns="0" bIns="0" rtlCol="0" anchor="ctr">
            <a:normAutofit/>
          </a:bodyPr>
          <a:lstStyle/>
          <a:p>
            <a:r>
              <a:rPr lang="en-US"/>
              <a:t>Title, Section Dividers, TOC, Agenda, and Objective Slides</a:t>
            </a:r>
          </a:p>
        </p:txBody>
      </p:sp>
      <p:sp>
        <p:nvSpPr>
          <p:cNvPr id="3" name="Text Placeholder 2">
            <a:extLst>
              <a:ext uri="{FF2B5EF4-FFF2-40B4-BE49-F238E27FC236}">
                <a16:creationId xmlns:a16="http://schemas.microsoft.com/office/drawing/2014/main" id="{88E34DD2-A679-9533-B01E-879124144543}"/>
              </a:ext>
            </a:extLst>
          </p:cNvPr>
          <p:cNvSpPr>
            <a:spLocks noGrp="1"/>
          </p:cNvSpPr>
          <p:nvPr>
            <p:ph type="body" idx="1"/>
          </p:nvPr>
        </p:nvSpPr>
        <p:spPr>
          <a:xfrm>
            <a:off x="731520" y="1188720"/>
            <a:ext cx="10698480" cy="50292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8EFA22CE-7BF2-D276-4C17-CFAF735456C4}"/>
              </a:ext>
              <a:ext uri="{C183D7F6-B498-43B3-948B-1728B52AA6E4}">
                <adec:decorative xmlns:adec="http://schemas.microsoft.com/office/drawing/2017/decorative" val="0"/>
              </a:ext>
            </a:extLst>
          </p:cNvPr>
          <p:cNvSpPr>
            <a:spLocks noGrp="1"/>
          </p:cNvSpPr>
          <p:nvPr>
            <p:ph type="sldNum" sz="quarter" idx="4"/>
          </p:nvPr>
        </p:nvSpPr>
        <p:spPr>
          <a:xfrm>
            <a:off x="8229600" y="6400800"/>
            <a:ext cx="3200400" cy="274320"/>
          </a:xfrm>
          <a:prstGeom prst="rect">
            <a:avLst/>
          </a:prstGeom>
        </p:spPr>
        <p:txBody>
          <a:bodyPr vert="horz" lIns="0" tIns="0" rIns="0" bIns="0" rtlCol="0" anchor="ctr"/>
          <a:lstStyle>
            <a:lvl1pPr algn="r">
              <a:defRPr sz="1200" b="0">
                <a:solidFill>
                  <a:schemeClr val="tx2"/>
                </a:solidFill>
                <a:latin typeface="Franklin Gothic Medium" panose="020B0603020102020204" pitchFamily="34" charset="0"/>
              </a:defRPr>
            </a:lvl1pPr>
          </a:lstStyle>
          <a:p>
            <a:fld id="{D8A2C408-B81B-2B46-8E07-E8C90CA0DDF6}" type="slidenum">
              <a:rPr lang="en-US" smtClean="0"/>
              <a:pPr/>
              <a:t>‹#›</a:t>
            </a:fld>
            <a:endParaRPr lang="en-US" dirty="0"/>
          </a:p>
        </p:txBody>
      </p:sp>
    </p:spTree>
    <p:extLst>
      <p:ext uri="{BB962C8B-B14F-4D97-AF65-F5344CB8AC3E}">
        <p14:creationId xmlns:p14="http://schemas.microsoft.com/office/powerpoint/2010/main" val="191683191"/>
      </p:ext>
    </p:extLst>
  </p:cSld>
  <p:clrMap bg1="lt1" tx1="dk1" bg2="lt2" tx2="dk2" accent1="accent1" accent2="accent2" accent3="accent3" accent4="accent4" accent5="accent5" accent6="accent6" hlink="hlink" folHlink="folHlink"/>
  <p:sldLayoutIdLst>
    <p:sldLayoutId id="2147483926" r:id="rId1"/>
    <p:sldLayoutId id="2147483850" r:id="rId2"/>
    <p:sldLayoutId id="2147483852" r:id="rId3"/>
    <p:sldLayoutId id="2147483925" r:id="rId4"/>
    <p:sldLayoutId id="2147483853" r:id="rId5"/>
    <p:sldLayoutId id="2147484031" r:id="rId6"/>
    <p:sldLayoutId id="2147484032" r:id="rId7"/>
    <p:sldLayoutId id="2147484012" r:id="rId8"/>
    <p:sldLayoutId id="2147484013" r:id="rId9"/>
    <p:sldLayoutId id="2147484014" r:id="rId10"/>
    <p:sldLayoutId id="2147484006" r:id="rId11"/>
    <p:sldLayoutId id="2147484005" r:id="rId12"/>
    <p:sldLayoutId id="2147484007" r:id="rId13"/>
    <p:sldLayoutId id="2147483937" r:id="rId14"/>
    <p:sldLayoutId id="2147483856" r:id="rId15"/>
    <p:sldLayoutId id="2147483855" r:id="rId16"/>
    <p:sldLayoutId id="2147483857" r:id="rId17"/>
    <p:sldLayoutId id="2147483851" r:id="rId18"/>
    <p:sldLayoutId id="2147483998" r:id="rId19"/>
    <p:sldLayoutId id="2147484000" r:id="rId20"/>
    <p:sldLayoutId id="2147484002" r:id="rId21"/>
    <p:sldLayoutId id="2147484004" r:id="rId22"/>
    <p:sldLayoutId id="2147484009" r:id="rId23"/>
    <p:sldLayoutId id="2147484008" r:id="rId24"/>
    <p:sldLayoutId id="2147484010" r:id="rId25"/>
    <p:sldLayoutId id="2147484011" r:id="rId26"/>
    <p:sldLayoutId id="2147483997" r:id="rId27"/>
    <p:sldLayoutId id="2147483999" r:id="rId28"/>
    <p:sldLayoutId id="2147484001" r:id="rId29"/>
    <p:sldLayoutId id="2147484003" r:id="rId30"/>
    <p:sldLayoutId id="2147483966" r:id="rId31"/>
    <p:sldLayoutId id="2147483860" r:id="rId32"/>
    <p:sldLayoutId id="2147484053" r:id="rId33"/>
    <p:sldLayoutId id="2147484054" r:id="rId34"/>
    <p:sldLayoutId id="2147483967" r:id="rId35"/>
    <p:sldLayoutId id="2147483858" r:id="rId36"/>
    <p:sldLayoutId id="2147483861" r:id="rId37"/>
    <p:sldLayoutId id="2147483968" r:id="rId38"/>
    <p:sldLayoutId id="2147483864" r:id="rId39"/>
    <p:sldLayoutId id="2147483865" r:id="rId40"/>
    <p:sldLayoutId id="2147483866" r:id="rId41"/>
    <p:sldLayoutId id="2147483969" r:id="rId42"/>
    <p:sldLayoutId id="2147483970" r:id="rId43"/>
  </p:sldLayoutIdLst>
  <p:hf hdr="0" ftr="0" dt="0"/>
  <p:txStyles>
    <p:titleStyle>
      <a:lvl1pPr algn="l" defTabSz="914400" rtl="0" eaLnBrk="1" latinLnBrk="0" hangingPunct="1">
        <a:lnSpc>
          <a:spcPct val="90000"/>
        </a:lnSpc>
        <a:spcBef>
          <a:spcPct val="0"/>
        </a:spcBef>
        <a:buNone/>
        <a:defRPr sz="2800" b="1" i="0" kern="1200">
          <a:solidFill>
            <a:schemeClr val="tx2"/>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6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051560" indent="-137160" algn="l" defTabSz="914400" rtl="0" eaLnBrk="1" latinLnBrk="0" hangingPunct="1">
        <a:lnSpc>
          <a:spcPct val="90000"/>
        </a:lnSpc>
        <a:spcBef>
          <a:spcPts val="500"/>
        </a:spcBef>
        <a:buClr>
          <a:schemeClr val="accent1"/>
        </a:buClr>
        <a:buFont typeface="Arial" panose="020B0604020202020204" pitchFamily="34" charset="0"/>
        <a:buChar char="•"/>
        <a:defRPr sz="2200" b="0" i="0" kern="1200">
          <a:solidFill>
            <a:schemeClr val="tx2"/>
          </a:solidFill>
          <a:latin typeface="Franklin Gothic Book" panose="020B0503020102020204" pitchFamily="34" charset="0"/>
          <a:ea typeface="+mn-ea"/>
          <a:cs typeface="+mn-cs"/>
        </a:defRPr>
      </a:lvl3pPr>
      <a:lvl4pPr marL="1508760" indent="-13716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4pPr>
      <a:lvl5pPr marL="1965960" indent="-13716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5133D-F877-0E69-3444-21100E2ADA41}"/>
              </a:ext>
            </a:extLst>
          </p:cNvPr>
          <p:cNvSpPr>
            <a:spLocks noGrp="1"/>
          </p:cNvSpPr>
          <p:nvPr>
            <p:ph type="title"/>
          </p:nvPr>
        </p:nvSpPr>
        <p:spPr>
          <a:xfrm>
            <a:off x="731520" y="457200"/>
            <a:ext cx="10698480" cy="640080"/>
          </a:xfrm>
          <a:prstGeom prst="rect">
            <a:avLst/>
          </a:prstGeom>
        </p:spPr>
        <p:txBody>
          <a:bodyPr vert="horz" lIns="0" tIns="0" rIns="0" bIns="0" rtlCol="0" anchor="ctr">
            <a:normAutofit/>
          </a:bodyPr>
          <a:lstStyle/>
          <a:p>
            <a:r>
              <a:rPr lang="en-US" dirty="0"/>
              <a:t>Text, Image, Leadership, Team, &amp; Graphics—</a:t>
            </a:r>
            <a:br>
              <a:rPr lang="en-US" dirty="0"/>
            </a:br>
            <a:r>
              <a:rPr lang="en-US" dirty="0"/>
              <a:t>Charts, Tables, Timelines, Media, Infographics, and Stats</a:t>
            </a:r>
          </a:p>
        </p:txBody>
      </p:sp>
      <p:sp>
        <p:nvSpPr>
          <p:cNvPr id="3" name="Text Placeholder 2">
            <a:extLst>
              <a:ext uri="{FF2B5EF4-FFF2-40B4-BE49-F238E27FC236}">
                <a16:creationId xmlns:a16="http://schemas.microsoft.com/office/drawing/2014/main" id="{88E34DD2-A679-9533-B01E-879124144543}"/>
              </a:ext>
            </a:extLst>
          </p:cNvPr>
          <p:cNvSpPr>
            <a:spLocks noGrp="1"/>
          </p:cNvSpPr>
          <p:nvPr>
            <p:ph type="body" idx="1"/>
          </p:nvPr>
        </p:nvSpPr>
        <p:spPr>
          <a:xfrm>
            <a:off x="731520" y="1188720"/>
            <a:ext cx="10698480" cy="50292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EFA22CE-7BF2-D276-4C17-CFAF735456C4}"/>
              </a:ext>
            </a:extLst>
          </p:cNvPr>
          <p:cNvSpPr>
            <a:spLocks noGrp="1"/>
          </p:cNvSpPr>
          <p:nvPr>
            <p:ph type="sldNum" sz="quarter" idx="4"/>
          </p:nvPr>
        </p:nvSpPr>
        <p:spPr>
          <a:xfrm>
            <a:off x="8229600" y="6400800"/>
            <a:ext cx="3200400" cy="365760"/>
          </a:xfrm>
          <a:prstGeom prst="rect">
            <a:avLst/>
          </a:prstGeom>
        </p:spPr>
        <p:txBody>
          <a:bodyPr vert="horz" lIns="0" tIns="0" rIns="0" bIns="0" rtlCol="0" anchor="ctr"/>
          <a:lstStyle>
            <a:lvl1pPr algn="r">
              <a:defRPr sz="1200">
                <a:solidFill>
                  <a:schemeClr val="tx2"/>
                </a:solidFill>
                <a:latin typeface="Franklin Gothic Medium" panose="020B0603020102020204" pitchFamily="34" charset="0"/>
              </a:defRPr>
            </a:lvl1pPr>
          </a:lstStyle>
          <a:p>
            <a:fld id="{D1C1DE17-1FC0-FD41-86D4-67A8F6250223}" type="slidenum">
              <a:rPr lang="en-US" smtClean="0"/>
              <a:pPr/>
              <a:t>‹#›</a:t>
            </a:fld>
            <a:endParaRPr lang="en-US" dirty="0"/>
          </a:p>
        </p:txBody>
      </p:sp>
    </p:spTree>
    <p:extLst>
      <p:ext uri="{BB962C8B-B14F-4D97-AF65-F5344CB8AC3E}">
        <p14:creationId xmlns:p14="http://schemas.microsoft.com/office/powerpoint/2010/main" val="3124953352"/>
      </p:ext>
    </p:extLst>
  </p:cSld>
  <p:clrMap bg1="lt1" tx1="dk1" bg2="lt2" tx2="dk2" accent1="accent1" accent2="accent2" accent3="accent3" accent4="accent4" accent5="accent5" accent6="accent6" hlink="hlink" folHlink="folHlink"/>
  <p:sldLayoutIdLst>
    <p:sldLayoutId id="2147483889" r:id="rId1"/>
    <p:sldLayoutId id="2147483891" r:id="rId2"/>
    <p:sldLayoutId id="2147483890" r:id="rId3"/>
    <p:sldLayoutId id="2147483895" r:id="rId4"/>
    <p:sldLayoutId id="2147483985" r:id="rId5"/>
    <p:sldLayoutId id="2147483986" r:id="rId6"/>
    <p:sldLayoutId id="2147483934" r:id="rId7"/>
    <p:sldLayoutId id="2147483987" r:id="rId8"/>
    <p:sldLayoutId id="2147483988" r:id="rId9"/>
    <p:sldLayoutId id="2147483935" r:id="rId10"/>
    <p:sldLayoutId id="2147483936" r:id="rId11"/>
    <p:sldLayoutId id="2147483896" r:id="rId12"/>
    <p:sldLayoutId id="2147483888" r:id="rId13"/>
    <p:sldLayoutId id="2147483868" r:id="rId14"/>
    <p:sldLayoutId id="2147483972" r:id="rId15"/>
    <p:sldLayoutId id="2147483870" r:id="rId16"/>
    <p:sldLayoutId id="2147483871" r:id="rId17"/>
    <p:sldLayoutId id="2147483973" r:id="rId18"/>
    <p:sldLayoutId id="2147483872" r:id="rId19"/>
    <p:sldLayoutId id="2147483974" r:id="rId20"/>
    <p:sldLayoutId id="2147483975" r:id="rId21"/>
    <p:sldLayoutId id="2147483894" r:id="rId22"/>
    <p:sldLayoutId id="2147483977" r:id="rId23"/>
    <p:sldLayoutId id="2147483976" r:id="rId24"/>
    <p:sldLayoutId id="2147483902" r:id="rId25"/>
    <p:sldLayoutId id="2147484024" r:id="rId26"/>
    <p:sldLayoutId id="2147483901" r:id="rId27"/>
    <p:sldLayoutId id="2147484025" r:id="rId28"/>
    <p:sldLayoutId id="2147483931" r:id="rId29"/>
    <p:sldLayoutId id="2147483932" r:id="rId30"/>
    <p:sldLayoutId id="2147483933" r:id="rId31"/>
    <p:sldLayoutId id="2147484028" r:id="rId32"/>
    <p:sldLayoutId id="2147484029" r:id="rId33"/>
    <p:sldLayoutId id="2147484030" r:id="rId34"/>
    <p:sldLayoutId id="2147483990" r:id="rId35"/>
    <p:sldLayoutId id="2147484026" r:id="rId36"/>
    <p:sldLayoutId id="2147483989" r:id="rId37"/>
    <p:sldLayoutId id="2147484027" r:id="rId38"/>
    <p:sldLayoutId id="2147483904" r:id="rId39"/>
    <p:sldLayoutId id="2147483982" r:id="rId40"/>
    <p:sldLayoutId id="2147483905" r:id="rId41"/>
    <p:sldLayoutId id="2147483981" r:id="rId42"/>
    <p:sldLayoutId id="2147483906" r:id="rId43"/>
    <p:sldLayoutId id="2147483908" r:id="rId44"/>
    <p:sldLayoutId id="2147483909" r:id="rId45"/>
    <p:sldLayoutId id="2147483907" r:id="rId46"/>
    <p:sldLayoutId id="2147483910" r:id="rId47"/>
    <p:sldLayoutId id="2147483911" r:id="rId48"/>
    <p:sldLayoutId id="2147483912" r:id="rId49"/>
    <p:sldLayoutId id="2147483978" r:id="rId50"/>
    <p:sldLayoutId id="2147483913" r:id="rId51"/>
    <p:sldLayoutId id="2147483991" r:id="rId52"/>
    <p:sldLayoutId id="2147484019" r:id="rId53"/>
    <p:sldLayoutId id="2147484033" r:id="rId54"/>
    <p:sldLayoutId id="2147483914" r:id="rId55"/>
    <p:sldLayoutId id="2147483980" r:id="rId56"/>
    <p:sldLayoutId id="2147483915" r:id="rId57"/>
    <p:sldLayoutId id="2147483916" r:id="rId58"/>
    <p:sldLayoutId id="2147483917" r:id="rId59"/>
    <p:sldLayoutId id="2147483919" r:id="rId60"/>
    <p:sldLayoutId id="2147483918" r:id="rId61"/>
    <p:sldLayoutId id="2147483920" r:id="rId62"/>
    <p:sldLayoutId id="2147484055" r:id="rId63"/>
  </p:sldLayoutIdLst>
  <p:hf hdr="0" ftr="0" dt="0"/>
  <p:txStyles>
    <p:titleStyle>
      <a:lvl1pPr algn="l" defTabSz="914400" rtl="0" eaLnBrk="1" latinLnBrk="0" hangingPunct="1">
        <a:lnSpc>
          <a:spcPct val="90000"/>
        </a:lnSpc>
        <a:spcBef>
          <a:spcPct val="0"/>
        </a:spcBef>
        <a:buNone/>
        <a:defRPr sz="2800" b="1" i="0" kern="1200">
          <a:solidFill>
            <a:schemeClr val="tx2"/>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6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2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5133D-F877-0E69-3444-21100E2ADA41}"/>
              </a:ext>
            </a:extLst>
          </p:cNvPr>
          <p:cNvSpPr>
            <a:spLocks noGrp="1"/>
          </p:cNvSpPr>
          <p:nvPr>
            <p:ph type="title"/>
          </p:nvPr>
        </p:nvSpPr>
        <p:spPr>
          <a:xfrm>
            <a:off x="731520" y="457200"/>
            <a:ext cx="10698480" cy="640080"/>
          </a:xfrm>
          <a:prstGeom prst="rect">
            <a:avLst/>
          </a:prstGeom>
        </p:spPr>
        <p:txBody>
          <a:bodyPr vert="horz" lIns="0" tIns="0" rIns="0" bIns="0" rtlCol="0" anchor="ctr">
            <a:normAutofit/>
          </a:bodyPr>
          <a:lstStyle/>
          <a:p>
            <a:r>
              <a:rPr lang="en-US" dirty="0"/>
              <a:t>Executive Summary Slides</a:t>
            </a:r>
          </a:p>
        </p:txBody>
      </p:sp>
      <p:sp>
        <p:nvSpPr>
          <p:cNvPr id="3" name="Text Placeholder 2">
            <a:extLst>
              <a:ext uri="{FF2B5EF4-FFF2-40B4-BE49-F238E27FC236}">
                <a16:creationId xmlns:a16="http://schemas.microsoft.com/office/drawing/2014/main" id="{88E34DD2-A679-9533-B01E-879124144543}"/>
              </a:ext>
            </a:extLst>
          </p:cNvPr>
          <p:cNvSpPr>
            <a:spLocks noGrp="1"/>
          </p:cNvSpPr>
          <p:nvPr>
            <p:ph type="body" idx="1"/>
          </p:nvPr>
        </p:nvSpPr>
        <p:spPr>
          <a:xfrm>
            <a:off x="731520" y="1188720"/>
            <a:ext cx="10698480" cy="50292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8EFA22CE-7BF2-D276-4C17-CFAF735456C4}"/>
              </a:ext>
            </a:extLst>
          </p:cNvPr>
          <p:cNvSpPr>
            <a:spLocks noGrp="1"/>
          </p:cNvSpPr>
          <p:nvPr>
            <p:ph type="sldNum" sz="quarter" idx="4"/>
          </p:nvPr>
        </p:nvSpPr>
        <p:spPr>
          <a:xfrm>
            <a:off x="8321040" y="6400800"/>
            <a:ext cx="3108960" cy="274320"/>
          </a:xfrm>
          <a:prstGeom prst="rect">
            <a:avLst/>
          </a:prstGeom>
        </p:spPr>
        <p:txBody>
          <a:bodyPr vert="horz" lIns="0" tIns="0" rIns="0" bIns="0" rtlCol="0" anchor="ctr"/>
          <a:lstStyle>
            <a:lvl1pPr algn="r">
              <a:defRPr sz="1200">
                <a:solidFill>
                  <a:schemeClr val="tx2"/>
                </a:solidFill>
                <a:latin typeface="Franklin Gothic Medium" panose="020B0603020102020204" pitchFamily="34" charset="0"/>
              </a:defRPr>
            </a:lvl1pPr>
          </a:lstStyle>
          <a:p>
            <a:fld id="{A2ED4C17-5099-5B49-876F-5657BF3D7D52}" type="slidenum">
              <a:rPr lang="en-US" sz="1200" b="0" i="0" kern="1200" smtClean="0">
                <a:solidFill>
                  <a:schemeClr val="tx2"/>
                </a:solidFill>
                <a:effectLst/>
                <a:latin typeface="Franklin Gothic Medium" panose="020B0603020102020204" pitchFamily="34" charset="0"/>
                <a:ea typeface="+mn-ea"/>
                <a:cs typeface="+mn-cs"/>
              </a:rPr>
              <a:pPr/>
              <a:t>‹#›</a:t>
            </a:fld>
            <a:endParaRPr lang="en-US" sz="1200" b="0" i="0" kern="1200" dirty="0">
              <a:solidFill>
                <a:schemeClr val="accent1"/>
              </a:solidFill>
              <a:effectLst/>
              <a:latin typeface="Franklin Gothic Medium" panose="020B0603020102020204" pitchFamily="34" charset="0"/>
              <a:ea typeface="+mn-ea"/>
              <a:cs typeface="+mn-cs"/>
            </a:endParaRPr>
          </a:p>
        </p:txBody>
      </p:sp>
    </p:spTree>
    <p:extLst>
      <p:ext uri="{BB962C8B-B14F-4D97-AF65-F5344CB8AC3E}">
        <p14:creationId xmlns:p14="http://schemas.microsoft.com/office/powerpoint/2010/main" val="1731352455"/>
      </p:ext>
    </p:extLst>
  </p:cSld>
  <p:clrMap bg1="lt1" tx1="dk1" bg2="lt2" tx2="dk2" accent1="accent1" accent2="accent2" accent3="accent3" accent4="accent4" accent5="accent5" accent6="accent6" hlink="hlink" folHlink="folHlink"/>
  <p:sldLayoutIdLst>
    <p:sldLayoutId id="2147483942" r:id="rId1"/>
    <p:sldLayoutId id="2147483943" r:id="rId2"/>
    <p:sldLayoutId id="2147483945" r:id="rId3"/>
    <p:sldLayoutId id="2147483962" r:id="rId4"/>
    <p:sldLayoutId id="2147483963" r:id="rId5"/>
    <p:sldLayoutId id="2147483961" r:id="rId6"/>
    <p:sldLayoutId id="2147483964" r:id="rId7"/>
    <p:sldLayoutId id="2147483965" r:id="rId8"/>
    <p:sldLayoutId id="2147484016" r:id="rId9"/>
    <p:sldLayoutId id="2147484015" r:id="rId10"/>
    <p:sldLayoutId id="2147484017" r:id="rId11"/>
    <p:sldLayoutId id="2147484018" r:id="rId12"/>
    <p:sldLayoutId id="2147484020" r:id="rId13"/>
    <p:sldLayoutId id="2147484021" r:id="rId14"/>
    <p:sldLayoutId id="2147484022" r:id="rId15"/>
    <p:sldLayoutId id="2147484023" r:id="rId16"/>
  </p:sldLayoutIdLst>
  <p:hf hdr="0" ftr="0" dt="0"/>
  <p:txStyles>
    <p:titleStyle>
      <a:lvl1pPr algn="l" defTabSz="914400" rtl="0" eaLnBrk="1" latinLnBrk="0" hangingPunct="1">
        <a:lnSpc>
          <a:spcPct val="90000"/>
        </a:lnSpc>
        <a:spcBef>
          <a:spcPct val="0"/>
        </a:spcBef>
        <a:buNone/>
        <a:defRPr sz="2800" b="1" i="0" kern="1200">
          <a:solidFill>
            <a:schemeClr val="tx2"/>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6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2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F78E6B-AA6C-B816-C7B4-233C897DE83C}"/>
              </a:ext>
            </a:extLst>
          </p:cNvPr>
          <p:cNvSpPr>
            <a:spLocks noGrp="1"/>
          </p:cNvSpPr>
          <p:nvPr>
            <p:ph type="title"/>
          </p:nvPr>
        </p:nvSpPr>
        <p:spPr>
          <a:xfrm>
            <a:off x="731520" y="457200"/>
            <a:ext cx="10698480" cy="640080"/>
          </a:xfrm>
          <a:prstGeom prst="rect">
            <a:avLst/>
          </a:prstGeom>
        </p:spPr>
        <p:txBody>
          <a:bodyPr vert="horz" lIns="0" tIns="0" rIns="0" bIns="0" rtlCol="0" anchor="ctr">
            <a:normAutofit/>
          </a:bodyPr>
          <a:lstStyle/>
          <a:p>
            <a:r>
              <a:rPr lang="en-US" dirty="0"/>
              <a:t>Quotes</a:t>
            </a:r>
          </a:p>
        </p:txBody>
      </p:sp>
      <p:sp>
        <p:nvSpPr>
          <p:cNvPr id="3" name="Text Placeholder 2">
            <a:extLst>
              <a:ext uri="{FF2B5EF4-FFF2-40B4-BE49-F238E27FC236}">
                <a16:creationId xmlns:a16="http://schemas.microsoft.com/office/drawing/2014/main" id="{B6CC4E3F-DF2A-9F7E-8296-884F43FD6911}"/>
              </a:ext>
            </a:extLst>
          </p:cNvPr>
          <p:cNvSpPr>
            <a:spLocks noGrp="1"/>
          </p:cNvSpPr>
          <p:nvPr>
            <p:ph type="body" idx="1"/>
          </p:nvPr>
        </p:nvSpPr>
        <p:spPr>
          <a:xfrm>
            <a:off x="731520" y="1212215"/>
            <a:ext cx="10698480" cy="50292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3A41E79E-6D3B-AC72-65B8-6D132CC6139E}"/>
              </a:ext>
            </a:extLst>
          </p:cNvPr>
          <p:cNvSpPr>
            <a:spLocks noGrp="1"/>
          </p:cNvSpPr>
          <p:nvPr>
            <p:ph type="sldNum" sz="quarter" idx="4"/>
          </p:nvPr>
        </p:nvSpPr>
        <p:spPr>
          <a:xfrm>
            <a:off x="8702040" y="6356350"/>
            <a:ext cx="2743200" cy="365125"/>
          </a:xfrm>
          <a:prstGeom prst="rect">
            <a:avLst/>
          </a:prstGeom>
        </p:spPr>
        <p:txBody>
          <a:bodyPr vert="horz" lIns="0" tIns="0" rIns="0" bIns="0" rtlCol="0" anchor="ctr"/>
          <a:lstStyle>
            <a:lvl1pPr algn="r">
              <a:defRPr sz="1200">
                <a:solidFill>
                  <a:schemeClr val="tx2"/>
                </a:solidFill>
              </a:defRPr>
            </a:lvl1pPr>
          </a:lstStyle>
          <a:p>
            <a:fld id="{0122C912-3CD7-574B-85B8-A405DAADDEAF}" type="slidenum">
              <a:rPr lang="en-US" smtClean="0"/>
              <a:pPr/>
              <a:t>‹#›</a:t>
            </a:fld>
            <a:endParaRPr lang="en-US" dirty="0"/>
          </a:p>
        </p:txBody>
      </p:sp>
    </p:spTree>
    <p:extLst>
      <p:ext uri="{BB962C8B-B14F-4D97-AF65-F5344CB8AC3E}">
        <p14:creationId xmlns:p14="http://schemas.microsoft.com/office/powerpoint/2010/main" val="272479872"/>
      </p:ext>
    </p:extLst>
  </p:cSld>
  <p:clrMap bg1="lt1" tx1="dk1" bg2="lt2" tx2="dk2" accent1="accent1" accent2="accent2" accent3="accent3" accent4="accent4" accent5="accent5" accent6="accent6" hlink="hlink" folHlink="folHlink"/>
  <p:sldLayoutIdLst>
    <p:sldLayoutId id="2147484036" r:id="rId1"/>
    <p:sldLayoutId id="2147484037" r:id="rId2"/>
    <p:sldLayoutId id="2147484038" r:id="rId3"/>
    <p:sldLayoutId id="2147484039" r:id="rId4"/>
    <p:sldLayoutId id="2147484040" r:id="rId5"/>
    <p:sldLayoutId id="2147484041" r:id="rId6"/>
    <p:sldLayoutId id="2147484042" r:id="rId7"/>
    <p:sldLayoutId id="2147484043" r:id="rId8"/>
    <p:sldLayoutId id="2147484044" r:id="rId9"/>
    <p:sldLayoutId id="2147484045" r:id="rId10"/>
    <p:sldLayoutId id="2147484046" r:id="rId11"/>
    <p:sldLayoutId id="2147484047" r:id="rId12"/>
    <p:sldLayoutId id="2147484048" r:id="rId13"/>
    <p:sldLayoutId id="2147484049" r:id="rId14"/>
    <p:sldLayoutId id="2147484050" r:id="rId15"/>
    <p:sldLayoutId id="2147484051" r:id="rId16"/>
    <p:sldLayoutId id="2147484052" r:id="rId17"/>
  </p:sldLayoutIdLst>
  <p:txStyles>
    <p:titleStyle>
      <a:lvl1pPr algn="l" defTabSz="914400" rtl="0" eaLnBrk="1" latinLnBrk="0" hangingPunct="1">
        <a:lnSpc>
          <a:spcPct val="90000"/>
        </a:lnSpc>
        <a:spcBef>
          <a:spcPct val="0"/>
        </a:spcBef>
        <a:buNone/>
        <a:defRPr sz="2800" b="1" i="0" kern="1200">
          <a:solidFill>
            <a:schemeClr val="tx2"/>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5133D-F877-0E69-3444-21100E2ADA41}"/>
              </a:ext>
            </a:extLst>
          </p:cNvPr>
          <p:cNvSpPr>
            <a:spLocks noGrp="1"/>
          </p:cNvSpPr>
          <p:nvPr>
            <p:ph type="title"/>
          </p:nvPr>
        </p:nvSpPr>
        <p:spPr>
          <a:xfrm>
            <a:off x="731520" y="457200"/>
            <a:ext cx="10698480" cy="640080"/>
          </a:xfrm>
          <a:prstGeom prst="rect">
            <a:avLst/>
          </a:prstGeom>
        </p:spPr>
        <p:txBody>
          <a:bodyPr vert="horz" lIns="0" tIns="0" rIns="0" bIns="0" rtlCol="0" anchor="ctr">
            <a:normAutofit/>
          </a:bodyPr>
          <a:lstStyle/>
          <a:p>
            <a:r>
              <a:rPr lang="en-US" dirty="0"/>
              <a:t>Questions, Thank You, Contact, and Exit Slides</a:t>
            </a:r>
          </a:p>
        </p:txBody>
      </p:sp>
      <p:sp>
        <p:nvSpPr>
          <p:cNvPr id="3" name="Text Placeholder 2">
            <a:extLst>
              <a:ext uri="{FF2B5EF4-FFF2-40B4-BE49-F238E27FC236}">
                <a16:creationId xmlns:a16="http://schemas.microsoft.com/office/drawing/2014/main" id="{88E34DD2-A679-9533-B01E-879124144543}"/>
              </a:ext>
            </a:extLst>
          </p:cNvPr>
          <p:cNvSpPr>
            <a:spLocks noGrp="1"/>
          </p:cNvSpPr>
          <p:nvPr>
            <p:ph type="body" idx="1"/>
          </p:nvPr>
        </p:nvSpPr>
        <p:spPr>
          <a:xfrm>
            <a:off x="731520" y="1188720"/>
            <a:ext cx="10698480" cy="50292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EFA22CE-7BF2-D276-4C17-CFAF735456C4}"/>
              </a:ext>
            </a:extLst>
          </p:cNvPr>
          <p:cNvSpPr>
            <a:spLocks noGrp="1"/>
          </p:cNvSpPr>
          <p:nvPr>
            <p:ph type="sldNum" sz="quarter" idx="4"/>
          </p:nvPr>
        </p:nvSpPr>
        <p:spPr>
          <a:xfrm>
            <a:off x="8229600" y="6400800"/>
            <a:ext cx="3200400" cy="274320"/>
          </a:xfrm>
          <a:prstGeom prst="rect">
            <a:avLst/>
          </a:prstGeom>
        </p:spPr>
        <p:txBody>
          <a:bodyPr vert="horz" lIns="0" tIns="0" rIns="0" bIns="0" rtlCol="0" anchor="ctr"/>
          <a:lstStyle>
            <a:lvl1pPr algn="r">
              <a:defRPr sz="1200">
                <a:solidFill>
                  <a:schemeClr val="tx2"/>
                </a:solidFill>
                <a:latin typeface="Franklin Gothic Medium" panose="020B0603020102020204" pitchFamily="34" charset="0"/>
              </a:defRPr>
            </a:lvl1pPr>
          </a:lstStyle>
          <a:p>
            <a:fld id="{6C7F7F5E-2826-7944-9B78-40940E6B4736}" type="slidenum">
              <a:rPr lang="en-US" smtClean="0"/>
              <a:pPr/>
              <a:t>‹#›</a:t>
            </a:fld>
            <a:endParaRPr lang="en-US" dirty="0"/>
          </a:p>
        </p:txBody>
      </p:sp>
    </p:spTree>
    <p:extLst>
      <p:ext uri="{BB962C8B-B14F-4D97-AF65-F5344CB8AC3E}">
        <p14:creationId xmlns:p14="http://schemas.microsoft.com/office/powerpoint/2010/main" val="133109623"/>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92" r:id="rId5"/>
    <p:sldLayoutId id="2147483735" r:id="rId6"/>
    <p:sldLayoutId id="2147483983" r:id="rId7"/>
    <p:sldLayoutId id="2147483984" r:id="rId8"/>
    <p:sldLayoutId id="2147483765" r:id="rId9"/>
    <p:sldLayoutId id="2147483763" r:id="rId10"/>
    <p:sldLayoutId id="2147483762" r:id="rId11"/>
    <p:sldLayoutId id="2147483764" r:id="rId12"/>
  </p:sldLayoutIdLst>
  <p:hf hdr="0" ftr="0" dt="0"/>
  <p:txStyles>
    <p:titleStyle>
      <a:lvl1pPr algn="l" defTabSz="914400" rtl="0" eaLnBrk="1" latinLnBrk="0" hangingPunct="1">
        <a:lnSpc>
          <a:spcPct val="90000"/>
        </a:lnSpc>
        <a:spcBef>
          <a:spcPct val="0"/>
        </a:spcBef>
        <a:buNone/>
        <a:defRPr sz="2800" b="1" i="0" kern="1200">
          <a:solidFill>
            <a:schemeClr val="tx2"/>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60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20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5133D-F877-0E69-3444-21100E2ADA41}"/>
              </a:ext>
            </a:extLst>
          </p:cNvPr>
          <p:cNvSpPr>
            <a:spLocks noGrp="1"/>
          </p:cNvSpPr>
          <p:nvPr>
            <p:ph type="title"/>
          </p:nvPr>
        </p:nvSpPr>
        <p:spPr>
          <a:xfrm>
            <a:off x="731520" y="457200"/>
            <a:ext cx="10698480" cy="640080"/>
          </a:xfrm>
          <a:prstGeom prst="rect">
            <a:avLst/>
          </a:prstGeom>
        </p:spPr>
        <p:txBody>
          <a:bodyPr vert="horz" lIns="0" tIns="0" rIns="0" bIns="0" rtlCol="0" anchor="ctr">
            <a:normAutofit/>
          </a:bodyPr>
          <a:lstStyle/>
          <a:p>
            <a:r>
              <a:rPr lang="en-US"/>
              <a:t>Icons</a:t>
            </a:r>
          </a:p>
        </p:txBody>
      </p:sp>
    </p:spTree>
    <p:extLst>
      <p:ext uri="{BB962C8B-B14F-4D97-AF65-F5344CB8AC3E}">
        <p14:creationId xmlns:p14="http://schemas.microsoft.com/office/powerpoint/2010/main" val="536935258"/>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Lst>
  <p:hf hdr="0" ftr="0" dt="0"/>
  <p:txStyles>
    <p:titleStyle>
      <a:lvl1pPr algn="l" defTabSz="914400" rtl="0" eaLnBrk="1" latinLnBrk="0" hangingPunct="1">
        <a:lnSpc>
          <a:spcPct val="90000"/>
        </a:lnSpc>
        <a:spcBef>
          <a:spcPct val="0"/>
        </a:spcBef>
        <a:buNone/>
        <a:defRPr sz="2800" b="1" i="0" kern="1200">
          <a:solidFill>
            <a:schemeClr val="tx2"/>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Clr>
          <a:srgbClr val="A9A47A"/>
        </a:buClr>
        <a:buFont typeface="Arial" panose="020B0604020202020204" pitchFamily="34" charset="0"/>
        <a:buChar char="•"/>
        <a:defRPr sz="28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rgbClr val="A9A47A"/>
        </a:buClr>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rgbClr val="A9A47A"/>
        </a:buClr>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rgbClr val="A9A47A"/>
        </a:buClr>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rgbClr val="A9A47A"/>
        </a:buClr>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3" Type="http://schemas.openxmlformats.org/officeDocument/2006/relationships/image" Target="../media/image313.png"/><Relationship Id="rId2" Type="http://schemas.openxmlformats.org/officeDocument/2006/relationships/image" Target="../media/image312.png"/><Relationship Id="rId1" Type="http://schemas.openxmlformats.org/officeDocument/2006/relationships/slideLayout" Target="../slideLayouts/slideLayout57.xml"/><Relationship Id="rId5" Type="http://schemas.openxmlformats.org/officeDocument/2006/relationships/image" Target="../media/image315.png"/><Relationship Id="rId4" Type="http://schemas.openxmlformats.org/officeDocument/2006/relationships/image" Target="../media/image3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2" Type="http://schemas.openxmlformats.org/officeDocument/2006/relationships/image" Target="../media/image316.png"/><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2" Type="http://schemas.openxmlformats.org/officeDocument/2006/relationships/image" Target="../media/image317.png"/><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2" Type="http://schemas.openxmlformats.org/officeDocument/2006/relationships/image" Target="../media/image318.png"/><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319.png"/><Relationship Id="rId1" Type="http://schemas.openxmlformats.org/officeDocument/2006/relationships/slideLayout" Target="../slideLayouts/slideLayout46.xml"/><Relationship Id="rId5" Type="http://schemas.openxmlformats.org/officeDocument/2006/relationships/image" Target="../media/image322.png"/><Relationship Id="rId4" Type="http://schemas.openxmlformats.org/officeDocument/2006/relationships/image" Target="../media/image321.png"/></Relationships>
</file>

<file path=ppt/slides/_rels/slide12.xml.rels><?xml version="1.0" encoding="UTF-8" standalone="yes"?>
<Relationships xmlns="http://schemas.openxmlformats.org/package/2006/relationships"><Relationship Id="rId3" Type="http://schemas.openxmlformats.org/officeDocument/2006/relationships/image" Target="../media/image324.png"/><Relationship Id="rId2" Type="http://schemas.openxmlformats.org/officeDocument/2006/relationships/image" Target="../media/image323.png"/><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3" Type="http://schemas.openxmlformats.org/officeDocument/2006/relationships/hyperlink" Target="mailto:mcarte60@email.cpcc.edu" TargetMode="External"/><Relationship Id="rId2" Type="http://schemas.openxmlformats.org/officeDocument/2006/relationships/hyperlink" Target="http://www.linkedin.com/in/mauracarter" TargetMode="External"/><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0.xml.rels><?xml version="1.0" encoding="UTF-8" standalone="yes"?>
<Relationships xmlns="http://schemas.openxmlformats.org/package/2006/relationships"><Relationship Id="rId2" Type="http://schemas.openxmlformats.org/officeDocument/2006/relationships/image" Target="../media/image319.png"/><Relationship Id="rId1" Type="http://schemas.openxmlformats.org/officeDocument/2006/relationships/slideLayout" Target="../slideLayouts/slideLayout8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8.xml.rels><?xml version="1.0" encoding="UTF-8" standalone="yes"?>
<Relationships xmlns="http://schemas.openxmlformats.org/package/2006/relationships"><Relationship Id="rId8" Type="http://schemas.openxmlformats.org/officeDocument/2006/relationships/slide" Target="slide86.xml"/><Relationship Id="rId13" Type="http://schemas.openxmlformats.org/officeDocument/2006/relationships/image" Target="../media/image330.jpeg"/><Relationship Id="rId18" Type="http://schemas.openxmlformats.org/officeDocument/2006/relationships/slide" Target="slide140.xml"/><Relationship Id="rId3" Type="http://schemas.openxmlformats.org/officeDocument/2006/relationships/image" Target="../media/image325.jpeg"/><Relationship Id="rId21" Type="http://schemas.openxmlformats.org/officeDocument/2006/relationships/image" Target="../media/image334.jpeg"/><Relationship Id="rId7" Type="http://schemas.openxmlformats.org/officeDocument/2006/relationships/image" Target="../media/image327.jpeg"/><Relationship Id="rId12" Type="http://schemas.openxmlformats.org/officeDocument/2006/relationships/slide" Target="slide110.xml"/><Relationship Id="rId17" Type="http://schemas.openxmlformats.org/officeDocument/2006/relationships/image" Target="../media/image332.jpeg"/><Relationship Id="rId2" Type="http://schemas.openxmlformats.org/officeDocument/2006/relationships/slide" Target="slide40.xml"/><Relationship Id="rId16" Type="http://schemas.openxmlformats.org/officeDocument/2006/relationships/slide" Target="slide135.xml"/><Relationship Id="rId20" Type="http://schemas.openxmlformats.org/officeDocument/2006/relationships/slide" Target="slide150.xml"/><Relationship Id="rId1" Type="http://schemas.openxmlformats.org/officeDocument/2006/relationships/slideLayout" Target="../slideLayouts/slideLayout52.xml"/><Relationship Id="rId6" Type="http://schemas.openxmlformats.org/officeDocument/2006/relationships/slide" Target="slide63.xml"/><Relationship Id="rId11" Type="http://schemas.openxmlformats.org/officeDocument/2006/relationships/image" Target="../media/image329.jpeg"/><Relationship Id="rId5" Type="http://schemas.openxmlformats.org/officeDocument/2006/relationships/image" Target="../media/image326.jpeg"/><Relationship Id="rId15" Type="http://schemas.openxmlformats.org/officeDocument/2006/relationships/image" Target="../media/image331.jpeg"/><Relationship Id="rId10" Type="http://schemas.openxmlformats.org/officeDocument/2006/relationships/slide" Target="slide92.xml"/><Relationship Id="rId19" Type="http://schemas.openxmlformats.org/officeDocument/2006/relationships/image" Target="../media/image333.jpeg"/><Relationship Id="rId4" Type="http://schemas.openxmlformats.org/officeDocument/2006/relationships/slide" Target="slide54.xml"/><Relationship Id="rId9" Type="http://schemas.openxmlformats.org/officeDocument/2006/relationships/image" Target="../media/image328.jpeg"/><Relationship Id="rId14" Type="http://schemas.openxmlformats.org/officeDocument/2006/relationships/slide" Target="slide125.xml"/></Relationships>
</file>

<file path=ppt/slides/_rels/slide39.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notesSlide" Target="../notesSlides/notesSlide3.xml"/><Relationship Id="rId1" Type="http://schemas.openxmlformats.org/officeDocument/2006/relationships/slideLayout" Target="../slideLayouts/slideLayout50.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78.xml.rels><?xml version="1.0" encoding="UTF-8" standalone="yes"?>
<Relationships xmlns="http://schemas.openxmlformats.org/package/2006/relationships"><Relationship Id="rId2" Type="http://schemas.openxmlformats.org/officeDocument/2006/relationships/image" Target="../media/image335.jpg"/><Relationship Id="rId1" Type="http://schemas.openxmlformats.org/officeDocument/2006/relationships/slideLayout" Target="../slideLayouts/slideLayout7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80.xml.rels><?xml version="1.0" encoding="UTF-8" standalone="yes"?>
<Relationships xmlns="http://schemas.openxmlformats.org/package/2006/relationships"><Relationship Id="rId2" Type="http://schemas.openxmlformats.org/officeDocument/2006/relationships/image" Target="../media/image335.jpg"/><Relationship Id="rId1" Type="http://schemas.openxmlformats.org/officeDocument/2006/relationships/slideLayout" Target="../slideLayouts/slideLayout7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83.xml.rels><?xml version="1.0" encoding="UTF-8" standalone="yes"?>
<Relationships xmlns="http://schemas.openxmlformats.org/package/2006/relationships"><Relationship Id="rId3" Type="http://schemas.openxmlformats.org/officeDocument/2006/relationships/image" Target="../media/image335.jpg"/><Relationship Id="rId2" Type="http://schemas.openxmlformats.org/officeDocument/2006/relationships/notesSlide" Target="../notesSlides/notesSlide6.xml"/><Relationship Id="rId1" Type="http://schemas.openxmlformats.org/officeDocument/2006/relationships/slideLayout" Target="../slideLayouts/slideLayout7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0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1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1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1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19.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9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8.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13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50.xml"/></Relationships>
</file>

<file path=ppt/slides/_rels/slide13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50.xml"/></Relationships>
</file>

<file path=ppt/slides/_rels/slide13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50.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00.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4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4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4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47.xml"/></Relationships>
</file>

<file path=ppt/slides/_rels/slide158.xml.rels><?xml version="1.0" encoding="UTF-8" standalone="yes"?>
<Relationships xmlns="http://schemas.openxmlformats.org/package/2006/relationships"><Relationship Id="rId8" Type="http://schemas.openxmlformats.org/officeDocument/2006/relationships/image" Target="../media/image340.png"/><Relationship Id="rId3" Type="http://schemas.openxmlformats.org/officeDocument/2006/relationships/image" Target="../media/image336.png"/><Relationship Id="rId7" Type="http://schemas.openxmlformats.org/officeDocument/2006/relationships/hyperlink" Target="https://www.cpcc.edu/" TargetMode="External"/><Relationship Id="rId2" Type="http://schemas.openxmlformats.org/officeDocument/2006/relationships/image" Target="../media/image4.emf"/><Relationship Id="rId1" Type="http://schemas.openxmlformats.org/officeDocument/2006/relationships/slideLayout" Target="../slideLayouts/slideLayout50.xml"/><Relationship Id="rId6" Type="http://schemas.openxmlformats.org/officeDocument/2006/relationships/image" Target="../media/image339.svg"/><Relationship Id="rId5" Type="http://schemas.openxmlformats.org/officeDocument/2006/relationships/image" Target="../media/image338.png"/><Relationship Id="rId4" Type="http://schemas.openxmlformats.org/officeDocument/2006/relationships/image" Target="../media/image337.svg"/><Relationship Id="rId9" Type="http://schemas.openxmlformats.org/officeDocument/2006/relationships/image" Target="../media/image341.svg"/></Relationships>
</file>

<file path=ppt/slides/_rels/slide159.xml.rels><?xml version="1.0" encoding="UTF-8" standalone="yes"?>
<Relationships xmlns="http://schemas.openxmlformats.org/package/2006/relationships"><Relationship Id="rId8" Type="http://schemas.openxmlformats.org/officeDocument/2006/relationships/hyperlink" Target="https://www.cpcc.edu/" TargetMode="External"/><Relationship Id="rId3" Type="http://schemas.openxmlformats.org/officeDocument/2006/relationships/image" Target="../media/image4.emf"/><Relationship Id="rId7" Type="http://schemas.openxmlformats.org/officeDocument/2006/relationships/image" Target="../media/image345.svg"/><Relationship Id="rId2" Type="http://schemas.openxmlformats.org/officeDocument/2006/relationships/notesSlide" Target="../notesSlides/notesSlide9.xml"/><Relationship Id="rId1" Type="http://schemas.openxmlformats.org/officeDocument/2006/relationships/slideLayout" Target="../slideLayouts/slideLayout53.xml"/><Relationship Id="rId6" Type="http://schemas.openxmlformats.org/officeDocument/2006/relationships/image" Target="../media/image344.png"/><Relationship Id="rId5" Type="http://schemas.openxmlformats.org/officeDocument/2006/relationships/image" Target="../media/image343.svg"/><Relationship Id="rId10" Type="http://schemas.openxmlformats.org/officeDocument/2006/relationships/image" Target="../media/image347.svg"/><Relationship Id="rId4" Type="http://schemas.openxmlformats.org/officeDocument/2006/relationships/image" Target="../media/image342.png"/><Relationship Id="rId9" Type="http://schemas.openxmlformats.org/officeDocument/2006/relationships/image" Target="../media/image346.png"/></Relationships>
</file>

<file path=ppt/slides/_rels/slide1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50.xml"/></Relationships>
</file>

<file path=ppt/slides/_rels/slide161.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628E8F6-93BD-C6CD-11B7-17035D494F8A}"/>
              </a:ext>
            </a:extLst>
          </p:cNvPr>
          <p:cNvSpPr>
            <a:spLocks noGrp="1"/>
          </p:cNvSpPr>
          <p:nvPr>
            <p:ph type="title"/>
          </p:nvPr>
        </p:nvSpPr>
        <p:spPr>
          <a:xfrm>
            <a:off x="731520" y="2105977"/>
            <a:ext cx="5697855" cy="3566160"/>
          </a:xfrm>
        </p:spPr>
        <p:txBody>
          <a:bodyPr/>
          <a:lstStyle/>
          <a:p>
            <a:r>
              <a:rPr lang="en-US" sz="7200" dirty="0" err="1"/>
              <a:t>grantMaster</a:t>
            </a:r>
            <a:br>
              <a:rPr lang="en-US" sz="5400" dirty="0"/>
            </a:br>
            <a:r>
              <a:rPr lang="en-US" sz="2000" i="1" dirty="0"/>
              <a:t>Unlocking Billions in Unclaimed Student Grants </a:t>
            </a:r>
            <a:br>
              <a:rPr lang="en-US" sz="3200" dirty="0"/>
            </a:br>
            <a:br>
              <a:rPr lang="en-US" sz="3200" dirty="0"/>
            </a:br>
            <a:r>
              <a:rPr lang="en-US" sz="3200" dirty="0"/>
              <a:t>Bank of America Code-A-Thon 2026 </a:t>
            </a:r>
            <a:br>
              <a:rPr lang="en-US" sz="5400" dirty="0"/>
            </a:br>
            <a:br>
              <a:rPr lang="en-US" sz="5400" dirty="0"/>
            </a:br>
            <a:r>
              <a:rPr lang="en-US" sz="2400" dirty="0"/>
              <a:t>Code Miners Team:</a:t>
            </a:r>
            <a:br>
              <a:rPr lang="en-US" sz="2400" dirty="0"/>
            </a:br>
            <a:br>
              <a:rPr lang="en-US" sz="2400" dirty="0"/>
            </a:br>
            <a:r>
              <a:rPr lang="en-US" sz="2400" dirty="0"/>
              <a:t>Jaime Delgado-Guzman | Maura Carter | David Diza | Zoe Ramirez</a:t>
            </a:r>
            <a:br>
              <a:rPr lang="en-US" sz="2400" dirty="0"/>
            </a:br>
            <a:br>
              <a:rPr lang="en-US" sz="2400" dirty="0"/>
            </a:br>
            <a:endParaRPr lang="en-US" sz="2400" dirty="0"/>
          </a:p>
        </p:txBody>
      </p:sp>
      <p:sp>
        <p:nvSpPr>
          <p:cNvPr id="2" name="Subtitle 1">
            <a:extLst>
              <a:ext uri="{FF2B5EF4-FFF2-40B4-BE49-F238E27FC236}">
                <a16:creationId xmlns:a16="http://schemas.microsoft.com/office/drawing/2014/main" id="{CA6FBED6-057C-0104-9C9B-9AC7A527085E}"/>
              </a:ext>
              <a:ext uri="{C183D7F6-B498-43B3-948B-1728B52AA6E4}">
                <adec:decorative xmlns:adec="http://schemas.microsoft.com/office/drawing/2017/decorative" val="1"/>
              </a:ext>
            </a:extLst>
          </p:cNvPr>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2493478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40C6E-F5EC-50BC-3512-7ED2775DCCBA}"/>
              </a:ext>
            </a:extLst>
          </p:cNvPr>
          <p:cNvSpPr>
            <a:spLocks noGrp="1"/>
          </p:cNvSpPr>
          <p:nvPr>
            <p:ph type="title"/>
          </p:nvPr>
        </p:nvSpPr>
        <p:spPr/>
        <p:txBody>
          <a:bodyPr/>
          <a:lstStyle/>
          <a:p>
            <a:pPr algn="ctr"/>
            <a:r>
              <a:rPr lang="en-US" dirty="0"/>
              <a:t>📋Table of Contents </a:t>
            </a:r>
          </a:p>
        </p:txBody>
      </p:sp>
      <p:sp>
        <p:nvSpPr>
          <p:cNvPr id="3" name="Content Placeholder 2">
            <a:extLst>
              <a:ext uri="{FF2B5EF4-FFF2-40B4-BE49-F238E27FC236}">
                <a16:creationId xmlns:a16="http://schemas.microsoft.com/office/drawing/2014/main" id="{0429731D-77A3-E0A6-17E2-4336B30482FD}"/>
              </a:ext>
            </a:extLst>
          </p:cNvPr>
          <p:cNvSpPr>
            <a:spLocks noGrp="1"/>
          </p:cNvSpPr>
          <p:nvPr>
            <p:ph sz="quarter" idx="13"/>
          </p:nvPr>
        </p:nvSpPr>
        <p:spPr>
          <a:xfrm>
            <a:off x="989351" y="1188720"/>
            <a:ext cx="10440649" cy="4297680"/>
          </a:xfrm>
        </p:spPr>
        <p:txBody>
          <a:bodyPr/>
          <a:lstStyle/>
          <a:p>
            <a:pPr marL="0" indent="0">
              <a:buNone/>
            </a:pPr>
            <a:r>
              <a:rPr lang="en-US" dirty="0"/>
              <a:t>1. The Problem</a:t>
            </a:r>
          </a:p>
          <a:p>
            <a:pPr marL="0" indent="0">
              <a:buNone/>
            </a:pPr>
            <a:r>
              <a:rPr lang="en-US" dirty="0"/>
              <a:t>2. The Solution: </a:t>
            </a:r>
            <a:r>
              <a:rPr lang="en-US" b="1" i="1" dirty="0" err="1"/>
              <a:t>grantMaster</a:t>
            </a:r>
            <a:endParaRPr lang="en-US" b="1" i="1" dirty="0"/>
          </a:p>
          <a:p>
            <a:pPr marL="0" indent="0">
              <a:buNone/>
            </a:pPr>
            <a:r>
              <a:rPr lang="en-US" dirty="0"/>
              <a:t>3. How It Works</a:t>
            </a:r>
          </a:p>
          <a:p>
            <a:pPr marL="0" indent="0">
              <a:buNone/>
            </a:pPr>
            <a:r>
              <a:rPr lang="en-US" dirty="0"/>
              <a:t>4. Backend: Technical Engine</a:t>
            </a:r>
          </a:p>
          <a:p>
            <a:pPr marL="0" indent="0">
              <a:buNone/>
            </a:pPr>
            <a:r>
              <a:rPr lang="en-US" dirty="0"/>
              <a:t>5. Frontend Demo</a:t>
            </a:r>
          </a:p>
          <a:p>
            <a:pPr marL="0" indent="0">
              <a:buNone/>
            </a:pPr>
            <a:r>
              <a:rPr lang="en-US" dirty="0"/>
              <a:t>6. Student Experience &amp; Output</a:t>
            </a:r>
          </a:p>
          <a:p>
            <a:pPr marL="0" indent="0">
              <a:buNone/>
            </a:pPr>
            <a:r>
              <a:rPr lang="en-US" dirty="0"/>
              <a:t>7. Impact</a:t>
            </a:r>
          </a:p>
          <a:p>
            <a:pPr marL="0" indent="0">
              <a:buNone/>
            </a:pPr>
            <a:r>
              <a:rPr lang="en-US" dirty="0"/>
              <a:t>8. Security &amp; Trust</a:t>
            </a:r>
          </a:p>
          <a:p>
            <a:pPr marL="0" indent="0">
              <a:buNone/>
            </a:pPr>
            <a:r>
              <a:rPr lang="en-US" dirty="0"/>
              <a:t>9. Closing</a:t>
            </a:r>
          </a:p>
        </p:txBody>
      </p:sp>
    </p:spTree>
    <p:extLst>
      <p:ext uri="{BB962C8B-B14F-4D97-AF65-F5344CB8AC3E}">
        <p14:creationId xmlns:p14="http://schemas.microsoft.com/office/powerpoint/2010/main" val="3792480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9F66A-6BE1-542C-1B02-DEA5CC7351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71EAE4-3A91-ED53-E419-9592BE0A1B5F}"/>
              </a:ext>
            </a:extLst>
          </p:cNvPr>
          <p:cNvSpPr>
            <a:spLocks noGrp="1"/>
          </p:cNvSpPr>
          <p:nvPr>
            <p:ph type="title"/>
          </p:nvPr>
        </p:nvSpPr>
        <p:spPr/>
        <p:txBody>
          <a:bodyPr/>
          <a:lstStyle/>
          <a:p>
            <a:r>
              <a:rPr lang="en-US" dirty="0"/>
              <a:t>👥Who We Are: Code Miners Team Members</a:t>
            </a:r>
          </a:p>
        </p:txBody>
      </p:sp>
      <p:pic>
        <p:nvPicPr>
          <p:cNvPr id="18" name="Picture Placeholder 17">
            <a:extLst>
              <a:ext uri="{FF2B5EF4-FFF2-40B4-BE49-F238E27FC236}">
                <a16:creationId xmlns:a16="http://schemas.microsoft.com/office/drawing/2014/main" id="{08F6B12B-596F-07FA-27CD-CE5406B368A8}"/>
              </a:ext>
            </a:extLst>
          </p:cNvPr>
          <p:cNvPicPr>
            <a:picLocks noGrp="1" noChangeAspect="1"/>
          </p:cNvPicPr>
          <p:nvPr>
            <p:ph type="pic" sz="quarter" idx="28"/>
          </p:nvPr>
        </p:nvPicPr>
        <p:blipFill>
          <a:blip r:embed="rId2"/>
          <a:srcRect t="10632" b="10632"/>
          <a:stretch/>
        </p:blipFill>
        <p:spPr>
          <a:prstGeom prst="round2SameRect">
            <a:avLst>
              <a:gd name="adj1" fmla="val 4517"/>
              <a:gd name="adj2" fmla="val 0"/>
            </a:avLst>
          </a:prstGeom>
        </p:spPr>
      </p:pic>
      <p:sp>
        <p:nvSpPr>
          <p:cNvPr id="3" name="Text Placeholder 2">
            <a:extLst>
              <a:ext uri="{FF2B5EF4-FFF2-40B4-BE49-F238E27FC236}">
                <a16:creationId xmlns:a16="http://schemas.microsoft.com/office/drawing/2014/main" id="{E849DAF2-2706-725E-9A2D-701E7D2FA98F}"/>
              </a:ext>
            </a:extLst>
          </p:cNvPr>
          <p:cNvSpPr>
            <a:spLocks noGrp="1"/>
          </p:cNvSpPr>
          <p:nvPr>
            <p:ph type="body" sz="quarter" idx="13"/>
          </p:nvPr>
        </p:nvSpPr>
        <p:spPr>
          <a:xfrm>
            <a:off x="573932" y="3120221"/>
            <a:ext cx="2595961" cy="645155"/>
          </a:xfrm>
        </p:spPr>
        <p:txBody>
          <a:bodyPr/>
          <a:lstStyle/>
          <a:p>
            <a:r>
              <a:rPr lang="en-US" dirty="0"/>
              <a:t>Jaime Delgado-Guzman</a:t>
            </a:r>
          </a:p>
        </p:txBody>
      </p:sp>
      <p:sp>
        <p:nvSpPr>
          <p:cNvPr id="4" name="Text Placeholder 3">
            <a:extLst>
              <a:ext uri="{FF2B5EF4-FFF2-40B4-BE49-F238E27FC236}">
                <a16:creationId xmlns:a16="http://schemas.microsoft.com/office/drawing/2014/main" id="{ADC2A8FD-F38A-1E4A-4F0C-E90CE9D338D8}"/>
              </a:ext>
            </a:extLst>
          </p:cNvPr>
          <p:cNvSpPr>
            <a:spLocks noGrp="1"/>
          </p:cNvSpPr>
          <p:nvPr>
            <p:ph type="body" sz="quarter" idx="14"/>
          </p:nvPr>
        </p:nvSpPr>
        <p:spPr/>
        <p:txBody>
          <a:bodyPr>
            <a:normAutofit fontScale="85000" lnSpcReduction="20000"/>
          </a:bodyPr>
          <a:lstStyle/>
          <a:p>
            <a:r>
              <a:rPr lang="en-US" b="1" dirty="0"/>
              <a:t>Lead Developer</a:t>
            </a:r>
          </a:p>
          <a:p>
            <a:endParaRPr lang="en-US" b="1" dirty="0"/>
          </a:p>
          <a:p>
            <a:r>
              <a:rPr lang="en-US" dirty="0">
                <a:latin typeface="Franklin Gothic Book"/>
              </a:rPr>
              <a:t>I am a CPCC Python Certificate student, with a background in data analysis and engineering. I am the Code Miners’ lead code developer for </a:t>
            </a:r>
            <a:r>
              <a:rPr lang="en-US" dirty="0" err="1">
                <a:latin typeface="Franklin Gothic Book"/>
              </a:rPr>
              <a:t>grantMaster</a:t>
            </a:r>
            <a:r>
              <a:rPr lang="en-US" dirty="0">
                <a:latin typeface="Franklin Gothic Book"/>
              </a:rPr>
              <a:t> and video editor.</a:t>
            </a:r>
          </a:p>
          <a:p>
            <a:endParaRPr lang="en-US" dirty="0"/>
          </a:p>
        </p:txBody>
      </p:sp>
      <p:pic>
        <p:nvPicPr>
          <p:cNvPr id="20" name="Picture Placeholder 19">
            <a:extLst>
              <a:ext uri="{FF2B5EF4-FFF2-40B4-BE49-F238E27FC236}">
                <a16:creationId xmlns:a16="http://schemas.microsoft.com/office/drawing/2014/main" id="{C77BF7A1-9868-8147-59B8-85FE6F160ABC}"/>
              </a:ext>
            </a:extLst>
          </p:cNvPr>
          <p:cNvPicPr>
            <a:picLocks noGrp="1" noChangeAspect="1"/>
          </p:cNvPicPr>
          <p:nvPr>
            <p:ph type="pic" sz="quarter" idx="29"/>
          </p:nvPr>
        </p:nvPicPr>
        <p:blipFill>
          <a:blip r:embed="rId3"/>
          <a:srcRect t="8929" b="8929"/>
          <a:stretch/>
        </p:blipFill>
        <p:spPr>
          <a:prstGeom prst="round2SameRect">
            <a:avLst>
              <a:gd name="adj1" fmla="val 4517"/>
              <a:gd name="adj2" fmla="val 0"/>
            </a:avLst>
          </a:prstGeom>
        </p:spPr>
      </p:pic>
      <p:sp>
        <p:nvSpPr>
          <p:cNvPr id="5" name="Text Placeholder 4">
            <a:extLst>
              <a:ext uri="{FF2B5EF4-FFF2-40B4-BE49-F238E27FC236}">
                <a16:creationId xmlns:a16="http://schemas.microsoft.com/office/drawing/2014/main" id="{91DE2465-97FC-867E-532F-C7283C8132F8}"/>
              </a:ext>
            </a:extLst>
          </p:cNvPr>
          <p:cNvSpPr>
            <a:spLocks noGrp="1"/>
          </p:cNvSpPr>
          <p:nvPr>
            <p:ph type="body" sz="quarter" idx="15"/>
          </p:nvPr>
        </p:nvSpPr>
        <p:spPr/>
        <p:txBody>
          <a:bodyPr/>
          <a:lstStyle/>
          <a:p>
            <a:r>
              <a:rPr lang="en-US" dirty="0"/>
              <a:t>Maura Carter</a:t>
            </a:r>
          </a:p>
        </p:txBody>
      </p:sp>
      <p:sp>
        <p:nvSpPr>
          <p:cNvPr id="6" name="Text Placeholder 5">
            <a:extLst>
              <a:ext uri="{FF2B5EF4-FFF2-40B4-BE49-F238E27FC236}">
                <a16:creationId xmlns:a16="http://schemas.microsoft.com/office/drawing/2014/main" id="{FF979EF0-576B-F9A1-4610-6E516801F766}"/>
              </a:ext>
            </a:extLst>
          </p:cNvPr>
          <p:cNvSpPr>
            <a:spLocks noGrp="1"/>
          </p:cNvSpPr>
          <p:nvPr>
            <p:ph type="body" sz="quarter" idx="16"/>
          </p:nvPr>
        </p:nvSpPr>
        <p:spPr>
          <a:xfrm>
            <a:off x="3375378" y="3859608"/>
            <a:ext cx="2486344" cy="2620214"/>
          </a:xfrm>
        </p:spPr>
        <p:txBody>
          <a:bodyPr>
            <a:normAutofit fontScale="85000" lnSpcReduction="10000"/>
          </a:bodyPr>
          <a:lstStyle/>
          <a:p>
            <a:r>
              <a:rPr lang="en-US" b="1" dirty="0"/>
              <a:t>Technical Concept Refiner</a:t>
            </a:r>
          </a:p>
          <a:p>
            <a:endParaRPr lang="en-US" b="1" dirty="0"/>
          </a:p>
          <a:p>
            <a:r>
              <a:rPr lang="en-US" dirty="0">
                <a:latin typeface="Franklin Gothic Book"/>
              </a:rPr>
              <a:t>I am a CPCC Artificial Intelligence Fundamentals Certificate student with a background in statistics and data science. I am responsible for refining the technical concept of </a:t>
            </a:r>
            <a:r>
              <a:rPr lang="en-US" dirty="0" err="1">
                <a:latin typeface="Franklin Gothic Book"/>
              </a:rPr>
              <a:t>grantMaster</a:t>
            </a:r>
            <a:r>
              <a:rPr lang="en-US" dirty="0">
                <a:latin typeface="Franklin Gothic Book"/>
              </a:rPr>
              <a:t> and the presentation.</a:t>
            </a:r>
          </a:p>
          <a:p>
            <a:endParaRPr lang="en-US" b="1" dirty="0"/>
          </a:p>
        </p:txBody>
      </p:sp>
      <p:pic>
        <p:nvPicPr>
          <p:cNvPr id="16" name="Picture Placeholder 15">
            <a:extLst>
              <a:ext uri="{FF2B5EF4-FFF2-40B4-BE49-F238E27FC236}">
                <a16:creationId xmlns:a16="http://schemas.microsoft.com/office/drawing/2014/main" id="{6AD08B97-3B8C-C829-71BA-F857CB56A6CA}"/>
              </a:ext>
            </a:extLst>
          </p:cNvPr>
          <p:cNvPicPr>
            <a:picLocks noGrp="1" noChangeAspect="1"/>
          </p:cNvPicPr>
          <p:nvPr>
            <p:ph type="pic" sz="quarter" idx="30"/>
          </p:nvPr>
        </p:nvPicPr>
        <p:blipFill>
          <a:blip r:embed="rId4"/>
          <a:srcRect t="16010" b="16010"/>
          <a:stretch/>
        </p:blipFill>
        <p:spPr>
          <a:xfrm>
            <a:off x="6626304" y="1394122"/>
            <a:ext cx="1736725" cy="1737360"/>
          </a:xfrm>
          <a:prstGeom prst="round2SameRect">
            <a:avLst>
              <a:gd name="adj1" fmla="val 4517"/>
              <a:gd name="adj2" fmla="val 0"/>
            </a:avLst>
          </a:prstGeom>
        </p:spPr>
      </p:pic>
      <p:sp>
        <p:nvSpPr>
          <p:cNvPr id="7" name="Text Placeholder 6">
            <a:extLst>
              <a:ext uri="{FF2B5EF4-FFF2-40B4-BE49-F238E27FC236}">
                <a16:creationId xmlns:a16="http://schemas.microsoft.com/office/drawing/2014/main" id="{171589BE-1C5D-D707-CD01-429766CF8234}"/>
              </a:ext>
            </a:extLst>
          </p:cNvPr>
          <p:cNvSpPr>
            <a:spLocks noGrp="1"/>
          </p:cNvSpPr>
          <p:nvPr>
            <p:ph type="body" sz="quarter" idx="17"/>
          </p:nvPr>
        </p:nvSpPr>
        <p:spPr/>
        <p:txBody>
          <a:bodyPr/>
          <a:lstStyle/>
          <a:p>
            <a:r>
              <a:rPr lang="en-US" dirty="0"/>
              <a:t>David Diza</a:t>
            </a:r>
          </a:p>
        </p:txBody>
      </p:sp>
      <p:sp>
        <p:nvSpPr>
          <p:cNvPr id="8" name="Text Placeholder 7">
            <a:extLst>
              <a:ext uri="{FF2B5EF4-FFF2-40B4-BE49-F238E27FC236}">
                <a16:creationId xmlns:a16="http://schemas.microsoft.com/office/drawing/2014/main" id="{75AB88C5-D51C-4924-8637-060CD493C5E8}"/>
              </a:ext>
            </a:extLst>
          </p:cNvPr>
          <p:cNvSpPr>
            <a:spLocks noGrp="1"/>
          </p:cNvSpPr>
          <p:nvPr>
            <p:ph type="body" sz="quarter" idx="18"/>
          </p:nvPr>
        </p:nvSpPr>
        <p:spPr/>
        <p:txBody>
          <a:bodyPr>
            <a:normAutofit fontScale="85000" lnSpcReduction="10000"/>
          </a:bodyPr>
          <a:lstStyle/>
          <a:p>
            <a:r>
              <a:rPr lang="en-US" b="1" dirty="0"/>
              <a:t>Code Tester</a:t>
            </a:r>
          </a:p>
          <a:p>
            <a:endParaRPr lang="en-US" b="1" dirty="0"/>
          </a:p>
          <a:p>
            <a:r>
              <a:rPr lang="en-US" dirty="0">
                <a:latin typeface="Franklin Gothic Book"/>
              </a:rPr>
              <a:t>I am a CPCC Computer Software Developer student, with a background in Java and multiple programming languages. I am the code reviewer and tester for </a:t>
            </a:r>
            <a:r>
              <a:rPr lang="en-US" dirty="0" err="1">
                <a:latin typeface="Franklin Gothic Book"/>
              </a:rPr>
              <a:t>grantMaster</a:t>
            </a:r>
            <a:r>
              <a:rPr lang="en-US" dirty="0">
                <a:latin typeface="Franklin Gothic Book"/>
              </a:rPr>
              <a:t>.</a:t>
            </a:r>
          </a:p>
          <a:p>
            <a:endParaRPr lang="en-US" b="1" dirty="0"/>
          </a:p>
        </p:txBody>
      </p:sp>
      <p:pic>
        <p:nvPicPr>
          <p:cNvPr id="15" name="Picture Placeholder 14">
            <a:extLst>
              <a:ext uri="{FF2B5EF4-FFF2-40B4-BE49-F238E27FC236}">
                <a16:creationId xmlns:a16="http://schemas.microsoft.com/office/drawing/2014/main" id="{531F4178-CE9E-4A5A-9954-4C9D7FC6DB02}"/>
              </a:ext>
            </a:extLst>
          </p:cNvPr>
          <p:cNvPicPr>
            <a:picLocks noGrp="1" noChangeAspect="1"/>
          </p:cNvPicPr>
          <p:nvPr>
            <p:ph type="pic" sz="quarter" idx="31"/>
          </p:nvPr>
        </p:nvPicPr>
        <p:blipFill>
          <a:blip r:embed="rId5"/>
          <a:srcRect t="11483" b="11483"/>
          <a:stretch/>
        </p:blipFill>
        <p:spPr>
          <a:prstGeom prst="round2SameRect">
            <a:avLst>
              <a:gd name="adj1" fmla="val 4517"/>
              <a:gd name="adj2" fmla="val 0"/>
            </a:avLst>
          </a:prstGeom>
        </p:spPr>
      </p:pic>
      <p:sp>
        <p:nvSpPr>
          <p:cNvPr id="9" name="Text Placeholder 8">
            <a:extLst>
              <a:ext uri="{FF2B5EF4-FFF2-40B4-BE49-F238E27FC236}">
                <a16:creationId xmlns:a16="http://schemas.microsoft.com/office/drawing/2014/main" id="{D0D788AC-9875-703B-B19B-A80B540E604A}"/>
              </a:ext>
            </a:extLst>
          </p:cNvPr>
          <p:cNvSpPr>
            <a:spLocks noGrp="1"/>
          </p:cNvSpPr>
          <p:nvPr>
            <p:ph type="body" sz="quarter" idx="19"/>
          </p:nvPr>
        </p:nvSpPr>
        <p:spPr/>
        <p:txBody>
          <a:bodyPr/>
          <a:lstStyle/>
          <a:p>
            <a:r>
              <a:rPr lang="en-US" dirty="0"/>
              <a:t>Zoe Ramirez</a:t>
            </a:r>
          </a:p>
        </p:txBody>
      </p:sp>
      <p:sp>
        <p:nvSpPr>
          <p:cNvPr id="10" name="Text Placeholder 9">
            <a:extLst>
              <a:ext uri="{FF2B5EF4-FFF2-40B4-BE49-F238E27FC236}">
                <a16:creationId xmlns:a16="http://schemas.microsoft.com/office/drawing/2014/main" id="{AF2C4680-C619-ED98-9F97-2F280E74931E}"/>
              </a:ext>
            </a:extLst>
          </p:cNvPr>
          <p:cNvSpPr>
            <a:spLocks noGrp="1"/>
          </p:cNvSpPr>
          <p:nvPr>
            <p:ph type="body" sz="quarter" idx="20"/>
          </p:nvPr>
        </p:nvSpPr>
        <p:spPr/>
        <p:txBody>
          <a:bodyPr>
            <a:normAutofit fontScale="85000" lnSpcReduction="10000"/>
          </a:bodyPr>
          <a:lstStyle/>
          <a:p>
            <a:r>
              <a:rPr lang="en-US" b="1" dirty="0"/>
              <a:t>Logistics Coordinator</a:t>
            </a:r>
          </a:p>
          <a:p>
            <a:endParaRPr lang="en-US" b="1" dirty="0"/>
          </a:p>
          <a:p>
            <a:r>
              <a:rPr lang="en-US" dirty="0">
                <a:latin typeface="Franklin Gothic Book"/>
              </a:rPr>
              <a:t>I am a CPCC Certificate Student in Cyber Security. I provide organization and communication for the Code Miners team, in addition to workflow logistics for </a:t>
            </a:r>
            <a:r>
              <a:rPr lang="en-US" dirty="0" err="1">
                <a:latin typeface="Franklin Gothic Book"/>
              </a:rPr>
              <a:t>grantMaster</a:t>
            </a:r>
            <a:r>
              <a:rPr lang="en-US" dirty="0">
                <a:latin typeface="Franklin Gothic Book"/>
              </a:rPr>
              <a:t>.</a:t>
            </a:r>
          </a:p>
          <a:p>
            <a:endParaRPr lang="en-US" b="1" dirty="0"/>
          </a:p>
        </p:txBody>
      </p:sp>
    </p:spTree>
    <p:extLst>
      <p:ext uri="{BB962C8B-B14F-4D97-AF65-F5344CB8AC3E}">
        <p14:creationId xmlns:p14="http://schemas.microsoft.com/office/powerpoint/2010/main" val="3741375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42D2C-EE6F-53E1-21C3-322A0565E484}"/>
              </a:ext>
            </a:extLst>
          </p:cNvPr>
          <p:cNvSpPr>
            <a:spLocks noGrp="1"/>
          </p:cNvSpPr>
          <p:nvPr>
            <p:ph type="title"/>
          </p:nvPr>
        </p:nvSpPr>
        <p:spPr/>
        <p:txBody>
          <a:bodyPr/>
          <a:lstStyle/>
          <a:p>
            <a:pPr algn="ctr"/>
            <a:r>
              <a:rPr lang="en-US" dirty="0"/>
              <a:t>The Problem: Billions in Student Grant Money Go Unclaimed</a:t>
            </a:r>
          </a:p>
        </p:txBody>
      </p:sp>
      <p:sp>
        <p:nvSpPr>
          <p:cNvPr id="3" name="Content Placeholder 2">
            <a:extLst>
              <a:ext uri="{FF2B5EF4-FFF2-40B4-BE49-F238E27FC236}">
                <a16:creationId xmlns:a16="http://schemas.microsoft.com/office/drawing/2014/main" id="{83899B32-D7F8-1E0C-2C52-2E3C0D0330C9}"/>
              </a:ext>
            </a:extLst>
          </p:cNvPr>
          <p:cNvSpPr>
            <a:spLocks noGrp="1"/>
          </p:cNvSpPr>
          <p:nvPr>
            <p:ph sz="quarter" idx="13"/>
          </p:nvPr>
        </p:nvSpPr>
        <p:spPr>
          <a:xfrm>
            <a:off x="435429" y="1188719"/>
            <a:ext cx="10994571" cy="4384767"/>
          </a:xfrm>
        </p:spPr>
        <p:txBody>
          <a:bodyPr/>
          <a:lstStyle/>
          <a:p>
            <a:r>
              <a:rPr lang="en-US" sz="2800" dirty="0"/>
              <a:t>🎓 </a:t>
            </a:r>
            <a:r>
              <a:rPr lang="en-US" dirty="0"/>
              <a:t>Students don’t know what grants they qualify for to pay for college</a:t>
            </a:r>
          </a:p>
          <a:p>
            <a:r>
              <a:rPr lang="en-US" dirty="0"/>
              <a:t>💰 Grants require extensive time, research, and complex applications</a:t>
            </a:r>
          </a:p>
          <a:p>
            <a:r>
              <a:rPr lang="en-US" dirty="0"/>
              <a:t>🏦 Grantors can’t distribute funds without completed applications</a:t>
            </a:r>
          </a:p>
          <a:p>
            <a:r>
              <a:rPr lang="en-US" dirty="0"/>
              <a:t>Result:</a:t>
            </a:r>
          </a:p>
          <a:p>
            <a:pPr lvl="1"/>
            <a:r>
              <a:rPr lang="en-US" dirty="0"/>
              <a:t>⛓️ Massive student loan debt &amp; financial burden</a:t>
            </a:r>
          </a:p>
          <a:p>
            <a:pPr lvl="1"/>
            <a:r>
              <a:rPr lang="en-US" dirty="0"/>
              <a:t>🛑Lower enrollment, retention, and graduation rates</a:t>
            </a:r>
          </a:p>
          <a:p>
            <a:pPr lvl="2"/>
            <a:r>
              <a:rPr lang="en-US" dirty="0"/>
              <a:t>Students don’t finish their degrees</a:t>
            </a:r>
          </a:p>
          <a:p>
            <a:pPr lvl="1"/>
            <a:r>
              <a:rPr lang="en-US" dirty="0"/>
              <a:t>💸Over </a:t>
            </a:r>
            <a:r>
              <a:rPr lang="en-US" b="1" dirty="0"/>
              <a:t>$3 trillion</a:t>
            </a:r>
            <a:r>
              <a:rPr lang="en-US" dirty="0"/>
              <a:t> in student loans, impacting entire generations</a:t>
            </a:r>
          </a:p>
          <a:p>
            <a:pPr lvl="1"/>
            <a:r>
              <a:rPr lang="en-US" dirty="0"/>
              <a:t>🚫Underserved students are left out of free funding for college – lack of access </a:t>
            </a:r>
          </a:p>
        </p:txBody>
      </p:sp>
    </p:spTree>
    <p:extLst>
      <p:ext uri="{BB962C8B-B14F-4D97-AF65-F5344CB8AC3E}">
        <p14:creationId xmlns:p14="http://schemas.microsoft.com/office/powerpoint/2010/main" val="270152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AD723-4FF2-171E-2B03-C2CDBAA7BDB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144326D-03BB-BA32-AC35-1BDA10FFBAD8}"/>
              </a:ext>
            </a:extLst>
          </p:cNvPr>
          <p:cNvPicPr>
            <a:picLocks noGrp="1" noChangeAspect="1"/>
          </p:cNvPicPr>
          <p:nvPr>
            <p:ph sz="quarter" idx="13"/>
          </p:nvPr>
        </p:nvPicPr>
        <p:blipFill>
          <a:blip r:embed="rId2"/>
          <a:stretch>
            <a:fillRect/>
          </a:stretch>
        </p:blipFill>
        <p:spPr>
          <a:xfrm>
            <a:off x="2613335" y="1337190"/>
            <a:ext cx="6935168" cy="4001058"/>
          </a:xfrm>
          <a:prstGeom prst="rect">
            <a:avLst/>
          </a:prstGeom>
        </p:spPr>
      </p:pic>
    </p:spTree>
    <p:extLst>
      <p:ext uri="{BB962C8B-B14F-4D97-AF65-F5344CB8AC3E}">
        <p14:creationId xmlns:p14="http://schemas.microsoft.com/office/powerpoint/2010/main" val="2181015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69C95-8A90-FA2D-FE3F-4BB64AD21871}"/>
              </a:ext>
            </a:extLst>
          </p:cNvPr>
          <p:cNvSpPr>
            <a:spLocks noGrp="1"/>
          </p:cNvSpPr>
          <p:nvPr>
            <p:ph type="title"/>
          </p:nvPr>
        </p:nvSpPr>
        <p:spPr/>
        <p:txBody>
          <a:bodyPr>
            <a:normAutofit/>
          </a:bodyPr>
          <a:lstStyle/>
          <a:p>
            <a:pPr algn="ctr"/>
            <a:r>
              <a:rPr lang="en-US" dirty="0"/>
              <a:t>The Solution: </a:t>
            </a:r>
            <a:r>
              <a:rPr lang="en-US" dirty="0" err="1"/>
              <a:t>grantMaster</a:t>
            </a:r>
            <a:r>
              <a:rPr lang="en-US" dirty="0"/>
              <a:t> – Automated Grant Matching</a:t>
            </a:r>
          </a:p>
        </p:txBody>
      </p:sp>
      <p:sp>
        <p:nvSpPr>
          <p:cNvPr id="3" name="Content Placeholder 2">
            <a:extLst>
              <a:ext uri="{FF2B5EF4-FFF2-40B4-BE49-F238E27FC236}">
                <a16:creationId xmlns:a16="http://schemas.microsoft.com/office/drawing/2014/main" id="{58C90539-D4A4-F760-0956-C11148BA2EAC}"/>
              </a:ext>
            </a:extLst>
          </p:cNvPr>
          <p:cNvSpPr>
            <a:spLocks noGrp="1"/>
          </p:cNvSpPr>
          <p:nvPr>
            <p:ph sz="quarter" idx="13"/>
          </p:nvPr>
        </p:nvSpPr>
        <p:spPr>
          <a:xfrm>
            <a:off x="731520" y="1188719"/>
            <a:ext cx="10698480" cy="4749093"/>
          </a:xfrm>
        </p:spPr>
        <p:txBody>
          <a:bodyPr>
            <a:normAutofit fontScale="92500" lnSpcReduction="10000"/>
          </a:bodyPr>
          <a:lstStyle/>
          <a:p>
            <a:r>
              <a:rPr lang="en-US" dirty="0" err="1"/>
              <a:t>grantMaster</a:t>
            </a:r>
            <a:r>
              <a:rPr lang="en-US" dirty="0"/>
              <a:t> provides easy access to grant funding to pay for college</a:t>
            </a:r>
          </a:p>
          <a:p>
            <a:r>
              <a:rPr lang="en-US" dirty="0"/>
              <a:t>Students opt in with </a:t>
            </a:r>
            <a:r>
              <a:rPr lang="en-US" b="1" dirty="0"/>
              <a:t>one checkbox </a:t>
            </a:r>
            <a:r>
              <a:rPr lang="en-US" dirty="0"/>
              <a:t>during college registration</a:t>
            </a:r>
          </a:p>
          <a:p>
            <a:r>
              <a:rPr lang="en-US" dirty="0" err="1"/>
              <a:t>grantMaster</a:t>
            </a:r>
            <a:r>
              <a:rPr lang="en-US" dirty="0"/>
              <a:t> Automatically:</a:t>
            </a:r>
          </a:p>
          <a:p>
            <a:pPr lvl="1"/>
            <a:r>
              <a:rPr lang="en-US" dirty="0"/>
              <a:t>Identifies eligible grants</a:t>
            </a:r>
          </a:p>
          <a:p>
            <a:pPr lvl="1"/>
            <a:r>
              <a:rPr lang="en-US" dirty="0"/>
              <a:t>Notifies students</a:t>
            </a:r>
          </a:p>
          <a:p>
            <a:pPr lvl="1"/>
            <a:r>
              <a:rPr lang="en-US" dirty="0"/>
              <a:t>Applies to grants when possible</a:t>
            </a:r>
          </a:p>
          <a:p>
            <a:r>
              <a:rPr lang="en-US" dirty="0"/>
              <a:t>Flags missing requirement (essay, resume, portfolio, etc.)</a:t>
            </a:r>
          </a:p>
          <a:p>
            <a:r>
              <a:rPr lang="en-US" dirty="0"/>
              <a:t>This removes friction entirely from the process</a:t>
            </a:r>
          </a:p>
          <a:p>
            <a:endParaRPr lang="en-US" dirty="0"/>
          </a:p>
          <a:p>
            <a:pPr marL="0" indent="0">
              <a:buNone/>
            </a:pPr>
            <a:endParaRPr lang="en-US" dirty="0"/>
          </a:p>
          <a:p>
            <a:pPr marL="0" indent="0">
              <a:buNone/>
            </a:pPr>
            <a:endParaRPr lang="en-US" dirty="0"/>
          </a:p>
          <a:p>
            <a:pPr marL="0" indent="0">
              <a:buNone/>
            </a:pPr>
            <a:r>
              <a:rPr lang="en-US" sz="2800" dirty="0">
                <a:solidFill>
                  <a:schemeClr val="accent5">
                    <a:lumMod val="75000"/>
                  </a:schemeClr>
                </a:solidFill>
                <a:latin typeface="Franklin Gothic Demi" panose="020B0703020102020204" pitchFamily="34" charset="0"/>
              </a:rPr>
              <a:t>                    “Students do nothing. </a:t>
            </a:r>
            <a:r>
              <a:rPr lang="en-US" sz="2800" dirty="0" err="1">
                <a:solidFill>
                  <a:schemeClr val="accent5">
                    <a:lumMod val="75000"/>
                  </a:schemeClr>
                </a:solidFill>
                <a:latin typeface="Franklin Gothic Demi" panose="020B0703020102020204" pitchFamily="34" charset="0"/>
              </a:rPr>
              <a:t>grantMaster</a:t>
            </a:r>
            <a:r>
              <a:rPr lang="en-US" sz="2800" dirty="0">
                <a:solidFill>
                  <a:schemeClr val="accent5">
                    <a:lumMod val="75000"/>
                  </a:schemeClr>
                </a:solidFill>
                <a:latin typeface="Franklin Gothic Demi" panose="020B0703020102020204" pitchFamily="34" charset="0"/>
              </a:rPr>
              <a:t> does everything.”</a:t>
            </a:r>
          </a:p>
        </p:txBody>
      </p:sp>
    </p:spTree>
    <p:extLst>
      <p:ext uri="{BB962C8B-B14F-4D97-AF65-F5344CB8AC3E}">
        <p14:creationId xmlns:p14="http://schemas.microsoft.com/office/powerpoint/2010/main" val="2561555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132E7-AA11-2E9F-7E78-57CE2B93E36F}"/>
              </a:ext>
            </a:extLst>
          </p:cNvPr>
          <p:cNvSpPr>
            <a:spLocks noGrp="1"/>
          </p:cNvSpPr>
          <p:nvPr>
            <p:ph type="title"/>
          </p:nvPr>
        </p:nvSpPr>
        <p:spPr>
          <a:xfrm>
            <a:off x="746760" y="362026"/>
            <a:ext cx="10698480" cy="640080"/>
          </a:xfrm>
        </p:spPr>
        <p:txBody>
          <a:bodyPr/>
          <a:lstStyle/>
          <a:p>
            <a:pPr algn="ctr"/>
            <a:r>
              <a:rPr lang="en-US" dirty="0"/>
              <a:t>How It Works: Simple, End-to-End Automation</a:t>
            </a:r>
          </a:p>
        </p:txBody>
      </p:sp>
      <p:sp>
        <p:nvSpPr>
          <p:cNvPr id="3" name="Content Placeholder 2">
            <a:extLst>
              <a:ext uri="{FF2B5EF4-FFF2-40B4-BE49-F238E27FC236}">
                <a16:creationId xmlns:a16="http://schemas.microsoft.com/office/drawing/2014/main" id="{0E39F960-8F16-BE91-BAF8-1F09CF17E53A}"/>
              </a:ext>
            </a:extLst>
          </p:cNvPr>
          <p:cNvSpPr>
            <a:spLocks noGrp="1"/>
          </p:cNvSpPr>
          <p:nvPr>
            <p:ph sz="quarter" idx="13"/>
          </p:nvPr>
        </p:nvSpPr>
        <p:spPr>
          <a:xfrm>
            <a:off x="746760" y="1136254"/>
            <a:ext cx="10698480" cy="4497049"/>
          </a:xfrm>
        </p:spPr>
        <p:txBody>
          <a:bodyPr>
            <a:normAutofit/>
          </a:bodyPr>
          <a:lstStyle/>
          <a:p>
            <a:r>
              <a:rPr lang="en-US" sz="3200" dirty="0"/>
              <a:t>🏫 </a:t>
            </a:r>
            <a:r>
              <a:rPr lang="en-US" sz="3200" b="1" dirty="0"/>
              <a:t>To get started, the Colleges:</a:t>
            </a:r>
          </a:p>
          <a:p>
            <a:pPr marL="457200" lvl="1" indent="0">
              <a:buNone/>
            </a:pPr>
            <a:r>
              <a:rPr lang="en-US" dirty="0"/>
              <a:t>1. Subscribe to </a:t>
            </a:r>
            <a:r>
              <a:rPr lang="en-US" dirty="0" err="1"/>
              <a:t>grantMaster</a:t>
            </a:r>
            <a:endParaRPr lang="en-US" dirty="0"/>
          </a:p>
          <a:p>
            <a:pPr marL="457200" lvl="1" indent="0">
              <a:buNone/>
            </a:pPr>
            <a:r>
              <a:rPr lang="en-US" dirty="0"/>
              <a:t>2. Add “</a:t>
            </a:r>
            <a:r>
              <a:rPr lang="en-US" dirty="0" err="1"/>
              <a:t>Opt</a:t>
            </a:r>
            <a:r>
              <a:rPr lang="en-US" dirty="0"/>
              <a:t> In” checkbox to student registration forms </a:t>
            </a:r>
          </a:p>
          <a:p>
            <a:pPr marL="457200" lvl="1" indent="0">
              <a:buNone/>
            </a:pPr>
            <a:r>
              <a:rPr lang="en-US" dirty="0"/>
              <a:t>3. Sign the data sharing agreement with </a:t>
            </a:r>
            <a:r>
              <a:rPr lang="en-US" dirty="0" err="1"/>
              <a:t>grantMaster</a:t>
            </a:r>
            <a:endParaRPr lang="en-US" dirty="0"/>
          </a:p>
          <a:p>
            <a:pPr marL="457200" lvl="1" indent="0">
              <a:buNone/>
            </a:pPr>
            <a:r>
              <a:rPr lang="en-US" dirty="0"/>
              <a:t>4. Securely shares data </a:t>
            </a:r>
            <a:endParaRPr lang="en-US" sz="3200" b="1" dirty="0"/>
          </a:p>
          <a:p>
            <a:r>
              <a:rPr lang="en-US" sz="3200" dirty="0"/>
              <a:t>🎓 </a:t>
            </a:r>
            <a:r>
              <a:rPr lang="en-US" sz="3200" b="1" dirty="0"/>
              <a:t>The Students:</a:t>
            </a:r>
          </a:p>
          <a:p>
            <a:pPr marL="457200" lvl="1" indent="0">
              <a:buNone/>
            </a:pPr>
            <a:r>
              <a:rPr lang="en-US" dirty="0"/>
              <a:t>1. </a:t>
            </a:r>
            <a:r>
              <a:rPr lang="en-US" dirty="0" err="1"/>
              <a:t>Opt</a:t>
            </a:r>
            <a:r>
              <a:rPr lang="en-US" dirty="0"/>
              <a:t> in at college registration – One checkbox!</a:t>
            </a:r>
          </a:p>
          <a:p>
            <a:pPr marL="457200" lvl="1" indent="0">
              <a:buNone/>
            </a:pPr>
            <a:r>
              <a:rPr lang="en-US" dirty="0"/>
              <a:t>2. Receive an email notification of grant opportunities and auto applications</a:t>
            </a:r>
          </a:p>
          <a:p>
            <a:pPr lvl="1"/>
            <a:endParaRPr lang="en-US" dirty="0"/>
          </a:p>
        </p:txBody>
      </p:sp>
      <p:sp>
        <p:nvSpPr>
          <p:cNvPr id="4" name="TextBox 3">
            <a:extLst>
              <a:ext uri="{FF2B5EF4-FFF2-40B4-BE49-F238E27FC236}">
                <a16:creationId xmlns:a16="http://schemas.microsoft.com/office/drawing/2014/main" id="{AE362BB7-2354-6834-5BA8-734F3B2289EA}"/>
              </a:ext>
            </a:extLst>
          </p:cNvPr>
          <p:cNvSpPr txBox="1"/>
          <p:nvPr/>
        </p:nvSpPr>
        <p:spPr>
          <a:xfrm>
            <a:off x="1569155" y="4986972"/>
            <a:ext cx="10340622" cy="646331"/>
          </a:xfrm>
          <a:prstGeom prst="rect">
            <a:avLst/>
          </a:prstGeom>
          <a:noFill/>
        </p:spPr>
        <p:txBody>
          <a:bodyPr wrap="square" rtlCol="0">
            <a:spAutoFit/>
          </a:bodyPr>
          <a:lstStyle/>
          <a:p>
            <a:pPr algn="ctr"/>
            <a:r>
              <a:rPr lang="en-US" b="1" dirty="0"/>
              <a:t>[1] Subscribe →   [2] Opt-In Checkbox Added    →   [3] Data Sharing Agreement  →  [4] Student Opt-In  →    [5] Secure Data Sharing   →   [6] </a:t>
            </a:r>
            <a:r>
              <a:rPr lang="en-US" b="1" dirty="0" err="1"/>
              <a:t>dataMaster</a:t>
            </a:r>
            <a:r>
              <a:rPr lang="en-US" b="1" dirty="0"/>
              <a:t> Matching Engine   →   [7] Student Notification Email</a:t>
            </a:r>
          </a:p>
        </p:txBody>
      </p:sp>
      <p:sp>
        <p:nvSpPr>
          <p:cNvPr id="6" name="TextBox 5">
            <a:extLst>
              <a:ext uri="{FF2B5EF4-FFF2-40B4-BE49-F238E27FC236}">
                <a16:creationId xmlns:a16="http://schemas.microsoft.com/office/drawing/2014/main" id="{8F384169-CA71-D990-11D0-8C25362EBAE4}"/>
              </a:ext>
            </a:extLst>
          </p:cNvPr>
          <p:cNvSpPr txBox="1"/>
          <p:nvPr/>
        </p:nvSpPr>
        <p:spPr>
          <a:xfrm>
            <a:off x="1177961" y="6380882"/>
            <a:ext cx="10581743" cy="338554"/>
          </a:xfrm>
          <a:prstGeom prst="rect">
            <a:avLst/>
          </a:prstGeom>
          <a:noFill/>
        </p:spPr>
        <p:txBody>
          <a:bodyPr wrap="none" rtlCol="0">
            <a:spAutoFit/>
          </a:bodyPr>
          <a:lstStyle/>
          <a:p>
            <a:r>
              <a:rPr lang="en-US" sz="1600" b="1" dirty="0">
                <a:solidFill>
                  <a:srgbClr val="FFC000"/>
                </a:solidFill>
              </a:rPr>
              <a:t>The entire pipeline is the prototype, starting with the college subscribing, and ending with the student receiving an email.</a:t>
            </a:r>
          </a:p>
        </p:txBody>
      </p:sp>
    </p:spTree>
    <p:extLst>
      <p:ext uri="{BB962C8B-B14F-4D97-AF65-F5344CB8AC3E}">
        <p14:creationId xmlns:p14="http://schemas.microsoft.com/office/powerpoint/2010/main" val="3753916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66F77-B1D6-3167-BF26-97D3C966385C}"/>
              </a:ext>
            </a:extLst>
          </p:cNvPr>
          <p:cNvSpPr>
            <a:spLocks noGrp="1"/>
          </p:cNvSpPr>
          <p:nvPr>
            <p:ph type="title"/>
          </p:nvPr>
        </p:nvSpPr>
        <p:spPr>
          <a:xfrm>
            <a:off x="731520" y="329879"/>
            <a:ext cx="10698480" cy="640080"/>
          </a:xfrm>
        </p:spPr>
        <p:txBody>
          <a:bodyPr/>
          <a:lstStyle/>
          <a:p>
            <a:pPr algn="ctr"/>
            <a:r>
              <a:rPr lang="en-US" dirty="0"/>
              <a:t>Backend: Technical Engine Behind </a:t>
            </a:r>
            <a:r>
              <a:rPr lang="en-US" dirty="0" err="1"/>
              <a:t>grantMaster</a:t>
            </a:r>
            <a:r>
              <a:rPr lang="en-US" dirty="0"/>
              <a:t> Pipeline</a:t>
            </a:r>
          </a:p>
        </p:txBody>
      </p:sp>
      <p:sp>
        <p:nvSpPr>
          <p:cNvPr id="3" name="Content Placeholder 2">
            <a:extLst>
              <a:ext uri="{FF2B5EF4-FFF2-40B4-BE49-F238E27FC236}">
                <a16:creationId xmlns:a16="http://schemas.microsoft.com/office/drawing/2014/main" id="{CE3624DF-BBBF-A8D6-6A9A-A03F572C60B1}"/>
              </a:ext>
            </a:extLst>
          </p:cNvPr>
          <p:cNvSpPr>
            <a:spLocks noGrp="1"/>
          </p:cNvSpPr>
          <p:nvPr>
            <p:ph sz="quarter" idx="13"/>
          </p:nvPr>
        </p:nvSpPr>
        <p:spPr>
          <a:xfrm>
            <a:off x="731520" y="969959"/>
            <a:ext cx="10698480" cy="4691219"/>
          </a:xfrm>
        </p:spPr>
        <p:txBody>
          <a:bodyPr>
            <a:normAutofit fontScale="92500" lnSpcReduction="10000"/>
          </a:bodyPr>
          <a:lstStyle/>
          <a:p>
            <a:r>
              <a:rPr lang="en-US" b="1" dirty="0"/>
              <a:t>Core Components:</a:t>
            </a:r>
          </a:p>
          <a:p>
            <a:pPr lvl="1"/>
            <a:r>
              <a:rPr lang="en-US" dirty="0"/>
              <a:t>🔒 Secure data ingestion from colleges via API/database connection</a:t>
            </a:r>
          </a:p>
          <a:p>
            <a:pPr lvl="1"/>
            <a:r>
              <a:rPr lang="en-US" dirty="0"/>
              <a:t>🧠 Matching algorithm:</a:t>
            </a:r>
          </a:p>
          <a:p>
            <a:pPr lvl="2"/>
            <a:r>
              <a:rPr lang="en-US" dirty="0"/>
              <a:t>Compares student attributes (GPA, major, demographics, etc.) against grant eligibility rules</a:t>
            </a:r>
          </a:p>
          <a:p>
            <a:pPr lvl="1"/>
            <a:r>
              <a:rPr lang="en-US" dirty="0"/>
              <a:t>⚙️ Automation layer:</a:t>
            </a:r>
          </a:p>
          <a:p>
            <a:pPr marL="914400" lvl="2" indent="0">
              <a:buNone/>
            </a:pPr>
            <a:r>
              <a:rPr lang="en-US" dirty="0"/>
              <a:t>Triggers automatic applications whenever possible</a:t>
            </a:r>
          </a:p>
          <a:p>
            <a:pPr lvl="2"/>
            <a:r>
              <a:rPr lang="en-US" dirty="0"/>
              <a:t>Flags missing requirements</a:t>
            </a:r>
          </a:p>
          <a:p>
            <a:pPr lvl="1"/>
            <a:r>
              <a:rPr lang="en-US" dirty="0"/>
              <a:t>✉️Output:</a:t>
            </a:r>
          </a:p>
          <a:p>
            <a:pPr lvl="2"/>
            <a:r>
              <a:rPr lang="en-US" dirty="0"/>
              <a:t>Generates personalized student emails, containing relevant grant information</a:t>
            </a:r>
            <a:endParaRPr lang="en-US" b="1" dirty="0"/>
          </a:p>
          <a:p>
            <a:r>
              <a:rPr lang="en-US" b="1" dirty="0"/>
              <a:t>Tech Highlights:</a:t>
            </a:r>
          </a:p>
          <a:p>
            <a:pPr lvl="1"/>
            <a:r>
              <a:rPr lang="en-US" dirty="0"/>
              <a:t>Python-based processing pipeline</a:t>
            </a:r>
          </a:p>
          <a:p>
            <a:pPr lvl="1"/>
            <a:r>
              <a:rPr lang="en-US" dirty="0"/>
              <a:t>Structured data handling &amp; filtering, with rule-based matching</a:t>
            </a:r>
          </a:p>
          <a:p>
            <a:pPr lvl="1"/>
            <a:r>
              <a:rPr lang="en-US" dirty="0"/>
              <a:t>Scalable architecture for multiple institutions </a:t>
            </a:r>
          </a:p>
        </p:txBody>
      </p:sp>
      <p:sp>
        <p:nvSpPr>
          <p:cNvPr id="4" name="TextBox 3">
            <a:extLst>
              <a:ext uri="{FF2B5EF4-FFF2-40B4-BE49-F238E27FC236}">
                <a16:creationId xmlns:a16="http://schemas.microsoft.com/office/drawing/2014/main" id="{59593E5A-5584-0527-2540-90271C4B25D7}"/>
              </a:ext>
            </a:extLst>
          </p:cNvPr>
          <p:cNvSpPr txBox="1"/>
          <p:nvPr/>
        </p:nvSpPr>
        <p:spPr>
          <a:xfrm>
            <a:off x="2968053" y="6343455"/>
            <a:ext cx="7503077" cy="369332"/>
          </a:xfrm>
          <a:prstGeom prst="rect">
            <a:avLst/>
          </a:prstGeom>
          <a:noFill/>
        </p:spPr>
        <p:txBody>
          <a:bodyPr wrap="square" rtlCol="0">
            <a:spAutoFit/>
          </a:bodyPr>
          <a:lstStyle/>
          <a:p>
            <a:r>
              <a:rPr lang="en-US" b="1" dirty="0">
                <a:solidFill>
                  <a:schemeClr val="accent4"/>
                </a:solidFill>
              </a:rPr>
              <a:t>This is where our actual code lives – the matching and automation logic.</a:t>
            </a:r>
          </a:p>
        </p:txBody>
      </p:sp>
      <p:sp>
        <p:nvSpPr>
          <p:cNvPr id="5" name="TextBox 4">
            <a:extLst>
              <a:ext uri="{FF2B5EF4-FFF2-40B4-BE49-F238E27FC236}">
                <a16:creationId xmlns:a16="http://schemas.microsoft.com/office/drawing/2014/main" id="{4B442C5A-7F7C-C737-4634-7A0DCDB914E9}"/>
              </a:ext>
            </a:extLst>
          </p:cNvPr>
          <p:cNvSpPr txBox="1"/>
          <p:nvPr/>
        </p:nvSpPr>
        <p:spPr>
          <a:xfrm>
            <a:off x="2968053" y="5661178"/>
            <a:ext cx="7406708" cy="369332"/>
          </a:xfrm>
          <a:prstGeom prst="rect">
            <a:avLst/>
          </a:prstGeom>
          <a:noFill/>
        </p:spPr>
        <p:txBody>
          <a:bodyPr wrap="none" rtlCol="0">
            <a:spAutoFit/>
          </a:bodyPr>
          <a:lstStyle/>
          <a:p>
            <a:r>
              <a:rPr lang="en-US" dirty="0"/>
              <a:t>[Data Ingestion] → [Matching Algorithm] → [Automation Layer] → [Output]</a:t>
            </a:r>
          </a:p>
        </p:txBody>
      </p:sp>
    </p:spTree>
    <p:extLst>
      <p:ext uri="{BB962C8B-B14F-4D97-AF65-F5344CB8AC3E}">
        <p14:creationId xmlns:p14="http://schemas.microsoft.com/office/powerpoint/2010/main" val="2292348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EA9B7-BEB7-6200-EA5F-B947A9344E37}"/>
              </a:ext>
            </a:extLst>
          </p:cNvPr>
          <p:cNvSpPr>
            <a:spLocks noGrp="1"/>
          </p:cNvSpPr>
          <p:nvPr>
            <p:ph type="title"/>
          </p:nvPr>
        </p:nvSpPr>
        <p:spPr/>
        <p:txBody>
          <a:bodyPr/>
          <a:lstStyle/>
          <a:p>
            <a:r>
              <a:rPr lang="en-US" dirty="0"/>
              <a:t>Backend Diagram 1</a:t>
            </a:r>
          </a:p>
        </p:txBody>
      </p:sp>
      <p:pic>
        <p:nvPicPr>
          <p:cNvPr id="5" name="Content Placeholder 4">
            <a:extLst>
              <a:ext uri="{FF2B5EF4-FFF2-40B4-BE49-F238E27FC236}">
                <a16:creationId xmlns:a16="http://schemas.microsoft.com/office/drawing/2014/main" id="{02F3576B-40F7-480E-64E7-2E0CA28CFC65}"/>
              </a:ext>
            </a:extLst>
          </p:cNvPr>
          <p:cNvPicPr>
            <a:picLocks noGrp="1" noChangeAspect="1"/>
          </p:cNvPicPr>
          <p:nvPr>
            <p:ph sz="quarter" idx="13"/>
          </p:nvPr>
        </p:nvPicPr>
        <p:blipFill>
          <a:blip r:embed="rId2"/>
          <a:stretch>
            <a:fillRect/>
          </a:stretch>
        </p:blipFill>
        <p:spPr>
          <a:xfrm>
            <a:off x="2409719" y="1242659"/>
            <a:ext cx="7372561" cy="5158141"/>
          </a:xfrm>
          <a:prstGeom prst="rect">
            <a:avLst/>
          </a:prstGeom>
        </p:spPr>
      </p:pic>
    </p:spTree>
    <p:extLst>
      <p:ext uri="{BB962C8B-B14F-4D97-AF65-F5344CB8AC3E}">
        <p14:creationId xmlns:p14="http://schemas.microsoft.com/office/powerpoint/2010/main" val="1104220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AE331-DC23-1358-1BDF-B14E9CBB2D17}"/>
              </a:ext>
            </a:extLst>
          </p:cNvPr>
          <p:cNvSpPr>
            <a:spLocks noGrp="1"/>
          </p:cNvSpPr>
          <p:nvPr>
            <p:ph type="title"/>
          </p:nvPr>
        </p:nvSpPr>
        <p:spPr/>
        <p:txBody>
          <a:bodyPr/>
          <a:lstStyle/>
          <a:p>
            <a:r>
              <a:rPr lang="en-US" dirty="0"/>
              <a:t>Backend Diagram 2</a:t>
            </a:r>
          </a:p>
        </p:txBody>
      </p:sp>
      <p:pic>
        <p:nvPicPr>
          <p:cNvPr id="5" name="Content Placeholder 4">
            <a:extLst>
              <a:ext uri="{FF2B5EF4-FFF2-40B4-BE49-F238E27FC236}">
                <a16:creationId xmlns:a16="http://schemas.microsoft.com/office/drawing/2014/main" id="{0F3DFE79-246C-2916-53E3-AF69F3FEB4C4}"/>
              </a:ext>
            </a:extLst>
          </p:cNvPr>
          <p:cNvPicPr>
            <a:picLocks noGrp="1" noChangeAspect="1"/>
          </p:cNvPicPr>
          <p:nvPr>
            <p:ph sz="quarter" idx="13"/>
          </p:nvPr>
        </p:nvPicPr>
        <p:blipFill>
          <a:blip r:embed="rId2"/>
          <a:stretch>
            <a:fillRect/>
          </a:stretch>
        </p:blipFill>
        <p:spPr>
          <a:xfrm>
            <a:off x="2151308" y="2318401"/>
            <a:ext cx="7859222" cy="2038635"/>
          </a:xfrm>
          <a:prstGeom prst="rect">
            <a:avLst/>
          </a:prstGeom>
        </p:spPr>
      </p:pic>
    </p:spTree>
    <p:extLst>
      <p:ext uri="{BB962C8B-B14F-4D97-AF65-F5344CB8AC3E}">
        <p14:creationId xmlns:p14="http://schemas.microsoft.com/office/powerpoint/2010/main" val="2697784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32C34-EC0B-09CF-B4A2-7BDD7FF919E3}"/>
              </a:ext>
            </a:extLst>
          </p:cNvPr>
          <p:cNvSpPr>
            <a:spLocks noGrp="1"/>
          </p:cNvSpPr>
          <p:nvPr>
            <p:ph type="title"/>
          </p:nvPr>
        </p:nvSpPr>
        <p:spPr/>
        <p:txBody>
          <a:bodyPr>
            <a:normAutofit fontScale="90000"/>
          </a:bodyPr>
          <a:lstStyle/>
          <a:p>
            <a:r>
              <a:rPr lang="en-US" dirty="0"/>
              <a:t>Frontend Demo – For Testers To See our Concept – this is Not the prototype.</a:t>
            </a:r>
          </a:p>
        </p:txBody>
      </p:sp>
      <p:pic>
        <p:nvPicPr>
          <p:cNvPr id="5" name="Content Placeholder 4">
            <a:extLst>
              <a:ext uri="{FF2B5EF4-FFF2-40B4-BE49-F238E27FC236}">
                <a16:creationId xmlns:a16="http://schemas.microsoft.com/office/drawing/2014/main" id="{0F97C4EB-158D-A32C-54EB-0486FBFFB747}"/>
              </a:ext>
            </a:extLst>
          </p:cNvPr>
          <p:cNvPicPr>
            <a:picLocks noGrp="1" noChangeAspect="1"/>
          </p:cNvPicPr>
          <p:nvPr>
            <p:ph sz="quarter" idx="13"/>
          </p:nvPr>
        </p:nvPicPr>
        <p:blipFill>
          <a:blip r:embed="rId2"/>
          <a:stretch>
            <a:fillRect/>
          </a:stretch>
        </p:blipFill>
        <p:spPr>
          <a:xfrm>
            <a:off x="826398" y="1097280"/>
            <a:ext cx="4082890" cy="4297362"/>
          </a:xfrm>
          <a:prstGeom prst="rect">
            <a:avLst/>
          </a:prstGeom>
        </p:spPr>
      </p:pic>
      <p:sp>
        <p:nvSpPr>
          <p:cNvPr id="6" name="TextBox 5">
            <a:extLst>
              <a:ext uri="{FF2B5EF4-FFF2-40B4-BE49-F238E27FC236}">
                <a16:creationId xmlns:a16="http://schemas.microsoft.com/office/drawing/2014/main" id="{59C238B7-7034-3906-B132-EA286F2BDB2D}"/>
              </a:ext>
            </a:extLst>
          </p:cNvPr>
          <p:cNvSpPr txBox="1"/>
          <p:nvPr/>
        </p:nvSpPr>
        <p:spPr>
          <a:xfrm>
            <a:off x="8203826" y="2505670"/>
            <a:ext cx="3988174" cy="369332"/>
          </a:xfrm>
          <a:prstGeom prst="rect">
            <a:avLst/>
          </a:prstGeom>
          <a:noFill/>
        </p:spPr>
        <p:txBody>
          <a:bodyPr wrap="square" rtlCol="0">
            <a:spAutoFit/>
          </a:bodyPr>
          <a:lstStyle/>
          <a:p>
            <a:r>
              <a:rPr lang="en-US" dirty="0"/>
              <a:t>opted in</a:t>
            </a:r>
          </a:p>
        </p:txBody>
      </p:sp>
      <p:pic>
        <p:nvPicPr>
          <p:cNvPr id="8" name="Picture 7">
            <a:extLst>
              <a:ext uri="{FF2B5EF4-FFF2-40B4-BE49-F238E27FC236}">
                <a16:creationId xmlns:a16="http://schemas.microsoft.com/office/drawing/2014/main" id="{EC43461E-3345-6012-0ECA-DA9B33B377F5}"/>
              </a:ext>
            </a:extLst>
          </p:cNvPr>
          <p:cNvPicPr>
            <a:picLocks noChangeAspect="1"/>
          </p:cNvPicPr>
          <p:nvPr/>
        </p:nvPicPr>
        <p:blipFill>
          <a:blip r:embed="rId3"/>
          <a:stretch>
            <a:fillRect/>
          </a:stretch>
        </p:blipFill>
        <p:spPr>
          <a:xfrm>
            <a:off x="5066807" y="1097280"/>
            <a:ext cx="1589062" cy="3941859"/>
          </a:xfrm>
          <a:prstGeom prst="rect">
            <a:avLst/>
          </a:prstGeom>
        </p:spPr>
      </p:pic>
      <p:pic>
        <p:nvPicPr>
          <p:cNvPr id="10" name="Picture 9">
            <a:extLst>
              <a:ext uri="{FF2B5EF4-FFF2-40B4-BE49-F238E27FC236}">
                <a16:creationId xmlns:a16="http://schemas.microsoft.com/office/drawing/2014/main" id="{B4F42261-E77E-1F08-D7A3-6A5EF0FD59A1}"/>
              </a:ext>
            </a:extLst>
          </p:cNvPr>
          <p:cNvPicPr>
            <a:picLocks noChangeAspect="1"/>
          </p:cNvPicPr>
          <p:nvPr/>
        </p:nvPicPr>
        <p:blipFill>
          <a:blip r:embed="rId4"/>
          <a:stretch>
            <a:fillRect/>
          </a:stretch>
        </p:blipFill>
        <p:spPr>
          <a:xfrm>
            <a:off x="6970908" y="1097280"/>
            <a:ext cx="2805756" cy="3743077"/>
          </a:xfrm>
          <a:prstGeom prst="rect">
            <a:avLst/>
          </a:prstGeom>
        </p:spPr>
      </p:pic>
      <p:pic>
        <p:nvPicPr>
          <p:cNvPr id="12" name="Picture 11">
            <a:extLst>
              <a:ext uri="{FF2B5EF4-FFF2-40B4-BE49-F238E27FC236}">
                <a16:creationId xmlns:a16="http://schemas.microsoft.com/office/drawing/2014/main" id="{57AD6F53-9DF1-1075-DCD3-2E4E35FB87F7}"/>
              </a:ext>
            </a:extLst>
          </p:cNvPr>
          <p:cNvPicPr>
            <a:picLocks noChangeAspect="1"/>
          </p:cNvPicPr>
          <p:nvPr/>
        </p:nvPicPr>
        <p:blipFill>
          <a:blip r:embed="rId5"/>
          <a:stretch>
            <a:fillRect/>
          </a:stretch>
        </p:blipFill>
        <p:spPr>
          <a:xfrm>
            <a:off x="6970908" y="5039139"/>
            <a:ext cx="3663496" cy="1157869"/>
          </a:xfrm>
          <a:prstGeom prst="rect">
            <a:avLst/>
          </a:prstGeom>
        </p:spPr>
      </p:pic>
      <p:sp>
        <p:nvSpPr>
          <p:cNvPr id="14" name="TextBox 13">
            <a:extLst>
              <a:ext uri="{FF2B5EF4-FFF2-40B4-BE49-F238E27FC236}">
                <a16:creationId xmlns:a16="http://schemas.microsoft.com/office/drawing/2014/main" id="{1326B181-00B7-D4DA-10B2-EDD99CDDDB55}"/>
              </a:ext>
            </a:extLst>
          </p:cNvPr>
          <p:cNvSpPr txBox="1"/>
          <p:nvPr/>
        </p:nvSpPr>
        <p:spPr>
          <a:xfrm>
            <a:off x="9873042" y="1102727"/>
            <a:ext cx="1982533" cy="1200329"/>
          </a:xfrm>
          <a:prstGeom prst="rect">
            <a:avLst/>
          </a:prstGeom>
          <a:noFill/>
        </p:spPr>
        <p:txBody>
          <a:bodyPr wrap="square" rtlCol="0">
            <a:spAutoFit/>
          </a:bodyPr>
          <a:lstStyle/>
          <a:p>
            <a:r>
              <a:rPr lang="en-US" sz="1200" dirty="0"/>
              <a:t>Maria was Auto-Applied to 1 grant, and notified of 3 additional grants she qualifies for, which require letters of recommendation or essays.</a:t>
            </a:r>
          </a:p>
        </p:txBody>
      </p:sp>
      <p:sp>
        <p:nvSpPr>
          <p:cNvPr id="15" name="TextBox 14">
            <a:extLst>
              <a:ext uri="{FF2B5EF4-FFF2-40B4-BE49-F238E27FC236}">
                <a16:creationId xmlns:a16="http://schemas.microsoft.com/office/drawing/2014/main" id="{97089679-7B8B-FC8F-8D27-D5DB3058DE5C}"/>
              </a:ext>
            </a:extLst>
          </p:cNvPr>
          <p:cNvSpPr txBox="1"/>
          <p:nvPr/>
        </p:nvSpPr>
        <p:spPr>
          <a:xfrm>
            <a:off x="4861826" y="5078535"/>
            <a:ext cx="2136912" cy="1200329"/>
          </a:xfrm>
          <a:prstGeom prst="rect">
            <a:avLst/>
          </a:prstGeom>
          <a:noFill/>
        </p:spPr>
        <p:txBody>
          <a:bodyPr wrap="square" rtlCol="0">
            <a:spAutoFit/>
          </a:bodyPr>
          <a:lstStyle/>
          <a:p>
            <a:r>
              <a:rPr lang="en-US" sz="1200" dirty="0"/>
              <a:t>On dropdown menu of students, select a student to see their data. Next, click the “grants” button to see which grants were found for that student.</a:t>
            </a:r>
          </a:p>
        </p:txBody>
      </p:sp>
      <p:sp>
        <p:nvSpPr>
          <p:cNvPr id="18" name="TextBox 17">
            <a:extLst>
              <a:ext uri="{FF2B5EF4-FFF2-40B4-BE49-F238E27FC236}">
                <a16:creationId xmlns:a16="http://schemas.microsoft.com/office/drawing/2014/main" id="{A6F62E35-3DC9-8AEB-73E5-026D85DEAA19}"/>
              </a:ext>
            </a:extLst>
          </p:cNvPr>
          <p:cNvSpPr txBox="1"/>
          <p:nvPr/>
        </p:nvSpPr>
        <p:spPr>
          <a:xfrm>
            <a:off x="10702585" y="4609812"/>
            <a:ext cx="1326033" cy="1569660"/>
          </a:xfrm>
          <a:prstGeom prst="rect">
            <a:avLst/>
          </a:prstGeom>
          <a:noFill/>
        </p:spPr>
        <p:txBody>
          <a:bodyPr wrap="square" rtlCol="0">
            <a:spAutoFit/>
          </a:bodyPr>
          <a:lstStyle/>
          <a:p>
            <a:r>
              <a:rPr lang="en-US" sz="1200" dirty="0"/>
              <a:t>Derek did not opt in to </a:t>
            </a:r>
            <a:r>
              <a:rPr lang="en-US" sz="1200" dirty="0" err="1"/>
              <a:t>grantMaster</a:t>
            </a:r>
            <a:r>
              <a:rPr lang="en-US" sz="1200" dirty="0"/>
              <a:t>, so when you select him and click “grants,” nothing shows up. His data was not run. </a:t>
            </a:r>
          </a:p>
        </p:txBody>
      </p:sp>
    </p:spTree>
    <p:extLst>
      <p:ext uri="{BB962C8B-B14F-4D97-AF65-F5344CB8AC3E}">
        <p14:creationId xmlns:p14="http://schemas.microsoft.com/office/powerpoint/2010/main" val="4236678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A7F88-BB78-9186-4CC1-A38627C502C5}"/>
              </a:ext>
            </a:extLst>
          </p:cNvPr>
          <p:cNvSpPr>
            <a:spLocks noGrp="1"/>
          </p:cNvSpPr>
          <p:nvPr>
            <p:ph type="title"/>
          </p:nvPr>
        </p:nvSpPr>
        <p:spPr>
          <a:xfrm>
            <a:off x="302301" y="457200"/>
            <a:ext cx="11587397" cy="640080"/>
          </a:xfrm>
        </p:spPr>
        <p:txBody>
          <a:bodyPr>
            <a:normAutofit/>
          </a:bodyPr>
          <a:lstStyle/>
          <a:p>
            <a:pPr algn="ctr"/>
            <a:r>
              <a:rPr lang="en-US" dirty="0"/>
              <a:t>Student Experience: No Login, No Portal, No Extra Steps</a:t>
            </a:r>
          </a:p>
        </p:txBody>
      </p:sp>
      <p:sp>
        <p:nvSpPr>
          <p:cNvPr id="3" name="Content Placeholder 2">
            <a:extLst>
              <a:ext uri="{FF2B5EF4-FFF2-40B4-BE49-F238E27FC236}">
                <a16:creationId xmlns:a16="http://schemas.microsoft.com/office/drawing/2014/main" id="{DC9E902C-6E9A-FEF4-D39E-C762B45C739B}"/>
              </a:ext>
            </a:extLst>
          </p:cNvPr>
          <p:cNvSpPr>
            <a:spLocks noGrp="1"/>
          </p:cNvSpPr>
          <p:nvPr>
            <p:ph sz="quarter" idx="13"/>
          </p:nvPr>
        </p:nvSpPr>
        <p:spPr>
          <a:xfrm>
            <a:off x="302301" y="1097279"/>
            <a:ext cx="11587397" cy="4688923"/>
          </a:xfrm>
        </p:spPr>
        <p:txBody>
          <a:bodyPr>
            <a:normAutofit/>
          </a:bodyPr>
          <a:lstStyle/>
          <a:p>
            <a:r>
              <a:rPr lang="en-US" sz="3200" dirty="0"/>
              <a:t>🎓 </a:t>
            </a:r>
            <a:r>
              <a:rPr lang="en-US" sz="3200" b="1" dirty="0"/>
              <a:t>Students simply receive an email in their inbox. Zero Friction!</a:t>
            </a:r>
          </a:p>
          <a:p>
            <a:pPr marL="0" indent="0">
              <a:buNone/>
            </a:pPr>
            <a:endParaRPr lang="en-US" sz="3200" b="1" dirty="0"/>
          </a:p>
          <a:p>
            <a:pPr marL="0" indent="0">
              <a:buNone/>
            </a:pPr>
            <a:endParaRPr lang="en-US" sz="3200" b="1" dirty="0"/>
          </a:p>
          <a:p>
            <a:r>
              <a:rPr lang="en-US" sz="3200" dirty="0"/>
              <a:t>✉️ </a:t>
            </a:r>
            <a:r>
              <a:rPr lang="en-US" sz="3200" b="1" dirty="0"/>
              <a:t>Email includes: </a:t>
            </a:r>
          </a:p>
          <a:p>
            <a:pPr lvl="1"/>
            <a:r>
              <a:rPr lang="en-US" dirty="0"/>
              <a:t>Eligible grants</a:t>
            </a:r>
          </a:p>
          <a:p>
            <a:pPr lvl="1"/>
            <a:r>
              <a:rPr lang="en-US" dirty="0"/>
              <a:t>Auto-applied grants</a:t>
            </a:r>
          </a:p>
          <a:p>
            <a:pPr lvl="1"/>
            <a:r>
              <a:rPr lang="en-US" dirty="0"/>
              <a:t>Missing requirement items</a:t>
            </a:r>
          </a:p>
          <a:p>
            <a:pPr lvl="1"/>
            <a:r>
              <a:rPr lang="en-US" dirty="0"/>
              <a:t>Direct links to submit applications </a:t>
            </a:r>
          </a:p>
          <a:p>
            <a:pPr lvl="1"/>
            <a:r>
              <a:rPr lang="en-US" dirty="0"/>
              <a:t>Grant dollar $ amounts</a:t>
            </a:r>
          </a:p>
        </p:txBody>
      </p:sp>
      <p:sp>
        <p:nvSpPr>
          <p:cNvPr id="5" name="TextBox 4">
            <a:extLst>
              <a:ext uri="{FF2B5EF4-FFF2-40B4-BE49-F238E27FC236}">
                <a16:creationId xmlns:a16="http://schemas.microsoft.com/office/drawing/2014/main" id="{8F2DB0ED-671B-E041-9A47-F01B3CBD9CBD}"/>
              </a:ext>
            </a:extLst>
          </p:cNvPr>
          <p:cNvSpPr txBox="1"/>
          <p:nvPr/>
        </p:nvSpPr>
        <p:spPr>
          <a:xfrm>
            <a:off x="3172668" y="6330434"/>
            <a:ext cx="6151954" cy="369332"/>
          </a:xfrm>
          <a:prstGeom prst="rect">
            <a:avLst/>
          </a:prstGeom>
          <a:noFill/>
        </p:spPr>
        <p:txBody>
          <a:bodyPr wrap="square" rtlCol="0">
            <a:spAutoFit/>
          </a:bodyPr>
          <a:lstStyle/>
          <a:p>
            <a:r>
              <a:rPr lang="en-US" dirty="0"/>
              <a:t>.</a:t>
            </a:r>
            <a:r>
              <a:rPr lang="en-US" b="1" dirty="0">
                <a:solidFill>
                  <a:schemeClr val="accent4"/>
                </a:solidFill>
              </a:rPr>
              <a:t> This meets students where they already are – their inbox. </a:t>
            </a:r>
            <a:endParaRPr lang="en-US" dirty="0"/>
          </a:p>
        </p:txBody>
      </p:sp>
      <p:pic>
        <p:nvPicPr>
          <p:cNvPr id="7" name="Picture 6">
            <a:extLst>
              <a:ext uri="{FF2B5EF4-FFF2-40B4-BE49-F238E27FC236}">
                <a16:creationId xmlns:a16="http://schemas.microsoft.com/office/drawing/2014/main" id="{E9D5D21D-DC8E-6B6E-EDAD-E95B5AD43BB1}"/>
              </a:ext>
            </a:extLst>
          </p:cNvPr>
          <p:cNvPicPr>
            <a:picLocks noChangeAspect="1"/>
          </p:cNvPicPr>
          <p:nvPr/>
        </p:nvPicPr>
        <p:blipFill>
          <a:blip r:embed="rId2"/>
          <a:stretch>
            <a:fillRect/>
          </a:stretch>
        </p:blipFill>
        <p:spPr>
          <a:xfrm>
            <a:off x="567950" y="1641512"/>
            <a:ext cx="5379026" cy="919374"/>
          </a:xfrm>
          <a:prstGeom prst="rect">
            <a:avLst/>
          </a:prstGeom>
        </p:spPr>
      </p:pic>
      <p:pic>
        <p:nvPicPr>
          <p:cNvPr id="9" name="Picture 8">
            <a:extLst>
              <a:ext uri="{FF2B5EF4-FFF2-40B4-BE49-F238E27FC236}">
                <a16:creationId xmlns:a16="http://schemas.microsoft.com/office/drawing/2014/main" id="{8C020EE8-FBDC-FAEF-142A-23AA5DB3A728}"/>
              </a:ext>
            </a:extLst>
          </p:cNvPr>
          <p:cNvPicPr>
            <a:picLocks noChangeAspect="1"/>
          </p:cNvPicPr>
          <p:nvPr/>
        </p:nvPicPr>
        <p:blipFill>
          <a:blip r:embed="rId3"/>
          <a:stretch>
            <a:fillRect/>
          </a:stretch>
        </p:blipFill>
        <p:spPr>
          <a:xfrm>
            <a:off x="6440129" y="1997678"/>
            <a:ext cx="5449569" cy="4009442"/>
          </a:xfrm>
          <a:prstGeom prst="rect">
            <a:avLst/>
          </a:prstGeom>
        </p:spPr>
      </p:pic>
      <p:sp>
        <p:nvSpPr>
          <p:cNvPr id="10" name="TextBox 9">
            <a:extLst>
              <a:ext uri="{FF2B5EF4-FFF2-40B4-BE49-F238E27FC236}">
                <a16:creationId xmlns:a16="http://schemas.microsoft.com/office/drawing/2014/main" id="{B9834A6E-BD8D-1F31-2976-6C286607E04B}"/>
              </a:ext>
            </a:extLst>
          </p:cNvPr>
          <p:cNvSpPr txBox="1"/>
          <p:nvPr/>
        </p:nvSpPr>
        <p:spPr>
          <a:xfrm>
            <a:off x="2119086" y="5673596"/>
            <a:ext cx="3008672" cy="523220"/>
          </a:xfrm>
          <a:prstGeom prst="rect">
            <a:avLst/>
          </a:prstGeom>
          <a:noFill/>
        </p:spPr>
        <p:txBody>
          <a:bodyPr wrap="square" rtlCol="0">
            <a:spAutoFit/>
          </a:bodyPr>
          <a:lstStyle/>
          <a:p>
            <a:r>
              <a:rPr lang="en-US" sz="1400" b="1" dirty="0"/>
              <a:t>Students do </a:t>
            </a:r>
            <a:r>
              <a:rPr lang="en-US" sz="1400" b="1" i="1" dirty="0"/>
              <a:t>not</a:t>
            </a:r>
            <a:r>
              <a:rPr lang="en-US" sz="1400" b="1" dirty="0"/>
              <a:t> interact with a </a:t>
            </a:r>
            <a:r>
              <a:rPr lang="en-US" sz="1400" b="1" dirty="0" err="1"/>
              <a:t>grantMaster</a:t>
            </a:r>
            <a:r>
              <a:rPr lang="en-US" sz="1400" b="1" dirty="0"/>
              <a:t> Frontend. </a:t>
            </a:r>
          </a:p>
        </p:txBody>
      </p:sp>
    </p:spTree>
    <p:extLst>
      <p:ext uri="{BB962C8B-B14F-4D97-AF65-F5344CB8AC3E}">
        <p14:creationId xmlns:p14="http://schemas.microsoft.com/office/powerpoint/2010/main" val="827328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0DB86-2CC6-6BAA-AB26-186D6B9C4943}"/>
              </a:ext>
            </a:extLst>
          </p:cNvPr>
          <p:cNvSpPr>
            <a:spLocks noGrp="1"/>
          </p:cNvSpPr>
          <p:nvPr>
            <p:ph type="title"/>
          </p:nvPr>
        </p:nvSpPr>
        <p:spPr>
          <a:xfrm>
            <a:off x="731520" y="87869"/>
            <a:ext cx="10698480" cy="806293"/>
          </a:xfrm>
        </p:spPr>
        <p:txBody>
          <a:bodyPr/>
          <a:lstStyle/>
          <a:p>
            <a:pPr algn="ctr"/>
            <a:r>
              <a:rPr lang="en-US" dirty="0"/>
              <a:t>Why It Matters: Real Impact</a:t>
            </a:r>
          </a:p>
        </p:txBody>
      </p:sp>
      <p:sp>
        <p:nvSpPr>
          <p:cNvPr id="3" name="Content Placeholder 2">
            <a:extLst>
              <a:ext uri="{FF2B5EF4-FFF2-40B4-BE49-F238E27FC236}">
                <a16:creationId xmlns:a16="http://schemas.microsoft.com/office/drawing/2014/main" id="{0926C056-D161-0D60-C9ED-AF07327F5A64}"/>
              </a:ext>
            </a:extLst>
          </p:cNvPr>
          <p:cNvSpPr>
            <a:spLocks noGrp="1"/>
          </p:cNvSpPr>
          <p:nvPr>
            <p:ph sz="quarter" idx="13"/>
          </p:nvPr>
        </p:nvSpPr>
        <p:spPr>
          <a:xfrm>
            <a:off x="1456544" y="787233"/>
            <a:ext cx="10668000" cy="5410200"/>
          </a:xfrm>
        </p:spPr>
        <p:txBody>
          <a:bodyPr>
            <a:normAutofit/>
          </a:bodyPr>
          <a:lstStyle/>
          <a:p>
            <a:r>
              <a:rPr lang="en-US" sz="3200" dirty="0"/>
              <a:t>🎓 </a:t>
            </a:r>
            <a:r>
              <a:rPr lang="en-US" sz="3200" b="1" dirty="0"/>
              <a:t>Students:</a:t>
            </a:r>
          </a:p>
          <a:p>
            <a:pPr lvl="1"/>
            <a:r>
              <a:rPr lang="en-US" sz="2800" dirty="0"/>
              <a:t>Increased access to funding to finish degrees</a:t>
            </a:r>
          </a:p>
          <a:p>
            <a:pPr lvl="1"/>
            <a:r>
              <a:rPr lang="en-US" sz="2800" dirty="0"/>
              <a:t>Reduced reliance on loans and debt</a:t>
            </a:r>
          </a:p>
          <a:p>
            <a:pPr marL="457200" lvl="1" indent="0">
              <a:buNone/>
            </a:pPr>
            <a:endParaRPr lang="en-US" sz="2800" dirty="0"/>
          </a:p>
          <a:p>
            <a:r>
              <a:rPr lang="en-US" sz="3200" dirty="0"/>
              <a:t>🏫 </a:t>
            </a:r>
            <a:r>
              <a:rPr lang="en-US" sz="3200" b="1" dirty="0"/>
              <a:t>Colleges: </a:t>
            </a:r>
          </a:p>
          <a:p>
            <a:pPr lvl="1"/>
            <a:r>
              <a:rPr lang="en-US" sz="2800" dirty="0"/>
              <a:t>Higher enrollment</a:t>
            </a:r>
          </a:p>
          <a:p>
            <a:pPr lvl="1"/>
            <a:r>
              <a:rPr lang="en-US" sz="2800" dirty="0"/>
              <a:t>Improved retention and graduation rates</a:t>
            </a:r>
          </a:p>
          <a:p>
            <a:pPr marL="457200" lvl="1" indent="0">
              <a:buNone/>
            </a:pPr>
            <a:endParaRPr lang="en-US" sz="2800" dirty="0"/>
          </a:p>
          <a:p>
            <a:r>
              <a:rPr lang="en-US" sz="3200" dirty="0"/>
              <a:t>🌎 </a:t>
            </a:r>
            <a:r>
              <a:rPr lang="en-US" sz="3200" b="1" dirty="0"/>
              <a:t>Society: </a:t>
            </a:r>
          </a:p>
          <a:p>
            <a:pPr lvl="1"/>
            <a:r>
              <a:rPr lang="en-US" sz="2800" dirty="0"/>
              <a:t>More equality and inclusion in the distribution of grant funds</a:t>
            </a:r>
          </a:p>
          <a:p>
            <a:pPr lvl="1"/>
            <a:r>
              <a:rPr lang="en-US" sz="2800" dirty="0"/>
              <a:t>Reduction in the $3T student debt burden and its impacts</a:t>
            </a:r>
          </a:p>
        </p:txBody>
      </p:sp>
      <p:sp>
        <p:nvSpPr>
          <p:cNvPr id="4" name="TextBox 3">
            <a:extLst>
              <a:ext uri="{FF2B5EF4-FFF2-40B4-BE49-F238E27FC236}">
                <a16:creationId xmlns:a16="http://schemas.microsoft.com/office/drawing/2014/main" id="{60BC6283-5465-70B3-B9D6-3C56F2EA6307}"/>
              </a:ext>
            </a:extLst>
          </p:cNvPr>
          <p:cNvSpPr txBox="1"/>
          <p:nvPr/>
        </p:nvSpPr>
        <p:spPr>
          <a:xfrm>
            <a:off x="2518348" y="6400799"/>
            <a:ext cx="11091531" cy="369332"/>
          </a:xfrm>
          <a:prstGeom prst="rect">
            <a:avLst/>
          </a:prstGeom>
          <a:noFill/>
        </p:spPr>
        <p:txBody>
          <a:bodyPr wrap="square" rtlCol="0">
            <a:spAutoFit/>
          </a:bodyPr>
          <a:lstStyle/>
          <a:p>
            <a:r>
              <a:rPr lang="en-US" b="1" dirty="0">
                <a:solidFill>
                  <a:schemeClr val="accent4"/>
                </a:solidFill>
              </a:rPr>
              <a:t>Helps students finish college and start their lives and careers without financial burden.</a:t>
            </a:r>
            <a:endParaRPr lang="en-US" dirty="0"/>
          </a:p>
        </p:txBody>
      </p:sp>
      <p:sp>
        <p:nvSpPr>
          <p:cNvPr id="5" name="TextBox 4">
            <a:extLst>
              <a:ext uri="{FF2B5EF4-FFF2-40B4-BE49-F238E27FC236}">
                <a16:creationId xmlns:a16="http://schemas.microsoft.com/office/drawing/2014/main" id="{2C0E8AE7-B3C5-F6DD-7ED6-421464C2D15A}"/>
              </a:ext>
            </a:extLst>
          </p:cNvPr>
          <p:cNvSpPr txBox="1"/>
          <p:nvPr/>
        </p:nvSpPr>
        <p:spPr>
          <a:xfrm>
            <a:off x="8941657" y="1986746"/>
            <a:ext cx="3182887" cy="1815882"/>
          </a:xfrm>
          <a:prstGeom prst="rect">
            <a:avLst/>
          </a:prstGeom>
          <a:noFill/>
        </p:spPr>
        <p:txBody>
          <a:bodyPr wrap="square" rtlCol="0">
            <a:spAutoFit/>
          </a:bodyPr>
          <a:lstStyle/>
          <a:p>
            <a:r>
              <a:rPr lang="en-US" sz="2800" b="1" i="1" dirty="0"/>
              <a:t>Billions of dollars can finally reach the students they were intended for</a:t>
            </a:r>
            <a:r>
              <a:rPr lang="en-US" sz="2800" b="1" dirty="0"/>
              <a:t>.</a:t>
            </a:r>
            <a:endParaRPr lang="en-US" sz="2800" dirty="0"/>
          </a:p>
        </p:txBody>
      </p:sp>
    </p:spTree>
    <p:extLst>
      <p:ext uri="{BB962C8B-B14F-4D97-AF65-F5344CB8AC3E}">
        <p14:creationId xmlns:p14="http://schemas.microsoft.com/office/powerpoint/2010/main" val="406459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18436-57B2-46AE-FE81-0A3824582271}"/>
              </a:ext>
            </a:extLst>
          </p:cNvPr>
          <p:cNvSpPr>
            <a:spLocks noGrp="1"/>
          </p:cNvSpPr>
          <p:nvPr>
            <p:ph type="title"/>
          </p:nvPr>
        </p:nvSpPr>
        <p:spPr/>
        <p:txBody>
          <a:bodyPr/>
          <a:lstStyle/>
          <a:p>
            <a:pPr algn="ctr"/>
            <a:r>
              <a:rPr lang="en-US" dirty="0"/>
              <a:t>Security &amp; Trust: Secure. Opt-In. Student-Controlled.</a:t>
            </a:r>
          </a:p>
        </p:txBody>
      </p:sp>
      <p:sp>
        <p:nvSpPr>
          <p:cNvPr id="3" name="Content Placeholder 2">
            <a:extLst>
              <a:ext uri="{FF2B5EF4-FFF2-40B4-BE49-F238E27FC236}">
                <a16:creationId xmlns:a16="http://schemas.microsoft.com/office/drawing/2014/main" id="{76594F38-7BBC-1757-5046-D4188F73F78A}"/>
              </a:ext>
            </a:extLst>
          </p:cNvPr>
          <p:cNvSpPr>
            <a:spLocks noGrp="1"/>
          </p:cNvSpPr>
          <p:nvPr>
            <p:ph sz="quarter" idx="13"/>
          </p:nvPr>
        </p:nvSpPr>
        <p:spPr/>
        <p:txBody>
          <a:bodyPr/>
          <a:lstStyle/>
          <a:p>
            <a:r>
              <a:rPr lang="en-US" dirty="0"/>
              <a:t>Explicit student consent (opt-in checkbox)</a:t>
            </a:r>
          </a:p>
          <a:p>
            <a:r>
              <a:rPr lang="en-US" dirty="0"/>
              <a:t>Data sharing agreements with institutions &amp; colleges</a:t>
            </a:r>
          </a:p>
          <a:p>
            <a:r>
              <a:rPr lang="en-US" dirty="0"/>
              <a:t>Secure backend handling &amp; encryption</a:t>
            </a:r>
          </a:p>
          <a:p>
            <a:r>
              <a:rPr lang="en-US" dirty="0"/>
              <a:t>No unnecessary student exposure</a:t>
            </a:r>
          </a:p>
          <a:p>
            <a:r>
              <a:rPr lang="en-US" dirty="0"/>
              <a:t>No persistent storage of sensitive student data</a:t>
            </a:r>
          </a:p>
        </p:txBody>
      </p:sp>
      <p:sp>
        <p:nvSpPr>
          <p:cNvPr id="4" name="TextBox 3">
            <a:extLst>
              <a:ext uri="{FF2B5EF4-FFF2-40B4-BE49-F238E27FC236}">
                <a16:creationId xmlns:a16="http://schemas.microsoft.com/office/drawing/2014/main" id="{7D48C753-CBB7-0F97-3936-275441455292}"/>
              </a:ext>
            </a:extLst>
          </p:cNvPr>
          <p:cNvSpPr txBox="1"/>
          <p:nvPr/>
        </p:nvSpPr>
        <p:spPr>
          <a:xfrm>
            <a:off x="4302177" y="6400800"/>
            <a:ext cx="4523033" cy="369332"/>
          </a:xfrm>
          <a:prstGeom prst="rect">
            <a:avLst/>
          </a:prstGeom>
          <a:noFill/>
        </p:spPr>
        <p:txBody>
          <a:bodyPr wrap="none" rtlCol="0">
            <a:spAutoFit/>
          </a:bodyPr>
          <a:lstStyle/>
          <a:p>
            <a:r>
              <a:rPr lang="en-US" b="1" dirty="0">
                <a:solidFill>
                  <a:schemeClr val="accent4"/>
                </a:solidFill>
              </a:rPr>
              <a:t>Students remain fully in control of their data.</a:t>
            </a:r>
            <a:endParaRPr lang="en-US" dirty="0"/>
          </a:p>
        </p:txBody>
      </p:sp>
    </p:spTree>
    <p:extLst>
      <p:ext uri="{BB962C8B-B14F-4D97-AF65-F5344CB8AC3E}">
        <p14:creationId xmlns:p14="http://schemas.microsoft.com/office/powerpoint/2010/main" val="2426316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E9059-5EE8-1673-3060-BE2AB8437105}"/>
              </a:ext>
            </a:extLst>
          </p:cNvPr>
          <p:cNvSpPr>
            <a:spLocks noGrp="1"/>
          </p:cNvSpPr>
          <p:nvPr>
            <p:ph type="title"/>
          </p:nvPr>
        </p:nvSpPr>
        <p:spPr/>
        <p:txBody>
          <a:bodyPr/>
          <a:lstStyle/>
          <a:p>
            <a:pPr algn="ctr"/>
            <a:r>
              <a:rPr lang="en-US" dirty="0"/>
              <a:t>Closing: </a:t>
            </a:r>
            <a:r>
              <a:rPr lang="en-US" dirty="0" err="1"/>
              <a:t>grantMaster</a:t>
            </a:r>
            <a:r>
              <a:rPr lang="en-US" dirty="0"/>
              <a:t> Unlocks Opportunity</a:t>
            </a:r>
          </a:p>
        </p:txBody>
      </p:sp>
      <p:sp>
        <p:nvSpPr>
          <p:cNvPr id="3" name="Content Placeholder 2">
            <a:extLst>
              <a:ext uri="{FF2B5EF4-FFF2-40B4-BE49-F238E27FC236}">
                <a16:creationId xmlns:a16="http://schemas.microsoft.com/office/drawing/2014/main" id="{BB546174-69AD-3382-CE36-D5F790E37D55}"/>
              </a:ext>
            </a:extLst>
          </p:cNvPr>
          <p:cNvSpPr>
            <a:spLocks noGrp="1"/>
          </p:cNvSpPr>
          <p:nvPr>
            <p:ph sz="quarter" idx="13"/>
          </p:nvPr>
        </p:nvSpPr>
        <p:spPr>
          <a:xfrm>
            <a:off x="362857" y="1188720"/>
            <a:ext cx="11582399" cy="4297680"/>
          </a:xfrm>
        </p:spPr>
        <p:txBody>
          <a:bodyPr>
            <a:normAutofit fontScale="92500" lnSpcReduction="10000"/>
          </a:bodyPr>
          <a:lstStyle/>
          <a:p>
            <a:r>
              <a:rPr lang="en-US" sz="3000" dirty="0"/>
              <a:t>🎁Converts unused funds into real access</a:t>
            </a:r>
          </a:p>
          <a:p>
            <a:r>
              <a:rPr lang="en-US" sz="3000" dirty="0"/>
              <a:t>⚡ Requires near-zero effort from students</a:t>
            </a:r>
          </a:p>
          <a:p>
            <a:r>
              <a:rPr lang="en-US" sz="3000" dirty="0"/>
              <a:t>🔓 Eliminates barriers to grant funding, including for underserved students</a:t>
            </a:r>
          </a:p>
          <a:p>
            <a:r>
              <a:rPr lang="en-US" sz="3000" dirty="0"/>
              <a:t>🗺️ Scales across colleges and universities nationwide</a:t>
            </a:r>
          </a:p>
          <a:p>
            <a:r>
              <a:rPr lang="en-US" sz="3000" dirty="0"/>
              <a:t>🔮 </a:t>
            </a:r>
            <a:r>
              <a:rPr lang="en-US" sz="3000" b="1" dirty="0"/>
              <a:t>Future Vision:</a:t>
            </a:r>
          </a:p>
          <a:p>
            <a:pPr lvl="1"/>
            <a:r>
              <a:rPr lang="en-US" sz="2600" dirty="0"/>
              <a:t>🌎 Nationwide adoption across institutions</a:t>
            </a:r>
          </a:p>
          <a:p>
            <a:pPr lvl="1"/>
            <a:r>
              <a:rPr lang="en-US" sz="2600" dirty="0"/>
              <a:t>🔗 Integration with financial aid systems </a:t>
            </a:r>
          </a:p>
          <a:p>
            <a:pPr marL="0" indent="0">
              <a:lnSpc>
                <a:spcPct val="95000"/>
              </a:lnSpc>
              <a:buNone/>
            </a:pPr>
            <a:endParaRPr lang="en-US" b="1" dirty="0"/>
          </a:p>
          <a:p>
            <a:pPr marL="0" indent="0" algn="ctr">
              <a:lnSpc>
                <a:spcPct val="95000"/>
              </a:lnSpc>
              <a:buNone/>
            </a:pPr>
            <a:r>
              <a:rPr lang="en-US" sz="3000" b="1" dirty="0"/>
              <a:t>       </a:t>
            </a:r>
            <a:r>
              <a:rPr lang="en-US" b="1" dirty="0"/>
              <a:t>Thank you for your consideration of </a:t>
            </a:r>
            <a:r>
              <a:rPr lang="en-US" b="1" dirty="0" err="1"/>
              <a:t>grantMaster</a:t>
            </a:r>
            <a:r>
              <a:rPr lang="en-US" b="1" dirty="0"/>
              <a:t>. </a:t>
            </a:r>
            <a:endParaRPr lang="en-US" dirty="0">
              <a:latin typeface="Franklin Gothic Book"/>
            </a:endParaRPr>
          </a:p>
          <a:p>
            <a:pPr marL="0" indent="0">
              <a:lnSpc>
                <a:spcPct val="95000"/>
              </a:lnSpc>
              <a:buNone/>
            </a:pPr>
            <a:r>
              <a:rPr lang="en-US" sz="2400" dirty="0">
                <a:latin typeface="Franklin Gothic Book"/>
              </a:rPr>
              <a:t>       </a:t>
            </a:r>
            <a:endParaRPr lang="en-US" b="1" dirty="0"/>
          </a:p>
        </p:txBody>
      </p:sp>
      <p:sp>
        <p:nvSpPr>
          <p:cNvPr id="4" name="TextBox 3">
            <a:extLst>
              <a:ext uri="{FF2B5EF4-FFF2-40B4-BE49-F238E27FC236}">
                <a16:creationId xmlns:a16="http://schemas.microsoft.com/office/drawing/2014/main" id="{CBAD136F-1735-D444-597F-F184915AABD1}"/>
              </a:ext>
            </a:extLst>
          </p:cNvPr>
          <p:cNvSpPr txBox="1"/>
          <p:nvPr/>
        </p:nvSpPr>
        <p:spPr>
          <a:xfrm>
            <a:off x="554638" y="5669280"/>
            <a:ext cx="11745292" cy="369332"/>
          </a:xfrm>
          <a:prstGeom prst="rect">
            <a:avLst/>
          </a:prstGeom>
          <a:noFill/>
        </p:spPr>
        <p:txBody>
          <a:bodyPr wrap="square" rtlCol="0">
            <a:spAutoFit/>
          </a:bodyPr>
          <a:lstStyle/>
          <a:p>
            <a:r>
              <a:rPr lang="en-US" b="1" dirty="0"/>
              <a:t>                         Contact Information: LinkedIn: </a:t>
            </a:r>
            <a:r>
              <a:rPr lang="en-US" dirty="0">
                <a:hlinkClick r:id="rId2"/>
              </a:rPr>
              <a:t>www.linkedin.com/in/mauracarter</a:t>
            </a:r>
            <a:r>
              <a:rPr lang="en-US" dirty="0"/>
              <a:t> | </a:t>
            </a:r>
            <a:r>
              <a:rPr lang="en-US" b="1" dirty="0"/>
              <a:t>Email: </a:t>
            </a:r>
            <a:r>
              <a:rPr lang="en-US" dirty="0">
                <a:hlinkClick r:id="rId3"/>
              </a:rPr>
              <a:t>mcarte60@email.cpcc.edu</a:t>
            </a:r>
            <a:endParaRPr lang="en-US" dirty="0"/>
          </a:p>
        </p:txBody>
      </p:sp>
    </p:spTree>
    <p:extLst>
      <p:ext uri="{BB962C8B-B14F-4D97-AF65-F5344CB8AC3E}">
        <p14:creationId xmlns:p14="http://schemas.microsoft.com/office/powerpoint/2010/main" val="4091630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A5AE2-9EC0-433A-FC98-35C4EEE2B999}"/>
              </a:ext>
            </a:extLst>
          </p:cNvPr>
          <p:cNvSpPr>
            <a:spLocks noGrp="1"/>
          </p:cNvSpPr>
          <p:nvPr>
            <p:ph type="title"/>
          </p:nvPr>
        </p:nvSpPr>
        <p:spPr/>
        <p:txBody>
          <a:bodyPr/>
          <a:lstStyle/>
          <a:p>
            <a:r>
              <a:rPr lang="en-US" dirty="0"/>
              <a:t>END/STOP HERE//</a:t>
            </a:r>
          </a:p>
        </p:txBody>
      </p:sp>
      <p:sp>
        <p:nvSpPr>
          <p:cNvPr id="3" name="Content Placeholder 2">
            <a:extLst>
              <a:ext uri="{FF2B5EF4-FFF2-40B4-BE49-F238E27FC236}">
                <a16:creationId xmlns:a16="http://schemas.microsoft.com/office/drawing/2014/main" id="{C5043A47-5D20-D4E4-980D-457AA700EBEE}"/>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36018910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0D053-66CD-1417-3CF1-DB5AE3B442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3A7F68B-0DE3-707D-6163-75D4DCFF6C94}"/>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16577495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AE136-6C7B-0EC7-7263-F0418777D1F0}"/>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6CEB171D-A59D-EC06-1231-C076EC505D09}"/>
              </a:ext>
            </a:extLst>
          </p:cNvPr>
          <p:cNvSpPr>
            <a:spLocks noGrp="1"/>
          </p:cNvSpPr>
          <p:nvPr>
            <p:ph type="title"/>
          </p:nvPr>
        </p:nvSpPr>
        <p:spPr>
          <a:xfrm>
            <a:off x="731520" y="2105977"/>
            <a:ext cx="5697855" cy="3566160"/>
          </a:xfrm>
        </p:spPr>
        <p:txBody>
          <a:bodyPr/>
          <a:lstStyle/>
          <a:p>
            <a:r>
              <a:rPr lang="en-US" sz="4800" dirty="0"/>
              <a:t>(other version)</a:t>
            </a:r>
            <a:br>
              <a:rPr lang="en-US" sz="7200" dirty="0"/>
            </a:br>
            <a:r>
              <a:rPr lang="en-US" sz="7200" dirty="0" err="1"/>
              <a:t>grantMaster</a:t>
            </a:r>
            <a:br>
              <a:rPr lang="en-US" sz="5400" dirty="0"/>
            </a:br>
            <a:r>
              <a:rPr lang="en-US" sz="2000" i="1" dirty="0"/>
              <a:t>Unlocking Billions in Unclaimed Student Grants </a:t>
            </a:r>
            <a:br>
              <a:rPr lang="en-US" sz="3200" dirty="0"/>
            </a:br>
            <a:br>
              <a:rPr lang="en-US" sz="3200" dirty="0"/>
            </a:br>
            <a:r>
              <a:rPr lang="en-US" sz="3200" dirty="0"/>
              <a:t>Bank of America Code-A-Thon 2026 </a:t>
            </a:r>
            <a:br>
              <a:rPr lang="en-US" sz="5400" dirty="0"/>
            </a:br>
            <a:br>
              <a:rPr lang="en-US" sz="5400" dirty="0"/>
            </a:br>
            <a:r>
              <a:rPr lang="en-US" sz="2400" dirty="0"/>
              <a:t>Code Miners Team:</a:t>
            </a:r>
            <a:br>
              <a:rPr lang="en-US" sz="2400" dirty="0"/>
            </a:br>
            <a:br>
              <a:rPr lang="en-US" sz="2400" dirty="0"/>
            </a:br>
            <a:r>
              <a:rPr lang="en-US" sz="2400" dirty="0"/>
              <a:t>Jaime Delgado-Guzman | Maura Carter | David Diza | Zoe Ramirez</a:t>
            </a:r>
            <a:br>
              <a:rPr lang="en-US" sz="2400" dirty="0"/>
            </a:br>
            <a:br>
              <a:rPr lang="en-US" sz="2400" dirty="0"/>
            </a:br>
            <a:endParaRPr lang="en-US" sz="2400" dirty="0"/>
          </a:p>
        </p:txBody>
      </p:sp>
      <p:sp>
        <p:nvSpPr>
          <p:cNvPr id="2" name="Subtitle 1">
            <a:extLst>
              <a:ext uri="{FF2B5EF4-FFF2-40B4-BE49-F238E27FC236}">
                <a16:creationId xmlns:a16="http://schemas.microsoft.com/office/drawing/2014/main" id="{E7B4B743-7195-AF73-5B07-304C4AD36BCB}"/>
              </a:ext>
              <a:ext uri="{C183D7F6-B498-43B3-948B-1728B52AA6E4}">
                <adec:decorative xmlns:adec="http://schemas.microsoft.com/office/drawing/2017/decorative" val="1"/>
              </a:ext>
            </a:extLst>
          </p:cNvPr>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169826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F5B92-7F85-01A6-A5B8-CFEB487A66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1DBC3-A79E-A69D-B930-E4ED303CF186}"/>
              </a:ext>
            </a:extLst>
          </p:cNvPr>
          <p:cNvSpPr>
            <a:spLocks noGrp="1"/>
          </p:cNvSpPr>
          <p:nvPr>
            <p:ph type="title"/>
          </p:nvPr>
        </p:nvSpPr>
        <p:spPr/>
        <p:txBody>
          <a:bodyPr>
            <a:normAutofit/>
          </a:bodyPr>
          <a:lstStyle/>
          <a:p>
            <a:r>
              <a:rPr lang="en-US" dirty="0">
                <a:latin typeface="Franklin Gothic Demi"/>
              </a:rPr>
              <a:t>(0a) - Table of Contents</a:t>
            </a:r>
            <a:endParaRPr lang="en-US" dirty="0"/>
          </a:p>
        </p:txBody>
      </p:sp>
      <p:sp>
        <p:nvSpPr>
          <p:cNvPr id="3" name="Content Placeholder 2">
            <a:extLst>
              <a:ext uri="{FF2B5EF4-FFF2-40B4-BE49-F238E27FC236}">
                <a16:creationId xmlns:a16="http://schemas.microsoft.com/office/drawing/2014/main" id="{A8F7103F-1172-3948-D2A2-24AE43D48E62}"/>
              </a:ext>
            </a:extLst>
          </p:cNvPr>
          <p:cNvSpPr>
            <a:spLocks noGrp="1"/>
          </p:cNvSpPr>
          <p:nvPr>
            <p:ph sz="quarter" idx="13"/>
          </p:nvPr>
        </p:nvSpPr>
        <p:spPr>
          <a:xfrm>
            <a:off x="731520" y="1188720"/>
            <a:ext cx="10424160" cy="4813246"/>
          </a:xfrm>
        </p:spPr>
        <p:txBody>
          <a:bodyPr vert="horz" lIns="0" tIns="0" rIns="0" bIns="0" rtlCol="0" anchor="t">
            <a:noAutofit/>
          </a:bodyPr>
          <a:lstStyle/>
          <a:p>
            <a:pPr marL="182880" indent="-182880">
              <a:lnSpc>
                <a:spcPct val="95000"/>
              </a:lnSpc>
            </a:pPr>
            <a:r>
              <a:rPr lang="en-US" sz="2800" b="1" dirty="0">
                <a:latin typeface="Franklin Gothic Book"/>
              </a:rPr>
              <a:t>Code Miners Team &amp; Leadership</a:t>
            </a:r>
          </a:p>
          <a:p>
            <a:pPr marL="182880" indent="-182880">
              <a:lnSpc>
                <a:spcPct val="95000"/>
              </a:lnSpc>
            </a:pPr>
            <a:r>
              <a:rPr lang="en-US" sz="2800" b="1" dirty="0">
                <a:latin typeface="Franklin Gothic Book"/>
              </a:rPr>
              <a:t>Executive Summary &amp; Problem</a:t>
            </a:r>
          </a:p>
          <a:p>
            <a:pPr marL="182880" indent="-182880">
              <a:lnSpc>
                <a:spcPct val="95000"/>
              </a:lnSpc>
            </a:pPr>
            <a:r>
              <a:rPr lang="en-US" sz="2800" b="1" dirty="0">
                <a:latin typeface="Franklin Gothic Book"/>
              </a:rPr>
              <a:t>Solution: </a:t>
            </a:r>
            <a:r>
              <a:rPr lang="en-US" sz="2800" b="1" dirty="0" err="1">
                <a:latin typeface="Franklin Gothic Book"/>
              </a:rPr>
              <a:t>grantMaster</a:t>
            </a:r>
            <a:r>
              <a:rPr lang="en-US" sz="2800" b="1" dirty="0">
                <a:latin typeface="Franklin Gothic Book"/>
              </a:rPr>
              <a:t> Service</a:t>
            </a:r>
          </a:p>
          <a:p>
            <a:pPr marL="182880" indent="-182880">
              <a:lnSpc>
                <a:spcPct val="95000"/>
              </a:lnSpc>
            </a:pPr>
            <a:r>
              <a:rPr lang="en-US" sz="2800" b="1" dirty="0">
                <a:latin typeface="Franklin Gothic Book"/>
              </a:rPr>
              <a:t>Process &amp; Steps</a:t>
            </a:r>
            <a:endParaRPr lang="en-US" sz="2600" b="1" dirty="0">
              <a:latin typeface="Franklin Gothic Book"/>
            </a:endParaRPr>
          </a:p>
          <a:p>
            <a:pPr marL="640080" lvl="1" indent="-182880">
              <a:lnSpc>
                <a:spcPct val="95000"/>
              </a:lnSpc>
            </a:pPr>
            <a:r>
              <a:rPr lang="en-US" sz="2000" b="1" dirty="0">
                <a:latin typeface="Franklin Gothic Book"/>
              </a:rPr>
              <a:t>Data Security &amp; Opt-In</a:t>
            </a:r>
          </a:p>
          <a:p>
            <a:pPr marL="640080" lvl="1" indent="-182880">
              <a:lnSpc>
                <a:spcPct val="95000"/>
              </a:lnSpc>
            </a:pPr>
            <a:r>
              <a:rPr lang="en-US" sz="2000" b="1" dirty="0">
                <a:latin typeface="Franklin Gothic Book"/>
              </a:rPr>
              <a:t>Backend</a:t>
            </a:r>
          </a:p>
          <a:p>
            <a:pPr marL="640080" lvl="1" indent="-182880">
              <a:lnSpc>
                <a:spcPct val="95000"/>
              </a:lnSpc>
            </a:pPr>
            <a:r>
              <a:rPr lang="en-US" sz="2000" b="1" dirty="0">
                <a:latin typeface="Franklin Gothic Book"/>
              </a:rPr>
              <a:t>Frontend Demo</a:t>
            </a:r>
          </a:p>
          <a:p>
            <a:pPr marL="640080" lvl="1" indent="-182880">
              <a:lnSpc>
                <a:spcPct val="95000"/>
              </a:lnSpc>
            </a:pPr>
            <a:r>
              <a:rPr lang="en-US" sz="2000" b="1" dirty="0">
                <a:latin typeface="Franklin Gothic Book"/>
              </a:rPr>
              <a:t>Outcome and Student Email </a:t>
            </a:r>
          </a:p>
          <a:p>
            <a:pPr marL="182880" indent="-182880">
              <a:lnSpc>
                <a:spcPct val="95000"/>
              </a:lnSpc>
            </a:pPr>
            <a:r>
              <a:rPr lang="en-US" sz="2800" b="1" dirty="0">
                <a:latin typeface="Franklin Gothic Book"/>
              </a:rPr>
              <a:t>Summary &amp; Contact Information</a:t>
            </a:r>
          </a:p>
        </p:txBody>
      </p:sp>
    </p:spTree>
    <p:extLst>
      <p:ext uri="{BB962C8B-B14F-4D97-AF65-F5344CB8AC3E}">
        <p14:creationId xmlns:p14="http://schemas.microsoft.com/office/powerpoint/2010/main" val="3869431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3B5E2-264B-1541-F917-109162FC6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A7B0A5-6CA2-C589-0913-C47A116D3394}"/>
              </a:ext>
            </a:extLst>
          </p:cNvPr>
          <p:cNvSpPr>
            <a:spLocks noGrp="1"/>
          </p:cNvSpPr>
          <p:nvPr>
            <p:ph type="title"/>
          </p:nvPr>
        </p:nvSpPr>
        <p:spPr/>
        <p:txBody>
          <a:bodyPr>
            <a:normAutofit/>
          </a:bodyPr>
          <a:lstStyle/>
          <a:p>
            <a:r>
              <a:rPr lang="en-US" i="1" dirty="0">
                <a:latin typeface="Franklin Gothic Demi"/>
              </a:rPr>
              <a:t>(1a) - Code Miners </a:t>
            </a:r>
            <a:r>
              <a:rPr lang="en-US" dirty="0">
                <a:latin typeface="Franklin Gothic Demi"/>
              </a:rPr>
              <a:t>Team Members and Leadership</a:t>
            </a:r>
            <a:endParaRPr lang="en-US" dirty="0"/>
          </a:p>
        </p:txBody>
      </p:sp>
      <p:sp>
        <p:nvSpPr>
          <p:cNvPr id="3" name="Content Placeholder 2">
            <a:extLst>
              <a:ext uri="{FF2B5EF4-FFF2-40B4-BE49-F238E27FC236}">
                <a16:creationId xmlns:a16="http://schemas.microsoft.com/office/drawing/2014/main" id="{9F6F9CF4-FD24-34B4-2122-CBBC37099384}"/>
              </a:ext>
            </a:extLst>
          </p:cNvPr>
          <p:cNvSpPr>
            <a:spLocks noGrp="1"/>
          </p:cNvSpPr>
          <p:nvPr>
            <p:ph sz="quarter" idx="13"/>
          </p:nvPr>
        </p:nvSpPr>
        <p:spPr>
          <a:xfrm>
            <a:off x="731520" y="1097280"/>
            <a:ext cx="10424160" cy="4297680"/>
          </a:xfrm>
        </p:spPr>
        <p:txBody>
          <a:bodyPr vert="horz" lIns="0" tIns="0" rIns="0" bIns="0" rtlCol="0" anchor="t">
            <a:noAutofit/>
          </a:bodyPr>
          <a:lstStyle/>
          <a:p>
            <a:pPr marL="0" indent="0" algn="ctr">
              <a:lnSpc>
                <a:spcPct val="95000"/>
              </a:lnSpc>
              <a:buNone/>
            </a:pPr>
            <a:r>
              <a:rPr lang="en-US" sz="2400" b="1" dirty="0">
                <a:latin typeface="Franklin Gothic Book"/>
              </a:rPr>
              <a:t>We are the Code Miners Team from the Technology Division at Central Piedmont Community College, Charlotte, NC.</a:t>
            </a:r>
          </a:p>
          <a:p>
            <a:r>
              <a:rPr lang="en-US" sz="2000" b="1" dirty="0">
                <a:latin typeface="Franklin Gothic Book"/>
              </a:rPr>
              <a:t>Jaime Delgado-Guzman, </a:t>
            </a:r>
            <a:r>
              <a:rPr lang="en-US" sz="2000" b="1" dirty="0"/>
              <a:t>Lead Developer: </a:t>
            </a:r>
            <a:r>
              <a:rPr lang="en-US" sz="2000" dirty="0">
                <a:latin typeface="Franklin Gothic Book"/>
              </a:rPr>
              <a:t>CPCC Python Certificate student, with a background in data analysis and engineering. Jaime is the Code Miners’ lead code developer for </a:t>
            </a:r>
            <a:r>
              <a:rPr lang="en-US" sz="2000" dirty="0" err="1">
                <a:latin typeface="Franklin Gothic Book"/>
              </a:rPr>
              <a:t>grantMaster</a:t>
            </a:r>
            <a:r>
              <a:rPr lang="en-US" sz="2000" dirty="0">
                <a:latin typeface="Franklin Gothic Book"/>
              </a:rPr>
              <a:t> and video editor.</a:t>
            </a:r>
          </a:p>
          <a:p>
            <a:pPr marL="182880" indent="-182880">
              <a:lnSpc>
                <a:spcPct val="95000"/>
              </a:lnSpc>
            </a:pPr>
            <a:r>
              <a:rPr lang="en-US" sz="2000" b="1" dirty="0">
                <a:latin typeface="Franklin Gothic Book"/>
              </a:rPr>
              <a:t>Maura Carter, Concept Refiner</a:t>
            </a:r>
            <a:r>
              <a:rPr lang="en-US" sz="2000" b="1" i="1" dirty="0">
                <a:latin typeface="Franklin Gothic Book"/>
              </a:rPr>
              <a:t>: </a:t>
            </a:r>
            <a:r>
              <a:rPr lang="en-US" sz="2000" dirty="0">
                <a:latin typeface="Franklin Gothic Book"/>
              </a:rPr>
              <a:t>CPCC Artificial Intelligence Fundamentals Certificate student with a background in statistics and data science. Maura is responsible for refining the concept of </a:t>
            </a:r>
            <a:r>
              <a:rPr lang="en-US" sz="2000" dirty="0" err="1">
                <a:latin typeface="Franklin Gothic Book"/>
              </a:rPr>
              <a:t>grantMaster</a:t>
            </a:r>
            <a:r>
              <a:rPr lang="en-US" sz="2000" dirty="0">
                <a:latin typeface="Franklin Gothic Book"/>
              </a:rPr>
              <a:t> and leading the slide deck presentation.</a:t>
            </a:r>
          </a:p>
          <a:p>
            <a:pPr marL="182880" indent="-182880">
              <a:lnSpc>
                <a:spcPct val="95000"/>
              </a:lnSpc>
            </a:pPr>
            <a:r>
              <a:rPr lang="en-US" sz="2000" b="1" dirty="0">
                <a:latin typeface="Franklin Gothic Book"/>
              </a:rPr>
              <a:t>David Diza, Code Tester: </a:t>
            </a:r>
            <a:r>
              <a:rPr lang="en-US" sz="2000" dirty="0">
                <a:latin typeface="Franklin Gothic Book"/>
              </a:rPr>
              <a:t>CPCC Computer Software Developer student, with a background in java and programming languages. David was the code reviewer and tester for </a:t>
            </a:r>
            <a:r>
              <a:rPr lang="en-US" sz="2000" dirty="0" err="1">
                <a:latin typeface="Franklin Gothic Book"/>
              </a:rPr>
              <a:t>grantMaster</a:t>
            </a:r>
            <a:r>
              <a:rPr lang="en-US" sz="2000" dirty="0">
                <a:latin typeface="Franklin Gothic Book"/>
              </a:rPr>
              <a:t>.</a:t>
            </a:r>
          </a:p>
          <a:p>
            <a:pPr marL="182880" indent="-182880">
              <a:lnSpc>
                <a:spcPct val="95000"/>
              </a:lnSpc>
            </a:pPr>
            <a:r>
              <a:rPr lang="en-US" sz="2000" b="1" dirty="0">
                <a:latin typeface="Franklin Gothic Book"/>
              </a:rPr>
              <a:t>Zoe Ramirez, Logistics Coordinator: </a:t>
            </a:r>
            <a:r>
              <a:rPr lang="en-US" sz="2000" dirty="0">
                <a:latin typeface="Franklin Gothic Book"/>
              </a:rPr>
              <a:t>CPCC Certificate Student in Cyber Security. Zoe organized the team communication and workflow logistics for Code Miners.</a:t>
            </a:r>
          </a:p>
          <a:p>
            <a:pPr marL="182880" indent="-182880">
              <a:lnSpc>
                <a:spcPct val="95000"/>
              </a:lnSpc>
            </a:pPr>
            <a:endParaRPr lang="en-US" sz="1800" dirty="0">
              <a:latin typeface="Franklin Gothic Book"/>
            </a:endParaRPr>
          </a:p>
          <a:p>
            <a:pPr marL="0" indent="0">
              <a:lnSpc>
                <a:spcPct val="95000"/>
              </a:lnSpc>
              <a:buNone/>
            </a:pPr>
            <a:endParaRPr lang="en-US" sz="1800" dirty="0">
              <a:latin typeface="Franklin Gothic Book"/>
            </a:endParaRPr>
          </a:p>
          <a:p>
            <a:pPr marL="0" indent="0">
              <a:lnSpc>
                <a:spcPct val="95000"/>
              </a:lnSpc>
              <a:buNone/>
            </a:pPr>
            <a:endParaRPr lang="en-US" sz="1800" dirty="0">
              <a:latin typeface="Franklin Gothic Book"/>
            </a:endParaRPr>
          </a:p>
        </p:txBody>
      </p:sp>
    </p:spTree>
    <p:extLst>
      <p:ext uri="{BB962C8B-B14F-4D97-AF65-F5344CB8AC3E}">
        <p14:creationId xmlns:p14="http://schemas.microsoft.com/office/powerpoint/2010/main" val="901128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0BB58-983E-54C4-1427-B7F0FCBA2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5C6E68-8AEE-61A4-BD80-4D51A96C5652}"/>
              </a:ext>
            </a:extLst>
          </p:cNvPr>
          <p:cNvSpPr>
            <a:spLocks noGrp="1"/>
          </p:cNvSpPr>
          <p:nvPr>
            <p:ph type="title"/>
          </p:nvPr>
        </p:nvSpPr>
        <p:spPr/>
        <p:txBody>
          <a:bodyPr>
            <a:normAutofit/>
          </a:bodyPr>
          <a:lstStyle/>
          <a:p>
            <a:r>
              <a:rPr lang="en-US" dirty="0">
                <a:latin typeface="Franklin Gothic Demi"/>
              </a:rPr>
              <a:t>(2a) - Executive Summary &amp; Problem</a:t>
            </a:r>
            <a:endParaRPr lang="en-US" dirty="0"/>
          </a:p>
        </p:txBody>
      </p:sp>
      <p:sp>
        <p:nvSpPr>
          <p:cNvPr id="3" name="Content Placeholder 2">
            <a:extLst>
              <a:ext uri="{FF2B5EF4-FFF2-40B4-BE49-F238E27FC236}">
                <a16:creationId xmlns:a16="http://schemas.microsoft.com/office/drawing/2014/main" id="{6957F61B-C574-C755-328A-8C72D9EBDB7B}"/>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2400" dirty="0">
                <a:latin typeface="Franklin Gothic Book"/>
              </a:rPr>
              <a:t>Each year, billions of dollars in student grant money go unclaimed.</a:t>
            </a:r>
          </a:p>
          <a:p>
            <a:pPr marL="640080" lvl="1" indent="-182880">
              <a:lnSpc>
                <a:spcPct val="95000"/>
              </a:lnSpc>
            </a:pPr>
            <a:r>
              <a:rPr lang="en-US" sz="1800" dirty="0">
                <a:latin typeface="Franklin Gothic Book"/>
              </a:rPr>
              <a:t>Students may qualify, but they don’t know these grants exist. </a:t>
            </a:r>
          </a:p>
          <a:p>
            <a:pPr marL="640080" lvl="1" indent="-182880">
              <a:lnSpc>
                <a:spcPct val="95000"/>
              </a:lnSpc>
            </a:pPr>
            <a:r>
              <a:rPr lang="en-US" sz="1800" dirty="0">
                <a:latin typeface="Franklin Gothic Book"/>
              </a:rPr>
              <a:t>Grantors want to give out grant money, but cannot do so unless students apply.</a:t>
            </a:r>
          </a:p>
          <a:p>
            <a:pPr marL="182880" indent="-182880">
              <a:lnSpc>
                <a:spcPct val="95000"/>
              </a:lnSpc>
            </a:pPr>
            <a:r>
              <a:rPr lang="en-US" sz="2400" dirty="0">
                <a:latin typeface="Franklin Gothic Book"/>
              </a:rPr>
              <a:t>The result is unclaimed funds, and students are either unable to afford to matriculate or graduate from college, in addition to students taking out enormous student loans to finance their education</a:t>
            </a:r>
          </a:p>
          <a:p>
            <a:pPr marL="182880" indent="-182880">
              <a:lnSpc>
                <a:spcPct val="95000"/>
              </a:lnSpc>
            </a:pPr>
            <a:r>
              <a:rPr lang="en-US" sz="2400" dirty="0">
                <a:latin typeface="Franklin Gothic Book"/>
              </a:rPr>
              <a:t>Currently, there is over $ 3 trillion in unpaid student loan debt. </a:t>
            </a:r>
          </a:p>
          <a:p>
            <a:pPr marL="640080" lvl="1" indent="-182880">
              <a:lnSpc>
                <a:spcPct val="95000"/>
              </a:lnSpc>
            </a:pPr>
            <a:r>
              <a:rPr lang="en-US" sz="1800" dirty="0">
                <a:latin typeface="Franklin Gothic Book"/>
              </a:rPr>
              <a:t>Students are severely hindered in their future careers when they graduate with massive amounts of student loan debt, if they have found no other ways to finance their education</a:t>
            </a:r>
          </a:p>
          <a:p>
            <a:pPr marL="0" indent="0">
              <a:lnSpc>
                <a:spcPct val="95000"/>
              </a:lnSpc>
              <a:buNone/>
            </a:pPr>
            <a:endParaRPr lang="en-US" sz="1800" dirty="0">
              <a:latin typeface="Franklin Gothic Book"/>
            </a:endParaRPr>
          </a:p>
        </p:txBody>
      </p:sp>
    </p:spTree>
    <p:extLst>
      <p:ext uri="{BB962C8B-B14F-4D97-AF65-F5344CB8AC3E}">
        <p14:creationId xmlns:p14="http://schemas.microsoft.com/office/powerpoint/2010/main" val="12394922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D8CF0-DF97-8AA7-4D91-4CE95AC17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180E06-1504-8AC6-AA83-FF3AC5EB68A6}"/>
              </a:ext>
            </a:extLst>
          </p:cNvPr>
          <p:cNvSpPr>
            <a:spLocks noGrp="1"/>
          </p:cNvSpPr>
          <p:nvPr>
            <p:ph type="title"/>
          </p:nvPr>
        </p:nvSpPr>
        <p:spPr/>
        <p:txBody>
          <a:bodyPr>
            <a:normAutofit/>
          </a:bodyPr>
          <a:lstStyle/>
          <a:p>
            <a:r>
              <a:rPr lang="en-US" dirty="0">
                <a:latin typeface="Franklin Gothic Demi"/>
              </a:rPr>
              <a:t>(3a) - Solution: An application that automatically notifies of grants.</a:t>
            </a:r>
            <a:endParaRPr lang="en-US" dirty="0"/>
          </a:p>
        </p:txBody>
      </p:sp>
      <p:sp>
        <p:nvSpPr>
          <p:cNvPr id="3" name="Content Placeholder 2">
            <a:extLst>
              <a:ext uri="{FF2B5EF4-FFF2-40B4-BE49-F238E27FC236}">
                <a16:creationId xmlns:a16="http://schemas.microsoft.com/office/drawing/2014/main" id="{A0EF147C-F0A0-3086-02FB-69FA2053DFBE}"/>
              </a:ext>
            </a:extLst>
          </p:cNvPr>
          <p:cNvSpPr>
            <a:spLocks noGrp="1"/>
          </p:cNvSpPr>
          <p:nvPr>
            <p:ph sz="quarter" idx="13"/>
          </p:nvPr>
        </p:nvSpPr>
        <p:spPr>
          <a:xfrm>
            <a:off x="731520" y="1188720"/>
            <a:ext cx="10795462" cy="4297680"/>
          </a:xfrm>
        </p:spPr>
        <p:txBody>
          <a:bodyPr vert="horz" lIns="0" tIns="0" rIns="0" bIns="0" rtlCol="0" anchor="t">
            <a:noAutofit/>
          </a:bodyPr>
          <a:lstStyle/>
          <a:p>
            <a:pPr marL="182880" indent="-182880">
              <a:lnSpc>
                <a:spcPct val="95000"/>
              </a:lnSpc>
            </a:pPr>
            <a:r>
              <a:rPr lang="en-US" sz="2400" dirty="0">
                <a:latin typeface="Franklin Gothic Book"/>
              </a:rPr>
              <a:t>All students have to do is check </a:t>
            </a:r>
            <a:r>
              <a:rPr lang="en-US" sz="2400" i="1" dirty="0">
                <a:latin typeface="Franklin Gothic Book"/>
              </a:rPr>
              <a:t>one</a:t>
            </a:r>
            <a:r>
              <a:rPr lang="en-US" sz="2400" dirty="0">
                <a:latin typeface="Franklin Gothic Book"/>
              </a:rPr>
              <a:t> box to opt in.</a:t>
            </a:r>
          </a:p>
          <a:p>
            <a:pPr marL="182880" indent="-182880">
              <a:lnSpc>
                <a:spcPct val="95000"/>
              </a:lnSpc>
            </a:pPr>
            <a:r>
              <a:rPr lang="en-US" sz="2400" dirty="0">
                <a:latin typeface="Franklin Gothic Book"/>
              </a:rPr>
              <a:t>This service automatically notifies students of available grant opportunities</a:t>
            </a:r>
          </a:p>
          <a:p>
            <a:pPr marL="640080" lvl="1" indent="-182880">
              <a:lnSpc>
                <a:spcPct val="95000"/>
              </a:lnSpc>
            </a:pPr>
            <a:r>
              <a:rPr lang="en-US" sz="2000" dirty="0">
                <a:latin typeface="Franklin Gothic Book"/>
              </a:rPr>
              <a:t>Informs students when they need to submit an additional piece of information, such as a resume or essay attachment</a:t>
            </a:r>
          </a:p>
          <a:p>
            <a:pPr marL="182880" indent="-182880">
              <a:lnSpc>
                <a:spcPct val="95000"/>
              </a:lnSpc>
            </a:pPr>
            <a:r>
              <a:rPr lang="en-US" sz="2400" dirty="0">
                <a:latin typeface="Franklin Gothic Book"/>
              </a:rPr>
              <a:t>It automatically applies students to grants, whenever applicable</a:t>
            </a:r>
          </a:p>
          <a:p>
            <a:pPr marL="0" indent="0">
              <a:lnSpc>
                <a:spcPct val="95000"/>
              </a:lnSpc>
              <a:buNone/>
            </a:pPr>
            <a:r>
              <a:rPr lang="en-US" sz="2400" dirty="0">
                <a:latin typeface="Franklin Gothic Book"/>
              </a:rPr>
              <a:t>.</a:t>
            </a:r>
          </a:p>
          <a:p>
            <a:pPr marL="182880" indent="-182880">
              <a:lnSpc>
                <a:spcPct val="95000"/>
              </a:lnSpc>
            </a:pPr>
            <a:endParaRPr lang="en-US" sz="1800" dirty="0">
              <a:latin typeface="Franklin Gothic Book"/>
            </a:endParaRPr>
          </a:p>
          <a:p>
            <a:pPr marL="182880" indent="-182880">
              <a:lnSpc>
                <a:spcPct val="95000"/>
              </a:lnSpc>
            </a:pPr>
            <a:endParaRPr lang="en-US" sz="1600" dirty="0">
              <a:latin typeface="Franklin Gothic Book"/>
            </a:endParaRPr>
          </a:p>
        </p:txBody>
      </p:sp>
    </p:spTree>
    <p:extLst>
      <p:ext uri="{BB962C8B-B14F-4D97-AF65-F5344CB8AC3E}">
        <p14:creationId xmlns:p14="http://schemas.microsoft.com/office/powerpoint/2010/main" val="747835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388E2-8994-04DA-F945-ECC6B80501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AE0A3A-ADA4-368E-B147-C1D8D330032B}"/>
              </a:ext>
            </a:extLst>
          </p:cNvPr>
          <p:cNvSpPr>
            <a:spLocks noGrp="1"/>
          </p:cNvSpPr>
          <p:nvPr>
            <p:ph type="title"/>
          </p:nvPr>
        </p:nvSpPr>
        <p:spPr/>
        <p:txBody>
          <a:bodyPr>
            <a:normAutofit/>
          </a:bodyPr>
          <a:lstStyle/>
          <a:p>
            <a:r>
              <a:rPr lang="en-US" dirty="0">
                <a:latin typeface="Franklin Gothic Demi"/>
              </a:rPr>
              <a:t>(4a) - Process for Colleges and Students</a:t>
            </a:r>
            <a:endParaRPr lang="en-US" dirty="0"/>
          </a:p>
        </p:txBody>
      </p:sp>
      <p:sp>
        <p:nvSpPr>
          <p:cNvPr id="3" name="Content Placeholder 2">
            <a:extLst>
              <a:ext uri="{FF2B5EF4-FFF2-40B4-BE49-F238E27FC236}">
                <a16:creationId xmlns:a16="http://schemas.microsoft.com/office/drawing/2014/main" id="{CDF986AF-4E9D-424A-325B-2C6A6851A616}"/>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2400" dirty="0">
                <a:latin typeface="Franklin Gothic Book"/>
              </a:rPr>
              <a:t>College</a:t>
            </a:r>
          </a:p>
          <a:p>
            <a:pPr marL="640080" lvl="1" indent="-182880">
              <a:lnSpc>
                <a:spcPct val="95000"/>
              </a:lnSpc>
            </a:pPr>
            <a:r>
              <a:rPr lang="en-US" sz="2200" dirty="0">
                <a:latin typeface="Franklin Gothic Book"/>
              </a:rPr>
              <a:t>1) Subscribe to </a:t>
            </a:r>
            <a:r>
              <a:rPr lang="en-US" sz="2200" dirty="0" err="1">
                <a:latin typeface="Franklin Gothic Book"/>
              </a:rPr>
              <a:t>grantMaster</a:t>
            </a:r>
            <a:endParaRPr lang="en-US" sz="2200" dirty="0">
              <a:latin typeface="Franklin Gothic Book"/>
            </a:endParaRPr>
          </a:p>
          <a:p>
            <a:pPr marL="640080" lvl="1" indent="-182880">
              <a:lnSpc>
                <a:spcPct val="95000"/>
              </a:lnSpc>
            </a:pPr>
            <a:r>
              <a:rPr lang="en-US" sz="2200" dirty="0">
                <a:latin typeface="Franklin Gothic Book"/>
              </a:rPr>
              <a:t>2) Enter a data sharing agreement with </a:t>
            </a:r>
            <a:r>
              <a:rPr lang="en-US" sz="2200" dirty="0" err="1">
                <a:latin typeface="Franklin Gothic Book"/>
              </a:rPr>
              <a:t>grantMaster</a:t>
            </a:r>
            <a:endParaRPr lang="en-US" sz="2200" dirty="0">
              <a:latin typeface="Franklin Gothic Book"/>
            </a:endParaRPr>
          </a:p>
          <a:p>
            <a:pPr marL="640080" lvl="1" indent="-182880">
              <a:lnSpc>
                <a:spcPct val="95000"/>
              </a:lnSpc>
            </a:pPr>
            <a:r>
              <a:rPr lang="en-US" sz="2200" dirty="0">
                <a:latin typeface="Franklin Gothic Book"/>
              </a:rPr>
              <a:t>3) Set up a secure data connection</a:t>
            </a:r>
          </a:p>
          <a:p>
            <a:pPr marL="640080" lvl="1" indent="-182880">
              <a:lnSpc>
                <a:spcPct val="95000"/>
              </a:lnSpc>
            </a:pPr>
            <a:r>
              <a:rPr lang="en-US" sz="2200" dirty="0">
                <a:latin typeface="Franklin Gothic Book"/>
              </a:rPr>
              <a:t>4) Add a checkbox to the student registration form, so students can opt-in and consent to </a:t>
            </a:r>
            <a:r>
              <a:rPr lang="en-US" sz="2200" dirty="0" err="1">
                <a:latin typeface="Franklin Gothic Book"/>
              </a:rPr>
              <a:t>grantMaster</a:t>
            </a:r>
            <a:endParaRPr lang="en-US" sz="2000" dirty="0">
              <a:latin typeface="Franklin Gothic Book"/>
            </a:endParaRPr>
          </a:p>
          <a:p>
            <a:pPr marL="640080" lvl="1" indent="-182880">
              <a:lnSpc>
                <a:spcPct val="95000"/>
              </a:lnSpc>
            </a:pPr>
            <a:endParaRPr lang="en-US" sz="2200" dirty="0">
              <a:latin typeface="Franklin Gothic Book"/>
            </a:endParaRPr>
          </a:p>
          <a:p>
            <a:pPr marL="182880" indent="-182880">
              <a:lnSpc>
                <a:spcPct val="95000"/>
              </a:lnSpc>
            </a:pPr>
            <a:r>
              <a:rPr lang="en-US" sz="2400" dirty="0">
                <a:latin typeface="Franklin Gothic Book"/>
              </a:rPr>
              <a:t>Student</a:t>
            </a:r>
          </a:p>
          <a:p>
            <a:pPr marL="640080" lvl="1" indent="-182880">
              <a:lnSpc>
                <a:spcPct val="95000"/>
              </a:lnSpc>
            </a:pPr>
            <a:r>
              <a:rPr lang="en-US" sz="2200" dirty="0">
                <a:latin typeface="Franklin Gothic Book"/>
              </a:rPr>
              <a:t>1) Just that </a:t>
            </a:r>
            <a:r>
              <a:rPr lang="en-US" sz="2200" i="1" dirty="0">
                <a:latin typeface="Franklin Gothic Book"/>
              </a:rPr>
              <a:t>one</a:t>
            </a:r>
            <a:r>
              <a:rPr lang="en-US" sz="2200" dirty="0">
                <a:latin typeface="Franklin Gothic Book"/>
              </a:rPr>
              <a:t> checkbox! (Opt-in, at college registration)</a:t>
            </a:r>
          </a:p>
          <a:p>
            <a:pPr marL="640080" lvl="1" indent="-182880">
              <a:lnSpc>
                <a:spcPct val="95000"/>
              </a:lnSpc>
            </a:pPr>
            <a:r>
              <a:rPr lang="en-US" sz="2200" dirty="0">
                <a:latin typeface="Franklin Gothic Book"/>
              </a:rPr>
              <a:t>Receive an email notification of grant opportunities, to their inbox.</a:t>
            </a:r>
          </a:p>
          <a:p>
            <a:pPr marL="182880" indent="-182880">
              <a:lnSpc>
                <a:spcPct val="95000"/>
              </a:lnSpc>
            </a:pPr>
            <a:endParaRPr lang="en-US" sz="1600" dirty="0">
              <a:latin typeface="Franklin Gothic Book"/>
            </a:endParaRPr>
          </a:p>
        </p:txBody>
      </p:sp>
    </p:spTree>
    <p:extLst>
      <p:ext uri="{BB962C8B-B14F-4D97-AF65-F5344CB8AC3E}">
        <p14:creationId xmlns:p14="http://schemas.microsoft.com/office/powerpoint/2010/main" val="259064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18427-07E3-A063-BBFA-DF09B7601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ADFAA2-13D8-6097-0735-1057EA2DD0E2}"/>
              </a:ext>
            </a:extLst>
          </p:cNvPr>
          <p:cNvSpPr>
            <a:spLocks noGrp="1"/>
          </p:cNvSpPr>
          <p:nvPr>
            <p:ph type="title"/>
          </p:nvPr>
        </p:nvSpPr>
        <p:spPr/>
        <p:txBody>
          <a:bodyPr>
            <a:normAutofit/>
          </a:bodyPr>
          <a:lstStyle/>
          <a:p>
            <a:r>
              <a:rPr lang="en-US" dirty="0">
                <a:latin typeface="Franklin Gothic Demi"/>
              </a:rPr>
              <a:t>(5a) Backend</a:t>
            </a:r>
            <a:endParaRPr lang="en-US" dirty="0"/>
          </a:p>
        </p:txBody>
      </p:sp>
      <p:sp>
        <p:nvSpPr>
          <p:cNvPr id="3" name="Content Placeholder 2">
            <a:extLst>
              <a:ext uri="{FF2B5EF4-FFF2-40B4-BE49-F238E27FC236}">
                <a16:creationId xmlns:a16="http://schemas.microsoft.com/office/drawing/2014/main" id="{6F6D472C-D780-D4A4-16BA-ACEA138F321C}"/>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1800" dirty="0">
                <a:latin typeface="Franklin Gothic Book"/>
              </a:rPr>
              <a:t>Data</a:t>
            </a:r>
          </a:p>
          <a:p>
            <a:pPr marL="182880" indent="-182880">
              <a:lnSpc>
                <a:spcPct val="95000"/>
              </a:lnSpc>
            </a:pPr>
            <a:r>
              <a:rPr lang="en-US" sz="1800" dirty="0">
                <a:latin typeface="Franklin Gothic Book"/>
              </a:rPr>
              <a:t>Code</a:t>
            </a:r>
          </a:p>
          <a:p>
            <a:pPr marL="182880" indent="-182880">
              <a:lnSpc>
                <a:spcPct val="95000"/>
              </a:lnSpc>
            </a:pPr>
            <a:r>
              <a:rPr lang="en-US" sz="1800" dirty="0">
                <a:latin typeface="Franklin Gothic Book"/>
              </a:rPr>
              <a:t>IMAGE</a:t>
            </a:r>
          </a:p>
          <a:p>
            <a:pPr marL="182880" indent="-182880">
              <a:lnSpc>
                <a:spcPct val="95000"/>
              </a:lnSpc>
            </a:pPr>
            <a:endParaRPr lang="en-US" sz="1600" dirty="0">
              <a:latin typeface="Franklin Gothic Book"/>
            </a:endParaRPr>
          </a:p>
        </p:txBody>
      </p:sp>
    </p:spTree>
    <p:extLst>
      <p:ext uri="{BB962C8B-B14F-4D97-AF65-F5344CB8AC3E}">
        <p14:creationId xmlns:p14="http://schemas.microsoft.com/office/powerpoint/2010/main" val="2678046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9F676-F65A-DE36-EB7E-CB74AE952A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9D36FF-8197-F97A-8EAB-C5664DDF913E}"/>
              </a:ext>
            </a:extLst>
          </p:cNvPr>
          <p:cNvSpPr>
            <a:spLocks noGrp="1"/>
          </p:cNvSpPr>
          <p:nvPr>
            <p:ph type="title"/>
          </p:nvPr>
        </p:nvSpPr>
        <p:spPr/>
        <p:txBody>
          <a:bodyPr>
            <a:normAutofit/>
          </a:bodyPr>
          <a:lstStyle/>
          <a:p>
            <a:r>
              <a:rPr lang="en-US" dirty="0">
                <a:latin typeface="Franklin Gothic Demi"/>
              </a:rPr>
              <a:t>(6a) - Output</a:t>
            </a:r>
            <a:endParaRPr lang="en-US" dirty="0"/>
          </a:p>
        </p:txBody>
      </p:sp>
      <p:sp>
        <p:nvSpPr>
          <p:cNvPr id="3" name="Content Placeholder 2">
            <a:extLst>
              <a:ext uri="{FF2B5EF4-FFF2-40B4-BE49-F238E27FC236}">
                <a16:creationId xmlns:a16="http://schemas.microsoft.com/office/drawing/2014/main" id="{9E801020-8633-876B-8695-DB188F7A06F3}"/>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1800" dirty="0">
                <a:latin typeface="Franklin Gothic Book"/>
              </a:rPr>
              <a:t>(IMAGE) Output email to students</a:t>
            </a:r>
          </a:p>
          <a:p>
            <a:pPr marL="640080" lvl="1" indent="-182880">
              <a:lnSpc>
                <a:spcPct val="95000"/>
              </a:lnSpc>
            </a:pPr>
            <a:r>
              <a:rPr lang="en-US" sz="1600" dirty="0">
                <a:latin typeface="Franklin Gothic Book"/>
              </a:rPr>
              <a:t>List of auto-applied grants</a:t>
            </a:r>
          </a:p>
          <a:p>
            <a:pPr marL="640080" lvl="1" indent="-182880">
              <a:lnSpc>
                <a:spcPct val="95000"/>
              </a:lnSpc>
            </a:pPr>
            <a:r>
              <a:rPr lang="en-US" sz="1600" dirty="0">
                <a:latin typeface="Franklin Gothic Book"/>
              </a:rPr>
              <a:t>Essays/items still needed</a:t>
            </a:r>
          </a:p>
          <a:p>
            <a:pPr marL="640080" lvl="1" indent="-182880">
              <a:lnSpc>
                <a:spcPct val="95000"/>
              </a:lnSpc>
            </a:pPr>
            <a:r>
              <a:rPr lang="en-US" sz="1600" dirty="0">
                <a:latin typeface="Franklin Gothic Book"/>
              </a:rPr>
              <a:t>Link to apply</a:t>
            </a:r>
          </a:p>
        </p:txBody>
      </p:sp>
    </p:spTree>
    <p:extLst>
      <p:ext uri="{BB962C8B-B14F-4D97-AF65-F5344CB8AC3E}">
        <p14:creationId xmlns:p14="http://schemas.microsoft.com/office/powerpoint/2010/main" val="1618957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05AE5-2C52-95C2-6A90-64C83408EF4D}"/>
              </a:ext>
            </a:extLst>
          </p:cNvPr>
          <p:cNvSpPr>
            <a:spLocks noGrp="1"/>
          </p:cNvSpPr>
          <p:nvPr>
            <p:ph type="title"/>
          </p:nvPr>
        </p:nvSpPr>
        <p:spPr/>
        <p:txBody>
          <a:bodyPr/>
          <a:lstStyle/>
          <a:p>
            <a:r>
              <a:rPr lang="en-US" dirty="0"/>
              <a:t>(7a) - </a:t>
            </a:r>
          </a:p>
        </p:txBody>
      </p:sp>
      <p:sp>
        <p:nvSpPr>
          <p:cNvPr id="3" name="Content Placeholder 2">
            <a:extLst>
              <a:ext uri="{FF2B5EF4-FFF2-40B4-BE49-F238E27FC236}">
                <a16:creationId xmlns:a16="http://schemas.microsoft.com/office/drawing/2014/main" id="{2E1555A4-99EB-13C3-7569-5A53E5DD381D}"/>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7226114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D4CAF-935C-D42A-46A4-880F51C738EE}"/>
              </a:ext>
            </a:extLst>
          </p:cNvPr>
          <p:cNvSpPr>
            <a:spLocks noGrp="1"/>
          </p:cNvSpPr>
          <p:nvPr>
            <p:ph type="title"/>
          </p:nvPr>
        </p:nvSpPr>
        <p:spPr/>
        <p:txBody>
          <a:bodyPr/>
          <a:lstStyle/>
          <a:p>
            <a:r>
              <a:rPr lang="en-US" dirty="0"/>
              <a:t>(8a) – Security &amp; Trust: Secure. Opt-In. Student-Controlled</a:t>
            </a:r>
          </a:p>
        </p:txBody>
      </p:sp>
      <p:sp>
        <p:nvSpPr>
          <p:cNvPr id="3" name="Content Placeholder 2">
            <a:extLst>
              <a:ext uri="{FF2B5EF4-FFF2-40B4-BE49-F238E27FC236}">
                <a16:creationId xmlns:a16="http://schemas.microsoft.com/office/drawing/2014/main" id="{403A5831-0C23-A0D8-E465-09E3B91DF8C5}"/>
              </a:ext>
            </a:extLst>
          </p:cNvPr>
          <p:cNvSpPr>
            <a:spLocks noGrp="1"/>
          </p:cNvSpPr>
          <p:nvPr>
            <p:ph sz="quarter" idx="13"/>
          </p:nvPr>
        </p:nvSpPr>
        <p:spPr/>
        <p:txBody>
          <a:bodyPr/>
          <a:lstStyle/>
          <a:p>
            <a:r>
              <a:rPr lang="en-US" dirty="0"/>
              <a:t>Explicit student consent (opt-in checkbox)</a:t>
            </a:r>
          </a:p>
          <a:p>
            <a:r>
              <a:rPr lang="en-US" dirty="0"/>
              <a:t>Data sharing agreements with colleges </a:t>
            </a:r>
          </a:p>
          <a:p>
            <a:r>
              <a:rPr lang="en-US" dirty="0"/>
              <a:t>Secure backend data handling</a:t>
            </a:r>
          </a:p>
          <a:p>
            <a:r>
              <a:rPr lang="en-US" dirty="0"/>
              <a:t>Minimal student exposure (no accounts needed, no stored student data)</a:t>
            </a:r>
          </a:p>
        </p:txBody>
      </p:sp>
    </p:spTree>
    <p:extLst>
      <p:ext uri="{BB962C8B-B14F-4D97-AF65-F5344CB8AC3E}">
        <p14:creationId xmlns:p14="http://schemas.microsoft.com/office/powerpoint/2010/main" val="42492727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CFAE4-BEF9-0E6B-731B-C7DED99ECA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0A5C3C-5740-14DF-E4B3-C6D06EA5F8B0}"/>
              </a:ext>
            </a:extLst>
          </p:cNvPr>
          <p:cNvSpPr>
            <a:spLocks noGrp="1"/>
          </p:cNvSpPr>
          <p:nvPr>
            <p:ph type="title"/>
          </p:nvPr>
        </p:nvSpPr>
        <p:spPr/>
        <p:txBody>
          <a:bodyPr>
            <a:normAutofit/>
          </a:bodyPr>
          <a:lstStyle/>
          <a:p>
            <a:r>
              <a:rPr lang="en-US" dirty="0">
                <a:latin typeface="Franklin Gothic Demi"/>
              </a:rPr>
              <a:t>(9a) - Summary</a:t>
            </a:r>
            <a:endParaRPr lang="en-US" dirty="0"/>
          </a:p>
        </p:txBody>
      </p:sp>
      <p:sp>
        <p:nvSpPr>
          <p:cNvPr id="3" name="Content Placeholder 2">
            <a:extLst>
              <a:ext uri="{FF2B5EF4-FFF2-40B4-BE49-F238E27FC236}">
                <a16:creationId xmlns:a16="http://schemas.microsoft.com/office/drawing/2014/main" id="{1A14F243-E254-A1FF-CD02-732427B5DCDA}"/>
              </a:ext>
            </a:extLst>
          </p:cNvPr>
          <p:cNvSpPr>
            <a:spLocks noGrp="1"/>
          </p:cNvSpPr>
          <p:nvPr>
            <p:ph sz="quarter" idx="13"/>
          </p:nvPr>
        </p:nvSpPr>
        <p:spPr>
          <a:xfrm>
            <a:off x="731520" y="1188720"/>
            <a:ext cx="10795462" cy="3276276"/>
          </a:xfrm>
        </p:spPr>
        <p:txBody>
          <a:bodyPr vert="horz" lIns="0" tIns="0" rIns="0" bIns="0" rtlCol="0" anchor="t">
            <a:noAutofit/>
          </a:bodyPr>
          <a:lstStyle/>
          <a:p>
            <a:pPr marL="182880" indent="-182880">
              <a:lnSpc>
                <a:spcPct val="95000"/>
              </a:lnSpc>
            </a:pPr>
            <a:r>
              <a:rPr lang="en-US" sz="2000" dirty="0">
                <a:latin typeface="Franklin Gothic Book"/>
              </a:rPr>
              <a:t>The prototype is the entire data pipeline for the college subscribing, students opting in, data processed, emails generated, and ending with students receiving an email notification about grant opportunities to their inbox  </a:t>
            </a:r>
          </a:p>
          <a:p>
            <a:pPr marL="182880" indent="-182880">
              <a:lnSpc>
                <a:spcPct val="95000"/>
              </a:lnSpc>
            </a:pPr>
            <a:r>
              <a:rPr lang="en-US" sz="2000" dirty="0">
                <a:latin typeface="Franklin Gothic Book"/>
              </a:rPr>
              <a:t>Students never interact with a </a:t>
            </a:r>
            <a:r>
              <a:rPr lang="en-US" sz="2000" dirty="0" err="1">
                <a:latin typeface="Franklin Gothic Book"/>
              </a:rPr>
              <a:t>grantMaster</a:t>
            </a:r>
            <a:r>
              <a:rPr lang="en-US" sz="2000" dirty="0">
                <a:latin typeface="Franklin Gothic Book"/>
              </a:rPr>
              <a:t> frontend, nor do they have to log in or have a portal – no extra steps are required of the student</a:t>
            </a:r>
          </a:p>
          <a:p>
            <a:pPr marL="182880" indent="-182880">
              <a:lnSpc>
                <a:spcPct val="95000"/>
              </a:lnSpc>
            </a:pPr>
            <a:r>
              <a:rPr lang="en-US" sz="2000" dirty="0">
                <a:latin typeface="Franklin Gothic Book"/>
              </a:rPr>
              <a:t>Students obtain substantial funds which allows them to afford college degree tuition.</a:t>
            </a:r>
          </a:p>
          <a:p>
            <a:pPr marL="182880" indent="-182880">
              <a:lnSpc>
                <a:spcPct val="95000"/>
              </a:lnSpc>
            </a:pPr>
            <a:r>
              <a:rPr lang="en-US" sz="2000" dirty="0">
                <a:latin typeface="Franklin Gothic Book"/>
              </a:rPr>
              <a:t>Universities see an increase in </a:t>
            </a:r>
            <a:r>
              <a:rPr lang="en-US" sz="2000" b="1" dirty="0">
                <a:latin typeface="Franklin Gothic Book"/>
              </a:rPr>
              <a:t>student enrollment, retention, and graduation rates. A</a:t>
            </a:r>
            <a:r>
              <a:rPr lang="en-US" sz="2000" dirty="0">
                <a:latin typeface="Franklin Gothic Book"/>
              </a:rPr>
              <a:t>s students receive more grant funding for their education and less reliance on student loans or self-financing.</a:t>
            </a:r>
          </a:p>
          <a:p>
            <a:pPr marL="182880" indent="-182880">
              <a:lnSpc>
                <a:spcPct val="95000"/>
              </a:lnSpc>
            </a:pPr>
            <a:r>
              <a:rPr lang="en-US" sz="2000" dirty="0">
                <a:latin typeface="Franklin Gothic Book"/>
              </a:rPr>
              <a:t>Universities can use this as a marketing tool to increase application rates and university admissions by helping students get their degree more cost-effectively. </a:t>
            </a:r>
          </a:p>
          <a:p>
            <a:pPr marL="182880" indent="-182880">
              <a:lnSpc>
                <a:spcPct val="95000"/>
              </a:lnSpc>
            </a:pPr>
            <a:r>
              <a:rPr lang="en-US" sz="2000" dirty="0">
                <a:latin typeface="Franklin Gothic Book"/>
              </a:rPr>
              <a:t>Universities would see an increase in alumni starting more stable and lucrative careers of their choosing, with less financial pressure of having to repay large student loans, in addition to alumni giving back to the college </a:t>
            </a:r>
          </a:p>
          <a:p>
            <a:pPr marL="182880" indent="-182880">
              <a:lnSpc>
                <a:spcPct val="95000"/>
              </a:lnSpc>
            </a:pPr>
            <a:endParaRPr lang="en-US" sz="1600" dirty="0">
              <a:latin typeface="Franklin Gothic Book"/>
            </a:endParaRPr>
          </a:p>
        </p:txBody>
      </p:sp>
    </p:spTree>
    <p:extLst>
      <p:ext uri="{BB962C8B-B14F-4D97-AF65-F5344CB8AC3E}">
        <p14:creationId xmlns:p14="http://schemas.microsoft.com/office/powerpoint/2010/main" val="7572500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A862D-3482-B0E0-E67C-F0502084E1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FDD9C7-215E-77F8-BCD4-B11C58D876F9}"/>
              </a:ext>
            </a:extLst>
          </p:cNvPr>
          <p:cNvSpPr>
            <a:spLocks noGrp="1"/>
          </p:cNvSpPr>
          <p:nvPr>
            <p:ph type="title"/>
          </p:nvPr>
        </p:nvSpPr>
        <p:spPr/>
        <p:txBody>
          <a:bodyPr>
            <a:normAutofit/>
          </a:bodyPr>
          <a:lstStyle/>
          <a:p>
            <a:r>
              <a:rPr lang="en-US" dirty="0">
                <a:latin typeface="Franklin Gothic Demi"/>
              </a:rPr>
              <a:t>Thank you &amp; Contact Information</a:t>
            </a:r>
            <a:endParaRPr lang="en-US" dirty="0"/>
          </a:p>
        </p:txBody>
      </p:sp>
      <p:sp>
        <p:nvSpPr>
          <p:cNvPr id="3" name="Content Placeholder 2">
            <a:extLst>
              <a:ext uri="{FF2B5EF4-FFF2-40B4-BE49-F238E27FC236}">
                <a16:creationId xmlns:a16="http://schemas.microsoft.com/office/drawing/2014/main" id="{D33ABEC1-E2CC-8DA3-CA6A-384705DB33D7}"/>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2400" dirty="0">
                <a:latin typeface="Franklin Gothic Book"/>
              </a:rPr>
              <a:t>Thank you for your consideration of </a:t>
            </a:r>
            <a:r>
              <a:rPr lang="en-US" sz="2400" dirty="0" err="1">
                <a:latin typeface="Franklin Gothic Book"/>
              </a:rPr>
              <a:t>grantMaster</a:t>
            </a:r>
            <a:r>
              <a:rPr lang="en-US" sz="2400" dirty="0">
                <a:latin typeface="Franklin Gothic Book"/>
              </a:rPr>
              <a:t>. We appreciate your time.</a:t>
            </a:r>
          </a:p>
          <a:p>
            <a:pPr marL="182880" indent="-182880">
              <a:lnSpc>
                <a:spcPct val="95000"/>
              </a:lnSpc>
            </a:pPr>
            <a:r>
              <a:rPr lang="en-US" sz="2400" dirty="0">
                <a:latin typeface="Franklin Gothic Book"/>
              </a:rPr>
              <a:t>Please contact us if you have questions</a:t>
            </a:r>
          </a:p>
          <a:p>
            <a:pPr marL="640080" lvl="1" indent="-182880">
              <a:lnSpc>
                <a:spcPct val="95000"/>
              </a:lnSpc>
            </a:pPr>
            <a:r>
              <a:rPr lang="en-US" sz="2200" dirty="0">
                <a:latin typeface="Franklin Gothic Book"/>
              </a:rPr>
              <a:t>LinkedIn:</a:t>
            </a:r>
          </a:p>
          <a:p>
            <a:pPr marL="640080" lvl="1" indent="-182880">
              <a:lnSpc>
                <a:spcPct val="95000"/>
              </a:lnSpc>
            </a:pPr>
            <a:r>
              <a:rPr lang="en-US" sz="2200" dirty="0">
                <a:latin typeface="Franklin Gothic Book"/>
              </a:rPr>
              <a:t>Email: </a:t>
            </a:r>
          </a:p>
          <a:p>
            <a:pPr marL="640080" lvl="1" indent="-182880">
              <a:lnSpc>
                <a:spcPct val="95000"/>
              </a:lnSpc>
            </a:pPr>
            <a:r>
              <a:rPr lang="en-US" sz="2200" dirty="0">
                <a:latin typeface="Franklin Gothic Book"/>
              </a:rPr>
              <a:t>Phone: (980) 226-6382</a:t>
            </a:r>
          </a:p>
        </p:txBody>
      </p:sp>
    </p:spTree>
    <p:extLst>
      <p:ext uri="{BB962C8B-B14F-4D97-AF65-F5344CB8AC3E}">
        <p14:creationId xmlns:p14="http://schemas.microsoft.com/office/powerpoint/2010/main" val="4146456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73979-6BB4-91A3-54BD-5422A0336F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98ED29-6308-BF8A-9878-47CA2FF13F0F}"/>
              </a:ext>
            </a:extLst>
          </p:cNvPr>
          <p:cNvSpPr>
            <a:spLocks noGrp="1"/>
          </p:cNvSpPr>
          <p:nvPr>
            <p:ph type="title"/>
          </p:nvPr>
        </p:nvSpPr>
        <p:spPr/>
        <p:txBody>
          <a:bodyPr/>
          <a:lstStyle/>
          <a:p>
            <a:endParaRPr lang="en-US"/>
          </a:p>
        </p:txBody>
      </p:sp>
      <p:pic>
        <p:nvPicPr>
          <p:cNvPr id="8" name="Picture Placeholder 7">
            <a:extLst>
              <a:ext uri="{FF2B5EF4-FFF2-40B4-BE49-F238E27FC236}">
                <a16:creationId xmlns:a16="http://schemas.microsoft.com/office/drawing/2014/main" id="{B763DFB2-2C1F-9F85-6660-FBBC6377D8CA}"/>
              </a:ext>
            </a:extLst>
          </p:cNvPr>
          <p:cNvPicPr>
            <a:picLocks noGrp="1" noChangeAspect="1"/>
          </p:cNvPicPr>
          <p:nvPr>
            <p:ph type="pic" sz="quarter" idx="10"/>
          </p:nvPr>
        </p:nvPicPr>
        <p:blipFill>
          <a:blip r:embed="rId2"/>
          <a:srcRect l="14447" r="14447"/>
          <a:stretch/>
        </p:blipFill>
        <p:spPr>
          <a:prstGeom prst="rect">
            <a:avLst/>
          </a:prstGeom>
        </p:spPr>
      </p:pic>
      <p:sp>
        <p:nvSpPr>
          <p:cNvPr id="4" name="Picture Placeholder 3">
            <a:extLst>
              <a:ext uri="{FF2B5EF4-FFF2-40B4-BE49-F238E27FC236}">
                <a16:creationId xmlns:a16="http://schemas.microsoft.com/office/drawing/2014/main" id="{9276C5B8-DBCB-DF88-E2D7-B36BE562B03D}"/>
              </a:ext>
            </a:extLst>
          </p:cNvPr>
          <p:cNvSpPr>
            <a:spLocks noGrp="1"/>
          </p:cNvSpPr>
          <p:nvPr>
            <p:ph type="pic" sz="quarter" idx="16"/>
          </p:nvPr>
        </p:nvSpPr>
        <p:spPr/>
        <p:txBody>
          <a:bodyPr/>
          <a:lstStyle/>
          <a:p>
            <a:endParaRPr lang="en-US"/>
          </a:p>
        </p:txBody>
      </p:sp>
      <p:sp>
        <p:nvSpPr>
          <p:cNvPr id="12" name="Picture Placeholder 11">
            <a:extLst>
              <a:ext uri="{FF2B5EF4-FFF2-40B4-BE49-F238E27FC236}">
                <a16:creationId xmlns:a16="http://schemas.microsoft.com/office/drawing/2014/main" id="{D24C45C0-1FC3-D0DD-C766-0CC7F1424BC2}"/>
              </a:ext>
            </a:extLst>
          </p:cNvPr>
          <p:cNvSpPr>
            <a:spLocks noGrp="1"/>
          </p:cNvSpPr>
          <p:nvPr>
            <p:ph type="pic" sz="quarter" idx="19"/>
          </p:nvPr>
        </p:nvSpPr>
        <p:spPr/>
        <p:txBody>
          <a:bodyPr/>
          <a:lstStyle/>
          <a:p>
            <a:endParaRPr lang="en-US"/>
          </a:p>
        </p:txBody>
      </p:sp>
      <p:sp>
        <p:nvSpPr>
          <p:cNvPr id="6" name="Picture Placeholder 5">
            <a:extLst>
              <a:ext uri="{FF2B5EF4-FFF2-40B4-BE49-F238E27FC236}">
                <a16:creationId xmlns:a16="http://schemas.microsoft.com/office/drawing/2014/main" id="{A4EDD3C0-1A2A-52F2-2229-2C5B8144BE5A}"/>
              </a:ext>
            </a:extLst>
          </p:cNvPr>
          <p:cNvSpPr>
            <a:spLocks noGrp="1"/>
          </p:cNvSpPr>
          <p:nvPr>
            <p:ph type="pic" sz="quarter" idx="18"/>
          </p:nvPr>
        </p:nvSpPr>
        <p:spPr/>
        <p:txBody>
          <a:bodyPr/>
          <a:lstStyle/>
          <a:p>
            <a:endParaRPr lang="en-US"/>
          </a:p>
        </p:txBody>
      </p:sp>
      <p:sp>
        <p:nvSpPr>
          <p:cNvPr id="5" name="Picture Placeholder 4">
            <a:extLst>
              <a:ext uri="{FF2B5EF4-FFF2-40B4-BE49-F238E27FC236}">
                <a16:creationId xmlns:a16="http://schemas.microsoft.com/office/drawing/2014/main" id="{2BF560EB-7E6A-08AF-D665-790CBC8CA541}"/>
              </a:ext>
            </a:extLst>
          </p:cNvPr>
          <p:cNvSpPr>
            <a:spLocks noGrp="1"/>
          </p:cNvSpPr>
          <p:nvPr>
            <p:ph type="pic" sz="quarter" idx="17"/>
          </p:nvPr>
        </p:nvSpPr>
        <p:spPr/>
        <p:txBody>
          <a:bodyPr/>
          <a:lstStyle/>
          <a:p>
            <a:endParaRPr lang="en-US"/>
          </a:p>
        </p:txBody>
      </p:sp>
    </p:spTree>
    <p:extLst>
      <p:ext uri="{BB962C8B-B14F-4D97-AF65-F5344CB8AC3E}">
        <p14:creationId xmlns:p14="http://schemas.microsoft.com/office/powerpoint/2010/main" val="40477387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55E6A-1F04-42BA-37CC-610CD6ABED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C73795-59E5-EEC8-0FF4-F748B004E42A}"/>
              </a:ext>
            </a:extLst>
          </p:cNvPr>
          <p:cNvSpPr>
            <a:spLocks noGrp="1"/>
          </p:cNvSpPr>
          <p:nvPr>
            <p:ph type="title"/>
          </p:nvPr>
        </p:nvSpPr>
        <p:spPr/>
        <p:txBody>
          <a:bodyPr>
            <a:normAutofit/>
          </a:bodyPr>
          <a:lstStyle/>
          <a:p>
            <a:r>
              <a:rPr lang="en-US" dirty="0">
                <a:latin typeface="Franklin Gothic Demi"/>
              </a:rPr>
              <a:t>Presentation</a:t>
            </a:r>
            <a:endParaRPr lang="en-US" dirty="0"/>
          </a:p>
        </p:txBody>
      </p:sp>
      <p:sp>
        <p:nvSpPr>
          <p:cNvPr id="3" name="Content Placeholder 2">
            <a:extLst>
              <a:ext uri="{FF2B5EF4-FFF2-40B4-BE49-F238E27FC236}">
                <a16:creationId xmlns:a16="http://schemas.microsoft.com/office/drawing/2014/main" id="{444C33B4-0A22-5821-2029-AF635A9E6A03}"/>
              </a:ext>
            </a:extLst>
          </p:cNvPr>
          <p:cNvSpPr>
            <a:spLocks noGrp="1"/>
          </p:cNvSpPr>
          <p:nvPr>
            <p:ph sz="quarter" idx="13"/>
          </p:nvPr>
        </p:nvSpPr>
        <p:spPr>
          <a:xfrm>
            <a:off x="731520" y="1188720"/>
            <a:ext cx="10424160" cy="4813246"/>
          </a:xfrm>
        </p:spPr>
        <p:txBody>
          <a:bodyPr vert="horz" lIns="0" tIns="0" rIns="0" bIns="0" rtlCol="0" anchor="t">
            <a:noAutofit/>
          </a:bodyPr>
          <a:lstStyle/>
          <a:p>
            <a:pPr marL="182880" indent="-182880">
              <a:lnSpc>
                <a:spcPct val="95000"/>
              </a:lnSpc>
            </a:pPr>
            <a:r>
              <a:rPr lang="en-US" sz="2800" b="1" dirty="0">
                <a:latin typeface="Franklin Gothic Book"/>
              </a:rPr>
              <a:t>Code Miners Team &amp; Leadership</a:t>
            </a:r>
          </a:p>
          <a:p>
            <a:pPr marL="182880" indent="-182880">
              <a:lnSpc>
                <a:spcPct val="95000"/>
              </a:lnSpc>
            </a:pPr>
            <a:r>
              <a:rPr lang="en-US" sz="2800" b="1" dirty="0">
                <a:latin typeface="Franklin Gothic Book"/>
              </a:rPr>
              <a:t>Executive Summary &amp; Problem</a:t>
            </a:r>
          </a:p>
          <a:p>
            <a:pPr marL="182880" indent="-182880">
              <a:lnSpc>
                <a:spcPct val="95000"/>
              </a:lnSpc>
            </a:pPr>
            <a:r>
              <a:rPr lang="en-US" sz="2800" b="1" dirty="0">
                <a:latin typeface="Franklin Gothic Book"/>
              </a:rPr>
              <a:t>Solution: </a:t>
            </a:r>
            <a:r>
              <a:rPr lang="en-US" sz="2800" b="1" dirty="0" err="1">
                <a:latin typeface="Franklin Gothic Book"/>
              </a:rPr>
              <a:t>grantMaster</a:t>
            </a:r>
            <a:r>
              <a:rPr lang="en-US" sz="2800" b="1" dirty="0">
                <a:latin typeface="Franklin Gothic Book"/>
              </a:rPr>
              <a:t> Tool</a:t>
            </a:r>
          </a:p>
          <a:p>
            <a:pPr marL="182880" indent="-182880">
              <a:lnSpc>
                <a:spcPct val="95000"/>
              </a:lnSpc>
            </a:pPr>
            <a:r>
              <a:rPr lang="en-US" sz="2800" b="1" dirty="0">
                <a:latin typeface="Franklin Gothic Book"/>
              </a:rPr>
              <a:t>Process &amp; Steps</a:t>
            </a:r>
          </a:p>
          <a:p>
            <a:pPr marL="640080" lvl="1" indent="-182880">
              <a:lnSpc>
                <a:spcPct val="95000"/>
              </a:lnSpc>
            </a:pPr>
            <a:r>
              <a:rPr lang="en-US" sz="2000" b="1" dirty="0">
                <a:latin typeface="Franklin Gothic Book"/>
              </a:rPr>
              <a:t>Data Security &amp; Opt-In</a:t>
            </a:r>
          </a:p>
          <a:p>
            <a:pPr marL="640080" lvl="1" indent="-182880">
              <a:lnSpc>
                <a:spcPct val="95000"/>
              </a:lnSpc>
            </a:pPr>
            <a:r>
              <a:rPr lang="en-US" sz="2000" b="1" dirty="0">
                <a:latin typeface="Franklin Gothic Book"/>
              </a:rPr>
              <a:t>Backend</a:t>
            </a:r>
          </a:p>
          <a:p>
            <a:pPr marL="640080" lvl="1" indent="-182880">
              <a:lnSpc>
                <a:spcPct val="95000"/>
              </a:lnSpc>
            </a:pPr>
            <a:r>
              <a:rPr lang="en-US" sz="2000" b="1" dirty="0">
                <a:latin typeface="Franklin Gothic Book"/>
              </a:rPr>
              <a:t>Frontend &amp; Demo</a:t>
            </a:r>
          </a:p>
          <a:p>
            <a:pPr marL="640080" lvl="1" indent="-182880">
              <a:lnSpc>
                <a:spcPct val="95000"/>
              </a:lnSpc>
            </a:pPr>
            <a:r>
              <a:rPr lang="en-US" sz="2000" b="1" dirty="0">
                <a:latin typeface="Franklin Gothic Book"/>
              </a:rPr>
              <a:t>Outcome and Student Email </a:t>
            </a:r>
          </a:p>
          <a:p>
            <a:pPr marL="182880" indent="-182880">
              <a:lnSpc>
                <a:spcPct val="95000"/>
              </a:lnSpc>
            </a:pPr>
            <a:r>
              <a:rPr lang="en-US" sz="2800" b="1" dirty="0">
                <a:latin typeface="Franklin Gothic Book"/>
              </a:rPr>
              <a:t>Summary &amp; Contact Information</a:t>
            </a:r>
          </a:p>
        </p:txBody>
      </p:sp>
    </p:spTree>
    <p:extLst>
      <p:ext uri="{BB962C8B-B14F-4D97-AF65-F5344CB8AC3E}">
        <p14:creationId xmlns:p14="http://schemas.microsoft.com/office/powerpoint/2010/main" val="38873343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8B58D-7F44-EAD4-F6BF-CD5D1C52FB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B0E1B7-119B-B3DC-8CF8-0E674F549F7B}"/>
              </a:ext>
            </a:extLst>
          </p:cNvPr>
          <p:cNvSpPr>
            <a:spLocks noGrp="1"/>
          </p:cNvSpPr>
          <p:nvPr>
            <p:ph type="title"/>
          </p:nvPr>
        </p:nvSpPr>
        <p:spPr/>
        <p:txBody>
          <a:bodyPr>
            <a:normAutofit/>
          </a:bodyPr>
          <a:lstStyle/>
          <a:p>
            <a:r>
              <a:rPr lang="en-US" dirty="0">
                <a:latin typeface="Franklin Gothic Demi"/>
              </a:rPr>
              <a:t>END//// START OF GENERAL CPCC SLIDE TEMPALTES</a:t>
            </a:r>
            <a:endParaRPr lang="en-US" dirty="0"/>
          </a:p>
        </p:txBody>
      </p:sp>
      <p:sp>
        <p:nvSpPr>
          <p:cNvPr id="3" name="Content Placeholder 2">
            <a:extLst>
              <a:ext uri="{FF2B5EF4-FFF2-40B4-BE49-F238E27FC236}">
                <a16:creationId xmlns:a16="http://schemas.microsoft.com/office/drawing/2014/main" id="{FA8367F7-A750-250D-ABB9-F1D45C68029B}"/>
              </a:ext>
            </a:extLst>
          </p:cNvPr>
          <p:cNvSpPr>
            <a:spLocks noGrp="1"/>
          </p:cNvSpPr>
          <p:nvPr>
            <p:ph sz="quarter" idx="13"/>
          </p:nvPr>
        </p:nvSpPr>
        <p:spPr>
          <a:xfrm>
            <a:off x="731520" y="1188720"/>
            <a:ext cx="10795462" cy="4297680"/>
          </a:xfrm>
        </p:spPr>
        <p:txBody>
          <a:bodyPr vert="horz" lIns="0" tIns="0" rIns="0" bIns="0" rtlCol="0" anchor="t">
            <a:noAutofit/>
          </a:bodyPr>
          <a:lstStyle/>
          <a:p>
            <a:pPr marL="182880" indent="-182880">
              <a:lnSpc>
                <a:spcPct val="95000"/>
              </a:lnSpc>
            </a:pPr>
            <a:r>
              <a:rPr lang="en-US" sz="2800" b="1" dirty="0">
                <a:latin typeface="Franklin Gothic Book"/>
              </a:rPr>
              <a:t>SLIDE TEMPLATES</a:t>
            </a:r>
          </a:p>
          <a:p>
            <a:pPr marL="0" indent="0">
              <a:lnSpc>
                <a:spcPct val="95000"/>
              </a:lnSpc>
              <a:buNone/>
            </a:pPr>
            <a:r>
              <a:rPr lang="en-US" sz="2800" b="1" dirty="0">
                <a:latin typeface="Franklin Gothic Book"/>
              </a:rPr>
              <a:t>___________________________________________________</a:t>
            </a:r>
          </a:p>
        </p:txBody>
      </p:sp>
    </p:spTree>
    <p:extLst>
      <p:ext uri="{BB962C8B-B14F-4D97-AF65-F5344CB8AC3E}">
        <p14:creationId xmlns:p14="http://schemas.microsoft.com/office/powerpoint/2010/main" val="27458371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FE4D1-397B-C286-4AE2-345D6134D02C}"/>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A5A7E61-4D18-6038-2F50-8A9333393C84}"/>
              </a:ext>
            </a:extLst>
          </p:cNvPr>
          <p:cNvSpPr>
            <a:spLocks noGrp="1"/>
          </p:cNvSpPr>
          <p:nvPr>
            <p:ph type="body" sz="quarter" idx="29"/>
          </p:nvPr>
        </p:nvSpPr>
        <p:spPr/>
        <p:txBody>
          <a:bodyPr/>
          <a:lstStyle/>
          <a:p>
            <a:endParaRPr lang="en-US"/>
          </a:p>
        </p:txBody>
      </p:sp>
      <p:sp>
        <p:nvSpPr>
          <p:cNvPr id="4" name="Text Placeholder 3">
            <a:extLst>
              <a:ext uri="{FF2B5EF4-FFF2-40B4-BE49-F238E27FC236}">
                <a16:creationId xmlns:a16="http://schemas.microsoft.com/office/drawing/2014/main" id="{8C8E44F4-EC24-0731-03C4-A1320D1427AB}"/>
              </a:ext>
            </a:extLst>
          </p:cNvPr>
          <p:cNvSpPr>
            <a:spLocks noGrp="1"/>
          </p:cNvSpPr>
          <p:nvPr>
            <p:ph type="body" sz="quarter" idx="13"/>
          </p:nvPr>
        </p:nvSpPr>
        <p:spPr/>
        <p:txBody>
          <a:bodyPr/>
          <a:lstStyle/>
          <a:p>
            <a:endParaRPr lang="en-US"/>
          </a:p>
        </p:txBody>
      </p:sp>
      <p:sp>
        <p:nvSpPr>
          <p:cNvPr id="5" name="Text Placeholder 4">
            <a:extLst>
              <a:ext uri="{FF2B5EF4-FFF2-40B4-BE49-F238E27FC236}">
                <a16:creationId xmlns:a16="http://schemas.microsoft.com/office/drawing/2014/main" id="{A230C008-536D-2695-A104-CF3C08DE285A}"/>
              </a:ext>
            </a:extLst>
          </p:cNvPr>
          <p:cNvSpPr>
            <a:spLocks noGrp="1"/>
          </p:cNvSpPr>
          <p:nvPr>
            <p:ph type="body" sz="quarter" idx="30"/>
          </p:nvPr>
        </p:nvSpPr>
        <p:spPr/>
        <p:txBody>
          <a:bodyPr/>
          <a:lstStyle/>
          <a:p>
            <a:endParaRPr lang="en-US"/>
          </a:p>
        </p:txBody>
      </p:sp>
      <p:sp>
        <p:nvSpPr>
          <p:cNvPr id="6" name="Text Placeholder 5">
            <a:extLst>
              <a:ext uri="{FF2B5EF4-FFF2-40B4-BE49-F238E27FC236}">
                <a16:creationId xmlns:a16="http://schemas.microsoft.com/office/drawing/2014/main" id="{E32F70BB-AFB2-F4FD-6FE5-2F50E6D97349}"/>
              </a:ext>
            </a:extLst>
          </p:cNvPr>
          <p:cNvSpPr>
            <a:spLocks noGrp="1"/>
          </p:cNvSpPr>
          <p:nvPr>
            <p:ph type="body" sz="quarter" idx="35"/>
          </p:nvPr>
        </p:nvSpPr>
        <p:spPr/>
        <p:txBody>
          <a:bodyPr/>
          <a:lstStyle/>
          <a:p>
            <a:endParaRPr lang="en-US"/>
          </a:p>
        </p:txBody>
      </p:sp>
      <p:sp>
        <p:nvSpPr>
          <p:cNvPr id="7" name="Text Placeholder 6">
            <a:extLst>
              <a:ext uri="{FF2B5EF4-FFF2-40B4-BE49-F238E27FC236}">
                <a16:creationId xmlns:a16="http://schemas.microsoft.com/office/drawing/2014/main" id="{6D6718B8-C5B1-77B6-7193-F80CD9B4AB22}"/>
              </a:ext>
            </a:extLst>
          </p:cNvPr>
          <p:cNvSpPr>
            <a:spLocks noGrp="1"/>
          </p:cNvSpPr>
          <p:nvPr>
            <p:ph type="body" sz="quarter" idx="31"/>
          </p:nvPr>
        </p:nvSpPr>
        <p:spPr/>
        <p:txBody>
          <a:bodyPr/>
          <a:lstStyle/>
          <a:p>
            <a:endParaRPr lang="en-US"/>
          </a:p>
        </p:txBody>
      </p:sp>
      <p:sp>
        <p:nvSpPr>
          <p:cNvPr id="8" name="Text Placeholder 7">
            <a:extLst>
              <a:ext uri="{FF2B5EF4-FFF2-40B4-BE49-F238E27FC236}">
                <a16:creationId xmlns:a16="http://schemas.microsoft.com/office/drawing/2014/main" id="{29ED3FFC-75A2-60D1-D171-2365712A4313}"/>
              </a:ext>
            </a:extLst>
          </p:cNvPr>
          <p:cNvSpPr>
            <a:spLocks noGrp="1"/>
          </p:cNvSpPr>
          <p:nvPr>
            <p:ph type="body" sz="quarter" idx="37"/>
          </p:nvPr>
        </p:nvSpPr>
        <p:spPr/>
        <p:txBody>
          <a:bodyPr/>
          <a:lstStyle/>
          <a:p>
            <a:endParaRPr lang="en-US"/>
          </a:p>
        </p:txBody>
      </p:sp>
      <p:sp>
        <p:nvSpPr>
          <p:cNvPr id="9" name="Text Placeholder 8">
            <a:extLst>
              <a:ext uri="{FF2B5EF4-FFF2-40B4-BE49-F238E27FC236}">
                <a16:creationId xmlns:a16="http://schemas.microsoft.com/office/drawing/2014/main" id="{BFDE8242-64FF-2623-B2D2-778A593CFEEB}"/>
              </a:ext>
            </a:extLst>
          </p:cNvPr>
          <p:cNvSpPr>
            <a:spLocks noGrp="1"/>
          </p:cNvSpPr>
          <p:nvPr>
            <p:ph type="body" sz="quarter" idx="32"/>
          </p:nvPr>
        </p:nvSpPr>
        <p:spPr/>
        <p:txBody>
          <a:bodyPr/>
          <a:lstStyle/>
          <a:p>
            <a:endParaRPr lang="en-US"/>
          </a:p>
        </p:txBody>
      </p:sp>
      <p:sp>
        <p:nvSpPr>
          <p:cNvPr id="10" name="Text Placeholder 9">
            <a:extLst>
              <a:ext uri="{FF2B5EF4-FFF2-40B4-BE49-F238E27FC236}">
                <a16:creationId xmlns:a16="http://schemas.microsoft.com/office/drawing/2014/main" id="{B4FD9872-72EC-4FBE-B89D-9B5EC6647E38}"/>
              </a:ext>
            </a:extLst>
          </p:cNvPr>
          <p:cNvSpPr>
            <a:spLocks noGrp="1"/>
          </p:cNvSpPr>
          <p:nvPr>
            <p:ph type="body" sz="quarter" idx="39"/>
          </p:nvPr>
        </p:nvSpPr>
        <p:spPr/>
        <p:txBody>
          <a:bodyPr/>
          <a:lstStyle/>
          <a:p>
            <a:endParaRPr lang="en-US"/>
          </a:p>
        </p:txBody>
      </p:sp>
      <p:sp>
        <p:nvSpPr>
          <p:cNvPr id="11" name="Text Placeholder 10">
            <a:extLst>
              <a:ext uri="{FF2B5EF4-FFF2-40B4-BE49-F238E27FC236}">
                <a16:creationId xmlns:a16="http://schemas.microsoft.com/office/drawing/2014/main" id="{EB33E89B-C2D9-081D-D0DE-34C3397F55FE}"/>
              </a:ext>
            </a:extLst>
          </p:cNvPr>
          <p:cNvSpPr>
            <a:spLocks noGrp="1"/>
          </p:cNvSpPr>
          <p:nvPr>
            <p:ph type="body" sz="quarter" idx="33"/>
          </p:nvPr>
        </p:nvSpPr>
        <p:spPr/>
        <p:txBody>
          <a:bodyPr/>
          <a:lstStyle/>
          <a:p>
            <a:endParaRPr lang="en-US"/>
          </a:p>
        </p:txBody>
      </p:sp>
      <p:sp>
        <p:nvSpPr>
          <p:cNvPr id="12" name="Text Placeholder 11">
            <a:extLst>
              <a:ext uri="{FF2B5EF4-FFF2-40B4-BE49-F238E27FC236}">
                <a16:creationId xmlns:a16="http://schemas.microsoft.com/office/drawing/2014/main" id="{9EFFCD70-0B76-E89C-6CB7-70DE26DF29C2}"/>
              </a:ext>
            </a:extLst>
          </p:cNvPr>
          <p:cNvSpPr>
            <a:spLocks noGrp="1"/>
          </p:cNvSpPr>
          <p:nvPr>
            <p:ph type="body" sz="quarter" idx="41"/>
          </p:nvPr>
        </p:nvSpPr>
        <p:spPr/>
        <p:txBody>
          <a:bodyPr/>
          <a:lstStyle/>
          <a:p>
            <a:endParaRPr lang="en-US"/>
          </a:p>
        </p:txBody>
      </p:sp>
      <p:sp>
        <p:nvSpPr>
          <p:cNvPr id="13" name="Text Placeholder 12">
            <a:extLst>
              <a:ext uri="{FF2B5EF4-FFF2-40B4-BE49-F238E27FC236}">
                <a16:creationId xmlns:a16="http://schemas.microsoft.com/office/drawing/2014/main" id="{F6572A1F-BBD0-B45E-975C-F2B820A35CA3}"/>
              </a:ext>
            </a:extLst>
          </p:cNvPr>
          <p:cNvSpPr>
            <a:spLocks noGrp="1"/>
          </p:cNvSpPr>
          <p:nvPr>
            <p:ph type="body" sz="quarter" idx="34"/>
          </p:nvPr>
        </p:nvSpPr>
        <p:spPr/>
        <p:txBody>
          <a:bodyPr/>
          <a:lstStyle/>
          <a:p>
            <a:endParaRPr lang="en-US"/>
          </a:p>
        </p:txBody>
      </p:sp>
      <p:sp>
        <p:nvSpPr>
          <p:cNvPr id="14" name="Text Placeholder 13">
            <a:extLst>
              <a:ext uri="{FF2B5EF4-FFF2-40B4-BE49-F238E27FC236}">
                <a16:creationId xmlns:a16="http://schemas.microsoft.com/office/drawing/2014/main" id="{242502A1-8455-D248-FB2F-1605320D336A}"/>
              </a:ext>
            </a:extLst>
          </p:cNvPr>
          <p:cNvSpPr>
            <a:spLocks noGrp="1"/>
          </p:cNvSpPr>
          <p:nvPr>
            <p:ph type="body" sz="quarter" idx="43"/>
          </p:nvPr>
        </p:nvSpPr>
        <p:spPr/>
        <p:txBody>
          <a:bodyPr/>
          <a:lstStyle/>
          <a:p>
            <a:endParaRPr lang="en-US"/>
          </a:p>
        </p:txBody>
      </p:sp>
    </p:spTree>
    <p:extLst>
      <p:ext uri="{BB962C8B-B14F-4D97-AF65-F5344CB8AC3E}">
        <p14:creationId xmlns:p14="http://schemas.microsoft.com/office/powerpoint/2010/main" val="416869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39630-9FAA-8ED7-7D01-1A141680454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B390BCA-EAC1-EDA1-6349-08B511F0BDAA}"/>
              </a:ext>
            </a:extLst>
          </p:cNvPr>
          <p:cNvSpPr>
            <a:spLocks noGrp="1"/>
          </p:cNvSpPr>
          <p:nvPr>
            <p:ph type="body" sz="quarter" idx="29"/>
          </p:nvPr>
        </p:nvSpPr>
        <p:spPr/>
        <p:txBody>
          <a:bodyPr/>
          <a:lstStyle/>
          <a:p>
            <a:endParaRPr lang="en-US"/>
          </a:p>
        </p:txBody>
      </p:sp>
      <p:sp>
        <p:nvSpPr>
          <p:cNvPr id="4" name="Text Placeholder 3">
            <a:extLst>
              <a:ext uri="{FF2B5EF4-FFF2-40B4-BE49-F238E27FC236}">
                <a16:creationId xmlns:a16="http://schemas.microsoft.com/office/drawing/2014/main" id="{3772026D-6AC3-6E17-861B-5335EDC0A17E}"/>
              </a:ext>
            </a:extLst>
          </p:cNvPr>
          <p:cNvSpPr>
            <a:spLocks noGrp="1"/>
          </p:cNvSpPr>
          <p:nvPr>
            <p:ph type="body" sz="quarter" idx="13"/>
          </p:nvPr>
        </p:nvSpPr>
        <p:spPr/>
        <p:txBody>
          <a:bodyPr/>
          <a:lstStyle/>
          <a:p>
            <a:endParaRPr lang="en-US"/>
          </a:p>
        </p:txBody>
      </p:sp>
      <p:sp>
        <p:nvSpPr>
          <p:cNvPr id="5" name="Text Placeholder 4">
            <a:extLst>
              <a:ext uri="{FF2B5EF4-FFF2-40B4-BE49-F238E27FC236}">
                <a16:creationId xmlns:a16="http://schemas.microsoft.com/office/drawing/2014/main" id="{56BF4920-7877-579A-B123-68EA8DA56427}"/>
              </a:ext>
            </a:extLst>
          </p:cNvPr>
          <p:cNvSpPr>
            <a:spLocks noGrp="1"/>
          </p:cNvSpPr>
          <p:nvPr>
            <p:ph type="body" sz="quarter" idx="30"/>
          </p:nvPr>
        </p:nvSpPr>
        <p:spPr/>
        <p:txBody>
          <a:bodyPr/>
          <a:lstStyle/>
          <a:p>
            <a:endParaRPr lang="en-US"/>
          </a:p>
        </p:txBody>
      </p:sp>
      <p:sp>
        <p:nvSpPr>
          <p:cNvPr id="6" name="Text Placeholder 5">
            <a:extLst>
              <a:ext uri="{FF2B5EF4-FFF2-40B4-BE49-F238E27FC236}">
                <a16:creationId xmlns:a16="http://schemas.microsoft.com/office/drawing/2014/main" id="{3AEF6331-AB33-5739-0EAF-8B305ED0FB57}"/>
              </a:ext>
            </a:extLst>
          </p:cNvPr>
          <p:cNvSpPr>
            <a:spLocks noGrp="1"/>
          </p:cNvSpPr>
          <p:nvPr>
            <p:ph type="body" sz="quarter" idx="35"/>
          </p:nvPr>
        </p:nvSpPr>
        <p:spPr/>
        <p:txBody>
          <a:bodyPr/>
          <a:lstStyle/>
          <a:p>
            <a:endParaRPr lang="en-US"/>
          </a:p>
        </p:txBody>
      </p:sp>
      <p:sp>
        <p:nvSpPr>
          <p:cNvPr id="7" name="Text Placeholder 6">
            <a:extLst>
              <a:ext uri="{FF2B5EF4-FFF2-40B4-BE49-F238E27FC236}">
                <a16:creationId xmlns:a16="http://schemas.microsoft.com/office/drawing/2014/main" id="{CE4EEC24-C9E6-60C5-FE6C-7B4E8AE62F7B}"/>
              </a:ext>
            </a:extLst>
          </p:cNvPr>
          <p:cNvSpPr>
            <a:spLocks noGrp="1"/>
          </p:cNvSpPr>
          <p:nvPr>
            <p:ph type="body" sz="quarter" idx="31"/>
          </p:nvPr>
        </p:nvSpPr>
        <p:spPr/>
        <p:txBody>
          <a:bodyPr/>
          <a:lstStyle/>
          <a:p>
            <a:endParaRPr lang="en-US"/>
          </a:p>
        </p:txBody>
      </p:sp>
      <p:sp>
        <p:nvSpPr>
          <p:cNvPr id="8" name="Text Placeholder 7">
            <a:extLst>
              <a:ext uri="{FF2B5EF4-FFF2-40B4-BE49-F238E27FC236}">
                <a16:creationId xmlns:a16="http://schemas.microsoft.com/office/drawing/2014/main" id="{988FACBC-74FB-C281-2EA2-8C8D2B4B9FBF}"/>
              </a:ext>
            </a:extLst>
          </p:cNvPr>
          <p:cNvSpPr>
            <a:spLocks noGrp="1"/>
          </p:cNvSpPr>
          <p:nvPr>
            <p:ph type="body" sz="quarter" idx="37"/>
          </p:nvPr>
        </p:nvSpPr>
        <p:spPr/>
        <p:txBody>
          <a:bodyPr/>
          <a:lstStyle/>
          <a:p>
            <a:endParaRPr lang="en-US"/>
          </a:p>
        </p:txBody>
      </p:sp>
      <p:sp>
        <p:nvSpPr>
          <p:cNvPr id="9" name="Text Placeholder 8">
            <a:extLst>
              <a:ext uri="{FF2B5EF4-FFF2-40B4-BE49-F238E27FC236}">
                <a16:creationId xmlns:a16="http://schemas.microsoft.com/office/drawing/2014/main" id="{D0A7298B-AB52-5A93-6C44-8286F8A35375}"/>
              </a:ext>
            </a:extLst>
          </p:cNvPr>
          <p:cNvSpPr>
            <a:spLocks noGrp="1"/>
          </p:cNvSpPr>
          <p:nvPr>
            <p:ph type="body" sz="quarter" idx="32"/>
          </p:nvPr>
        </p:nvSpPr>
        <p:spPr/>
        <p:txBody>
          <a:bodyPr/>
          <a:lstStyle/>
          <a:p>
            <a:endParaRPr lang="en-US"/>
          </a:p>
        </p:txBody>
      </p:sp>
      <p:sp>
        <p:nvSpPr>
          <p:cNvPr id="10" name="Text Placeholder 9">
            <a:extLst>
              <a:ext uri="{FF2B5EF4-FFF2-40B4-BE49-F238E27FC236}">
                <a16:creationId xmlns:a16="http://schemas.microsoft.com/office/drawing/2014/main" id="{6653A630-C89A-3DE3-DC9C-2FC183BA0081}"/>
              </a:ext>
            </a:extLst>
          </p:cNvPr>
          <p:cNvSpPr>
            <a:spLocks noGrp="1"/>
          </p:cNvSpPr>
          <p:nvPr>
            <p:ph type="body" sz="quarter" idx="39"/>
          </p:nvPr>
        </p:nvSpPr>
        <p:spPr/>
        <p:txBody>
          <a:bodyPr/>
          <a:lstStyle/>
          <a:p>
            <a:endParaRPr lang="en-US"/>
          </a:p>
        </p:txBody>
      </p:sp>
      <p:sp>
        <p:nvSpPr>
          <p:cNvPr id="11" name="Text Placeholder 10">
            <a:extLst>
              <a:ext uri="{FF2B5EF4-FFF2-40B4-BE49-F238E27FC236}">
                <a16:creationId xmlns:a16="http://schemas.microsoft.com/office/drawing/2014/main" id="{2E6F7B11-956A-18E7-663B-3BEE4AD16B7C}"/>
              </a:ext>
            </a:extLst>
          </p:cNvPr>
          <p:cNvSpPr>
            <a:spLocks noGrp="1"/>
          </p:cNvSpPr>
          <p:nvPr>
            <p:ph type="body" sz="quarter" idx="33"/>
          </p:nvPr>
        </p:nvSpPr>
        <p:spPr/>
        <p:txBody>
          <a:bodyPr/>
          <a:lstStyle/>
          <a:p>
            <a:endParaRPr lang="en-US"/>
          </a:p>
        </p:txBody>
      </p:sp>
      <p:sp>
        <p:nvSpPr>
          <p:cNvPr id="12" name="Text Placeholder 11">
            <a:extLst>
              <a:ext uri="{FF2B5EF4-FFF2-40B4-BE49-F238E27FC236}">
                <a16:creationId xmlns:a16="http://schemas.microsoft.com/office/drawing/2014/main" id="{06F8C0BA-4CC4-29DC-422E-E36E21EF95F5}"/>
              </a:ext>
            </a:extLst>
          </p:cNvPr>
          <p:cNvSpPr>
            <a:spLocks noGrp="1"/>
          </p:cNvSpPr>
          <p:nvPr>
            <p:ph type="body" sz="quarter" idx="41"/>
          </p:nvPr>
        </p:nvSpPr>
        <p:spPr/>
        <p:txBody>
          <a:bodyPr/>
          <a:lstStyle/>
          <a:p>
            <a:endParaRPr lang="en-US"/>
          </a:p>
        </p:txBody>
      </p:sp>
      <p:sp>
        <p:nvSpPr>
          <p:cNvPr id="13" name="Text Placeholder 12">
            <a:extLst>
              <a:ext uri="{FF2B5EF4-FFF2-40B4-BE49-F238E27FC236}">
                <a16:creationId xmlns:a16="http://schemas.microsoft.com/office/drawing/2014/main" id="{46551084-1A0A-4B5D-DD75-A8391C898008}"/>
              </a:ext>
            </a:extLst>
          </p:cNvPr>
          <p:cNvSpPr>
            <a:spLocks noGrp="1"/>
          </p:cNvSpPr>
          <p:nvPr>
            <p:ph type="body" sz="quarter" idx="34"/>
          </p:nvPr>
        </p:nvSpPr>
        <p:spPr/>
        <p:txBody>
          <a:bodyPr/>
          <a:lstStyle/>
          <a:p>
            <a:endParaRPr lang="en-US"/>
          </a:p>
        </p:txBody>
      </p:sp>
      <p:sp>
        <p:nvSpPr>
          <p:cNvPr id="14" name="Text Placeholder 13">
            <a:extLst>
              <a:ext uri="{FF2B5EF4-FFF2-40B4-BE49-F238E27FC236}">
                <a16:creationId xmlns:a16="http://schemas.microsoft.com/office/drawing/2014/main" id="{B78FA66F-46D7-8929-41F2-D1287131C3D9}"/>
              </a:ext>
            </a:extLst>
          </p:cNvPr>
          <p:cNvSpPr>
            <a:spLocks noGrp="1"/>
          </p:cNvSpPr>
          <p:nvPr>
            <p:ph type="body" sz="quarter" idx="43"/>
          </p:nvPr>
        </p:nvSpPr>
        <p:spPr/>
        <p:txBody>
          <a:bodyPr/>
          <a:lstStyle/>
          <a:p>
            <a:endParaRPr lang="en-US"/>
          </a:p>
        </p:txBody>
      </p:sp>
    </p:spTree>
    <p:extLst>
      <p:ext uri="{BB962C8B-B14F-4D97-AF65-F5344CB8AC3E}">
        <p14:creationId xmlns:p14="http://schemas.microsoft.com/office/powerpoint/2010/main" val="21872500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7A105-7650-CFDC-5F1A-A13E44B9945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39675D4-D1CF-A881-0AC5-41EB3D97C56C}"/>
              </a:ext>
            </a:extLst>
          </p:cNvPr>
          <p:cNvSpPr>
            <a:spLocks noGrp="1"/>
          </p:cNvSpPr>
          <p:nvPr>
            <p:ph type="body" sz="quarter" idx="29"/>
          </p:nvPr>
        </p:nvSpPr>
        <p:spPr>
          <a:xfrm>
            <a:off x="6048375" y="868680"/>
            <a:ext cx="457200" cy="457200"/>
          </a:xfrm>
        </p:spPr>
        <p:txBody>
          <a:bodyPr/>
          <a:lstStyle/>
          <a:p>
            <a:r>
              <a:rPr lang="en-US" dirty="0"/>
              <a:t>1</a:t>
            </a:r>
          </a:p>
        </p:txBody>
      </p:sp>
      <p:sp>
        <p:nvSpPr>
          <p:cNvPr id="4" name="Subtitle 3">
            <a:extLst>
              <a:ext uri="{FF2B5EF4-FFF2-40B4-BE49-F238E27FC236}">
                <a16:creationId xmlns:a16="http://schemas.microsoft.com/office/drawing/2014/main" id="{402FED5C-2F48-B384-E1B0-5543154BFA5E}"/>
              </a:ext>
            </a:extLst>
          </p:cNvPr>
          <p:cNvSpPr>
            <a:spLocks noGrp="1"/>
          </p:cNvSpPr>
          <p:nvPr>
            <p:ph type="subTitle" idx="1"/>
          </p:nvPr>
        </p:nvSpPr>
        <p:spPr/>
        <p:txBody>
          <a:bodyPr/>
          <a:lstStyle/>
          <a:p>
            <a:r>
              <a:rPr lang="en-US" dirty="0"/>
              <a:t>Subscribe</a:t>
            </a:r>
          </a:p>
        </p:txBody>
      </p:sp>
      <p:sp>
        <p:nvSpPr>
          <p:cNvPr id="5" name="Text Placeholder 4">
            <a:extLst>
              <a:ext uri="{FF2B5EF4-FFF2-40B4-BE49-F238E27FC236}">
                <a16:creationId xmlns:a16="http://schemas.microsoft.com/office/drawing/2014/main" id="{2203E3BB-A7F6-4FC0-4E88-1625F653DC87}"/>
              </a:ext>
            </a:extLst>
          </p:cNvPr>
          <p:cNvSpPr>
            <a:spLocks noGrp="1"/>
          </p:cNvSpPr>
          <p:nvPr>
            <p:ph type="body" sz="quarter" idx="30"/>
          </p:nvPr>
        </p:nvSpPr>
        <p:spPr/>
        <p:txBody>
          <a:bodyPr/>
          <a:lstStyle/>
          <a:p>
            <a:r>
              <a:rPr lang="en-US" dirty="0"/>
              <a:t>2</a:t>
            </a:r>
          </a:p>
        </p:txBody>
      </p:sp>
      <p:sp>
        <p:nvSpPr>
          <p:cNvPr id="6" name="Text Placeholder 5">
            <a:extLst>
              <a:ext uri="{FF2B5EF4-FFF2-40B4-BE49-F238E27FC236}">
                <a16:creationId xmlns:a16="http://schemas.microsoft.com/office/drawing/2014/main" id="{C1C21119-8AB2-4383-F419-434E3122C3CD}"/>
              </a:ext>
            </a:extLst>
          </p:cNvPr>
          <p:cNvSpPr>
            <a:spLocks noGrp="1"/>
          </p:cNvSpPr>
          <p:nvPr>
            <p:ph type="body" sz="quarter" idx="35"/>
          </p:nvPr>
        </p:nvSpPr>
        <p:spPr/>
        <p:txBody>
          <a:bodyPr/>
          <a:lstStyle/>
          <a:p>
            <a:endParaRPr lang="en-US"/>
          </a:p>
        </p:txBody>
      </p:sp>
      <p:sp>
        <p:nvSpPr>
          <p:cNvPr id="7" name="Text Placeholder 6">
            <a:extLst>
              <a:ext uri="{FF2B5EF4-FFF2-40B4-BE49-F238E27FC236}">
                <a16:creationId xmlns:a16="http://schemas.microsoft.com/office/drawing/2014/main" id="{505303E0-EAE0-07EC-85F5-EB0ED46254DB}"/>
              </a:ext>
            </a:extLst>
          </p:cNvPr>
          <p:cNvSpPr>
            <a:spLocks noGrp="1"/>
          </p:cNvSpPr>
          <p:nvPr>
            <p:ph type="body" sz="quarter" idx="31"/>
          </p:nvPr>
        </p:nvSpPr>
        <p:spPr/>
        <p:txBody>
          <a:bodyPr/>
          <a:lstStyle/>
          <a:p>
            <a:r>
              <a:rPr lang="en-US" dirty="0"/>
              <a:t>3</a:t>
            </a:r>
          </a:p>
        </p:txBody>
      </p:sp>
      <p:sp>
        <p:nvSpPr>
          <p:cNvPr id="8" name="Text Placeholder 7">
            <a:extLst>
              <a:ext uri="{FF2B5EF4-FFF2-40B4-BE49-F238E27FC236}">
                <a16:creationId xmlns:a16="http://schemas.microsoft.com/office/drawing/2014/main" id="{0D1AA8AB-9BAB-1BB7-3626-3B5CA2AE871D}"/>
              </a:ext>
            </a:extLst>
          </p:cNvPr>
          <p:cNvSpPr>
            <a:spLocks noGrp="1"/>
          </p:cNvSpPr>
          <p:nvPr>
            <p:ph type="body" sz="quarter" idx="36"/>
          </p:nvPr>
        </p:nvSpPr>
        <p:spPr/>
        <p:txBody>
          <a:bodyPr/>
          <a:lstStyle/>
          <a:p>
            <a:endParaRPr lang="en-US"/>
          </a:p>
        </p:txBody>
      </p:sp>
      <p:sp>
        <p:nvSpPr>
          <p:cNvPr id="9" name="Text Placeholder 8">
            <a:extLst>
              <a:ext uri="{FF2B5EF4-FFF2-40B4-BE49-F238E27FC236}">
                <a16:creationId xmlns:a16="http://schemas.microsoft.com/office/drawing/2014/main" id="{FC4DB260-2FD6-0FD0-9834-495068C5FEF5}"/>
              </a:ext>
            </a:extLst>
          </p:cNvPr>
          <p:cNvSpPr>
            <a:spLocks noGrp="1"/>
          </p:cNvSpPr>
          <p:nvPr>
            <p:ph type="body" sz="quarter" idx="37"/>
          </p:nvPr>
        </p:nvSpPr>
        <p:spPr/>
        <p:txBody>
          <a:bodyPr/>
          <a:lstStyle/>
          <a:p>
            <a:r>
              <a:rPr lang="en-US" dirty="0"/>
              <a:t>4</a:t>
            </a:r>
          </a:p>
        </p:txBody>
      </p:sp>
      <p:sp>
        <p:nvSpPr>
          <p:cNvPr id="10" name="Text Placeholder 9">
            <a:extLst>
              <a:ext uri="{FF2B5EF4-FFF2-40B4-BE49-F238E27FC236}">
                <a16:creationId xmlns:a16="http://schemas.microsoft.com/office/drawing/2014/main" id="{CC6CC082-530C-4A43-8415-A31C3FDDC440}"/>
              </a:ext>
            </a:extLst>
          </p:cNvPr>
          <p:cNvSpPr>
            <a:spLocks noGrp="1"/>
          </p:cNvSpPr>
          <p:nvPr>
            <p:ph type="body" sz="quarter" idx="44"/>
          </p:nvPr>
        </p:nvSpPr>
        <p:spPr/>
        <p:txBody>
          <a:bodyPr/>
          <a:lstStyle/>
          <a:p>
            <a:endParaRPr lang="en-US"/>
          </a:p>
        </p:txBody>
      </p:sp>
    </p:spTree>
    <p:extLst>
      <p:ext uri="{BB962C8B-B14F-4D97-AF65-F5344CB8AC3E}">
        <p14:creationId xmlns:p14="http://schemas.microsoft.com/office/powerpoint/2010/main" val="12912800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B8F93-C9B5-F269-0584-1FD80CC1EE0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AEFCC8-5BEC-8298-5268-2FA21E704484}"/>
              </a:ext>
            </a:extLst>
          </p:cNvPr>
          <p:cNvSpPr>
            <a:spLocks noGrp="1"/>
          </p:cNvSpPr>
          <p:nvPr>
            <p:ph idx="10"/>
          </p:nvPr>
        </p:nvSpPr>
        <p:spPr/>
        <p:txBody>
          <a:bodyPr/>
          <a:lstStyle/>
          <a:p>
            <a:endParaRPr lang="en-US"/>
          </a:p>
        </p:txBody>
      </p:sp>
      <p:sp>
        <p:nvSpPr>
          <p:cNvPr id="4" name="Content Placeholder 3">
            <a:extLst>
              <a:ext uri="{FF2B5EF4-FFF2-40B4-BE49-F238E27FC236}">
                <a16:creationId xmlns:a16="http://schemas.microsoft.com/office/drawing/2014/main" id="{5C0E432F-3FA7-DCA2-46B9-E6099142ED68}"/>
              </a:ext>
            </a:extLst>
          </p:cNvPr>
          <p:cNvSpPr>
            <a:spLocks noGrp="1"/>
          </p:cNvSpPr>
          <p:nvPr>
            <p:ph idx="1"/>
          </p:nvPr>
        </p:nvSpPr>
        <p:spPr/>
        <p:txBody>
          <a:bodyPr/>
          <a:lstStyle/>
          <a:p>
            <a:endParaRPr lang="en-US"/>
          </a:p>
        </p:txBody>
      </p:sp>
      <p:sp>
        <p:nvSpPr>
          <p:cNvPr id="5" name="Content Placeholder 4">
            <a:extLst>
              <a:ext uri="{FF2B5EF4-FFF2-40B4-BE49-F238E27FC236}">
                <a16:creationId xmlns:a16="http://schemas.microsoft.com/office/drawing/2014/main" id="{ED5FF1F9-1A95-5BF6-DE93-BCFCA5452440}"/>
              </a:ext>
            </a:extLst>
          </p:cNvPr>
          <p:cNvSpPr>
            <a:spLocks noGrp="1"/>
          </p:cNvSpPr>
          <p:nvPr>
            <p:ph idx="12"/>
          </p:nvPr>
        </p:nvSpPr>
        <p:spPr/>
        <p:txBody>
          <a:bodyPr/>
          <a:lstStyle/>
          <a:p>
            <a:endParaRPr lang="en-US"/>
          </a:p>
        </p:txBody>
      </p:sp>
      <p:sp>
        <p:nvSpPr>
          <p:cNvPr id="6" name="Content Placeholder 5">
            <a:extLst>
              <a:ext uri="{FF2B5EF4-FFF2-40B4-BE49-F238E27FC236}">
                <a16:creationId xmlns:a16="http://schemas.microsoft.com/office/drawing/2014/main" id="{1AD35653-86C0-74E8-20EB-9AAE7F04A5F4}"/>
              </a:ext>
            </a:extLst>
          </p:cNvPr>
          <p:cNvSpPr>
            <a:spLocks noGrp="1"/>
          </p:cNvSpPr>
          <p:nvPr>
            <p:ph idx="11"/>
          </p:nvPr>
        </p:nvSpPr>
        <p:spPr/>
        <p:txBody>
          <a:bodyPr/>
          <a:lstStyle/>
          <a:p>
            <a:endParaRPr lang="en-US"/>
          </a:p>
        </p:txBody>
      </p:sp>
      <p:sp>
        <p:nvSpPr>
          <p:cNvPr id="7" name="Content Placeholder 6">
            <a:extLst>
              <a:ext uri="{FF2B5EF4-FFF2-40B4-BE49-F238E27FC236}">
                <a16:creationId xmlns:a16="http://schemas.microsoft.com/office/drawing/2014/main" id="{843098EC-8E2E-5830-C289-9AAFBEB3B6B4}"/>
              </a:ext>
            </a:extLst>
          </p:cNvPr>
          <p:cNvSpPr>
            <a:spLocks noGrp="1"/>
          </p:cNvSpPr>
          <p:nvPr>
            <p:ph idx="14"/>
          </p:nvPr>
        </p:nvSpPr>
        <p:spPr/>
        <p:txBody>
          <a:bodyPr/>
          <a:lstStyle/>
          <a:p>
            <a:endParaRPr lang="en-US"/>
          </a:p>
        </p:txBody>
      </p:sp>
      <p:sp>
        <p:nvSpPr>
          <p:cNvPr id="8" name="Content Placeholder 7">
            <a:extLst>
              <a:ext uri="{FF2B5EF4-FFF2-40B4-BE49-F238E27FC236}">
                <a16:creationId xmlns:a16="http://schemas.microsoft.com/office/drawing/2014/main" id="{A282F5DE-3ADC-4051-8171-8447503042D5}"/>
              </a:ext>
            </a:extLst>
          </p:cNvPr>
          <p:cNvSpPr>
            <a:spLocks noGrp="1"/>
          </p:cNvSpPr>
          <p:nvPr>
            <p:ph idx="13"/>
          </p:nvPr>
        </p:nvSpPr>
        <p:spPr/>
        <p:txBody>
          <a:bodyPr/>
          <a:lstStyle/>
          <a:p>
            <a:endParaRPr lang="en-US"/>
          </a:p>
        </p:txBody>
      </p:sp>
      <p:sp>
        <p:nvSpPr>
          <p:cNvPr id="9" name="Content Placeholder 8">
            <a:extLst>
              <a:ext uri="{FF2B5EF4-FFF2-40B4-BE49-F238E27FC236}">
                <a16:creationId xmlns:a16="http://schemas.microsoft.com/office/drawing/2014/main" id="{1DA4E44E-8A4E-1D98-46F2-E62870C6B540}"/>
              </a:ext>
            </a:extLst>
          </p:cNvPr>
          <p:cNvSpPr>
            <a:spLocks noGrp="1"/>
          </p:cNvSpPr>
          <p:nvPr>
            <p:ph idx="16"/>
          </p:nvPr>
        </p:nvSpPr>
        <p:spPr/>
        <p:txBody>
          <a:bodyPr/>
          <a:lstStyle/>
          <a:p>
            <a:endParaRPr lang="en-US"/>
          </a:p>
        </p:txBody>
      </p:sp>
      <p:sp>
        <p:nvSpPr>
          <p:cNvPr id="10" name="Content Placeholder 9">
            <a:extLst>
              <a:ext uri="{FF2B5EF4-FFF2-40B4-BE49-F238E27FC236}">
                <a16:creationId xmlns:a16="http://schemas.microsoft.com/office/drawing/2014/main" id="{E2E15D8C-1C69-D429-D07A-1F015BB27E17}"/>
              </a:ext>
            </a:extLst>
          </p:cNvPr>
          <p:cNvSpPr>
            <a:spLocks noGrp="1"/>
          </p:cNvSpPr>
          <p:nvPr>
            <p:ph idx="15"/>
          </p:nvPr>
        </p:nvSpPr>
        <p:spPr/>
        <p:txBody>
          <a:bodyPr/>
          <a:lstStyle/>
          <a:p>
            <a:endParaRPr lang="en-US"/>
          </a:p>
        </p:txBody>
      </p:sp>
      <p:sp>
        <p:nvSpPr>
          <p:cNvPr id="11" name="Content Placeholder 10">
            <a:extLst>
              <a:ext uri="{FF2B5EF4-FFF2-40B4-BE49-F238E27FC236}">
                <a16:creationId xmlns:a16="http://schemas.microsoft.com/office/drawing/2014/main" id="{F2F99B4C-BC20-A93B-02BB-133C19E2FEF2}"/>
              </a:ext>
            </a:extLst>
          </p:cNvPr>
          <p:cNvSpPr>
            <a:spLocks noGrp="1"/>
          </p:cNvSpPr>
          <p:nvPr>
            <p:ph idx="18"/>
          </p:nvPr>
        </p:nvSpPr>
        <p:spPr/>
        <p:txBody>
          <a:bodyPr/>
          <a:lstStyle/>
          <a:p>
            <a:endParaRPr lang="en-US"/>
          </a:p>
        </p:txBody>
      </p:sp>
      <p:sp>
        <p:nvSpPr>
          <p:cNvPr id="12" name="Content Placeholder 11">
            <a:extLst>
              <a:ext uri="{FF2B5EF4-FFF2-40B4-BE49-F238E27FC236}">
                <a16:creationId xmlns:a16="http://schemas.microsoft.com/office/drawing/2014/main" id="{D69DADC2-9DA2-2569-611C-16698979939B}"/>
              </a:ext>
            </a:extLst>
          </p:cNvPr>
          <p:cNvSpPr>
            <a:spLocks noGrp="1"/>
          </p:cNvSpPr>
          <p:nvPr>
            <p:ph idx="17"/>
          </p:nvPr>
        </p:nvSpPr>
        <p:spPr/>
        <p:txBody>
          <a:bodyPr/>
          <a:lstStyle/>
          <a:p>
            <a:endParaRPr lang="en-US"/>
          </a:p>
        </p:txBody>
      </p:sp>
      <p:sp>
        <p:nvSpPr>
          <p:cNvPr id="13" name="Content Placeholder 12">
            <a:extLst>
              <a:ext uri="{FF2B5EF4-FFF2-40B4-BE49-F238E27FC236}">
                <a16:creationId xmlns:a16="http://schemas.microsoft.com/office/drawing/2014/main" id="{8942D239-3134-7D3B-2ECE-8388CAB69C79}"/>
              </a:ext>
            </a:extLst>
          </p:cNvPr>
          <p:cNvSpPr>
            <a:spLocks noGrp="1"/>
          </p:cNvSpPr>
          <p:nvPr>
            <p:ph idx="20"/>
          </p:nvPr>
        </p:nvSpPr>
        <p:spPr/>
        <p:txBody>
          <a:bodyPr/>
          <a:lstStyle/>
          <a:p>
            <a:endParaRPr lang="en-US"/>
          </a:p>
        </p:txBody>
      </p:sp>
      <p:sp>
        <p:nvSpPr>
          <p:cNvPr id="14" name="Content Placeholder 13">
            <a:extLst>
              <a:ext uri="{FF2B5EF4-FFF2-40B4-BE49-F238E27FC236}">
                <a16:creationId xmlns:a16="http://schemas.microsoft.com/office/drawing/2014/main" id="{937A9C44-E8EC-2CC6-7E12-930D99B467B5}"/>
              </a:ext>
            </a:extLst>
          </p:cNvPr>
          <p:cNvSpPr>
            <a:spLocks noGrp="1"/>
          </p:cNvSpPr>
          <p:nvPr>
            <p:ph idx="19"/>
          </p:nvPr>
        </p:nvSpPr>
        <p:spPr/>
        <p:txBody>
          <a:bodyPr/>
          <a:lstStyle/>
          <a:p>
            <a:endParaRPr lang="en-US"/>
          </a:p>
        </p:txBody>
      </p:sp>
      <p:sp>
        <p:nvSpPr>
          <p:cNvPr id="15" name="Content Placeholder 14">
            <a:extLst>
              <a:ext uri="{FF2B5EF4-FFF2-40B4-BE49-F238E27FC236}">
                <a16:creationId xmlns:a16="http://schemas.microsoft.com/office/drawing/2014/main" id="{FBF2B71B-0B07-3BF4-D345-908F8DE1CBC0}"/>
              </a:ext>
            </a:extLst>
          </p:cNvPr>
          <p:cNvSpPr>
            <a:spLocks noGrp="1"/>
          </p:cNvSpPr>
          <p:nvPr>
            <p:ph idx="22"/>
          </p:nvPr>
        </p:nvSpPr>
        <p:spPr/>
        <p:txBody>
          <a:bodyPr/>
          <a:lstStyle/>
          <a:p>
            <a:endParaRPr lang="en-US"/>
          </a:p>
        </p:txBody>
      </p:sp>
      <p:sp>
        <p:nvSpPr>
          <p:cNvPr id="16" name="Content Placeholder 15">
            <a:extLst>
              <a:ext uri="{FF2B5EF4-FFF2-40B4-BE49-F238E27FC236}">
                <a16:creationId xmlns:a16="http://schemas.microsoft.com/office/drawing/2014/main" id="{19252673-AFFB-1DBC-03AB-9BD0B704FEBE}"/>
              </a:ext>
            </a:extLst>
          </p:cNvPr>
          <p:cNvSpPr>
            <a:spLocks noGrp="1"/>
          </p:cNvSpPr>
          <p:nvPr>
            <p:ph idx="21"/>
          </p:nvPr>
        </p:nvSpPr>
        <p:spPr/>
        <p:txBody>
          <a:bodyPr/>
          <a:lstStyle/>
          <a:p>
            <a:endParaRPr lang="en-US"/>
          </a:p>
        </p:txBody>
      </p:sp>
      <p:sp>
        <p:nvSpPr>
          <p:cNvPr id="17" name="Content Placeholder 16">
            <a:extLst>
              <a:ext uri="{FF2B5EF4-FFF2-40B4-BE49-F238E27FC236}">
                <a16:creationId xmlns:a16="http://schemas.microsoft.com/office/drawing/2014/main" id="{2AC04B1A-CE24-462D-8D70-B327547E3316}"/>
              </a:ext>
            </a:extLst>
          </p:cNvPr>
          <p:cNvSpPr>
            <a:spLocks noGrp="1"/>
          </p:cNvSpPr>
          <p:nvPr>
            <p:ph idx="24"/>
          </p:nvPr>
        </p:nvSpPr>
        <p:spPr/>
        <p:txBody>
          <a:bodyPr/>
          <a:lstStyle/>
          <a:p>
            <a:endParaRPr lang="en-US"/>
          </a:p>
        </p:txBody>
      </p:sp>
      <p:sp>
        <p:nvSpPr>
          <p:cNvPr id="18" name="Content Placeholder 17">
            <a:extLst>
              <a:ext uri="{FF2B5EF4-FFF2-40B4-BE49-F238E27FC236}">
                <a16:creationId xmlns:a16="http://schemas.microsoft.com/office/drawing/2014/main" id="{720894EB-1CB0-ECA7-3914-E08B76E8DA46}"/>
              </a:ext>
            </a:extLst>
          </p:cNvPr>
          <p:cNvSpPr>
            <a:spLocks noGrp="1"/>
          </p:cNvSpPr>
          <p:nvPr>
            <p:ph idx="23"/>
          </p:nvPr>
        </p:nvSpPr>
        <p:spPr/>
        <p:txBody>
          <a:bodyPr/>
          <a:lstStyle/>
          <a:p>
            <a:endParaRPr lang="en-US"/>
          </a:p>
        </p:txBody>
      </p:sp>
      <p:sp>
        <p:nvSpPr>
          <p:cNvPr id="19" name="Content Placeholder 18">
            <a:extLst>
              <a:ext uri="{FF2B5EF4-FFF2-40B4-BE49-F238E27FC236}">
                <a16:creationId xmlns:a16="http://schemas.microsoft.com/office/drawing/2014/main" id="{12FF9CF8-1891-24AF-BD87-BE21083239B0}"/>
              </a:ext>
            </a:extLst>
          </p:cNvPr>
          <p:cNvSpPr>
            <a:spLocks noGrp="1"/>
          </p:cNvSpPr>
          <p:nvPr>
            <p:ph idx="26"/>
          </p:nvPr>
        </p:nvSpPr>
        <p:spPr/>
        <p:txBody>
          <a:bodyPr/>
          <a:lstStyle/>
          <a:p>
            <a:endParaRPr lang="en-US"/>
          </a:p>
        </p:txBody>
      </p:sp>
      <p:sp>
        <p:nvSpPr>
          <p:cNvPr id="20" name="Content Placeholder 19">
            <a:extLst>
              <a:ext uri="{FF2B5EF4-FFF2-40B4-BE49-F238E27FC236}">
                <a16:creationId xmlns:a16="http://schemas.microsoft.com/office/drawing/2014/main" id="{EAAD5F26-D9F5-C7FB-D558-92A4336AC5D0}"/>
              </a:ext>
            </a:extLst>
          </p:cNvPr>
          <p:cNvSpPr>
            <a:spLocks noGrp="1"/>
          </p:cNvSpPr>
          <p:nvPr>
            <p:ph idx="25"/>
          </p:nvPr>
        </p:nvSpPr>
        <p:spPr/>
        <p:txBody>
          <a:bodyPr/>
          <a:lstStyle/>
          <a:p>
            <a:endParaRPr lang="en-US"/>
          </a:p>
        </p:txBody>
      </p:sp>
    </p:spTree>
    <p:extLst>
      <p:ext uri="{BB962C8B-B14F-4D97-AF65-F5344CB8AC3E}">
        <p14:creationId xmlns:p14="http://schemas.microsoft.com/office/powerpoint/2010/main" val="8350172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C614F-6525-EFB6-C940-71373C73E1D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F9A87E5-43DD-1D16-3995-A4325D7E41DC}"/>
              </a:ext>
            </a:extLst>
          </p:cNvPr>
          <p:cNvSpPr>
            <a:spLocks noGrp="1"/>
          </p:cNvSpPr>
          <p:nvPr>
            <p:ph type="body" sz="quarter" idx="29"/>
          </p:nvPr>
        </p:nvSpPr>
        <p:spPr/>
        <p:txBody>
          <a:bodyPr/>
          <a:lstStyle/>
          <a:p>
            <a:endParaRPr lang="en-US"/>
          </a:p>
        </p:txBody>
      </p:sp>
      <p:sp>
        <p:nvSpPr>
          <p:cNvPr id="4" name="Subtitle 3">
            <a:extLst>
              <a:ext uri="{FF2B5EF4-FFF2-40B4-BE49-F238E27FC236}">
                <a16:creationId xmlns:a16="http://schemas.microsoft.com/office/drawing/2014/main" id="{9BC2423E-58D5-4933-091A-42081965E124}"/>
              </a:ext>
            </a:extLst>
          </p:cNvPr>
          <p:cNvSpPr>
            <a:spLocks noGrp="1"/>
          </p:cNvSpPr>
          <p:nvPr>
            <p:ph type="subTitle" idx="1"/>
          </p:nvPr>
        </p:nvSpPr>
        <p:spPr/>
        <p:txBody>
          <a:bodyPr/>
          <a:lstStyle/>
          <a:p>
            <a:endParaRPr lang="en-US"/>
          </a:p>
        </p:txBody>
      </p:sp>
      <p:sp>
        <p:nvSpPr>
          <p:cNvPr id="5" name="Text Placeholder 4">
            <a:extLst>
              <a:ext uri="{FF2B5EF4-FFF2-40B4-BE49-F238E27FC236}">
                <a16:creationId xmlns:a16="http://schemas.microsoft.com/office/drawing/2014/main" id="{340AF1D9-2B53-AE95-383F-E2144415F237}"/>
              </a:ext>
            </a:extLst>
          </p:cNvPr>
          <p:cNvSpPr>
            <a:spLocks noGrp="1"/>
          </p:cNvSpPr>
          <p:nvPr>
            <p:ph type="body" sz="quarter" idx="30"/>
          </p:nvPr>
        </p:nvSpPr>
        <p:spPr/>
        <p:txBody>
          <a:bodyPr/>
          <a:lstStyle/>
          <a:p>
            <a:endParaRPr lang="en-US"/>
          </a:p>
        </p:txBody>
      </p:sp>
      <p:sp>
        <p:nvSpPr>
          <p:cNvPr id="6" name="Text Placeholder 5">
            <a:extLst>
              <a:ext uri="{FF2B5EF4-FFF2-40B4-BE49-F238E27FC236}">
                <a16:creationId xmlns:a16="http://schemas.microsoft.com/office/drawing/2014/main" id="{8DF5591A-0A21-AE53-4EB1-401026F30EFE}"/>
              </a:ext>
            </a:extLst>
          </p:cNvPr>
          <p:cNvSpPr>
            <a:spLocks noGrp="1"/>
          </p:cNvSpPr>
          <p:nvPr>
            <p:ph type="body" sz="quarter" idx="35"/>
          </p:nvPr>
        </p:nvSpPr>
        <p:spPr/>
        <p:txBody>
          <a:bodyPr/>
          <a:lstStyle/>
          <a:p>
            <a:endParaRPr lang="en-US"/>
          </a:p>
        </p:txBody>
      </p:sp>
      <p:sp>
        <p:nvSpPr>
          <p:cNvPr id="7" name="Text Placeholder 6">
            <a:extLst>
              <a:ext uri="{FF2B5EF4-FFF2-40B4-BE49-F238E27FC236}">
                <a16:creationId xmlns:a16="http://schemas.microsoft.com/office/drawing/2014/main" id="{6C86795B-3352-58E6-DA02-6AA7353A3A1C}"/>
              </a:ext>
            </a:extLst>
          </p:cNvPr>
          <p:cNvSpPr>
            <a:spLocks noGrp="1"/>
          </p:cNvSpPr>
          <p:nvPr>
            <p:ph type="body" sz="quarter" idx="31"/>
          </p:nvPr>
        </p:nvSpPr>
        <p:spPr/>
        <p:txBody>
          <a:bodyPr/>
          <a:lstStyle/>
          <a:p>
            <a:endParaRPr lang="en-US"/>
          </a:p>
        </p:txBody>
      </p:sp>
      <p:sp>
        <p:nvSpPr>
          <p:cNvPr id="8" name="Text Placeholder 7">
            <a:extLst>
              <a:ext uri="{FF2B5EF4-FFF2-40B4-BE49-F238E27FC236}">
                <a16:creationId xmlns:a16="http://schemas.microsoft.com/office/drawing/2014/main" id="{56202D7C-6D31-089F-666D-0B67829FBA1B}"/>
              </a:ext>
            </a:extLst>
          </p:cNvPr>
          <p:cNvSpPr>
            <a:spLocks noGrp="1"/>
          </p:cNvSpPr>
          <p:nvPr>
            <p:ph type="body" sz="quarter" idx="36"/>
          </p:nvPr>
        </p:nvSpPr>
        <p:spPr/>
        <p:txBody>
          <a:bodyPr/>
          <a:lstStyle/>
          <a:p>
            <a:endParaRPr lang="en-US"/>
          </a:p>
        </p:txBody>
      </p:sp>
      <p:sp>
        <p:nvSpPr>
          <p:cNvPr id="9" name="Text Placeholder 8">
            <a:extLst>
              <a:ext uri="{FF2B5EF4-FFF2-40B4-BE49-F238E27FC236}">
                <a16:creationId xmlns:a16="http://schemas.microsoft.com/office/drawing/2014/main" id="{9F88F111-1477-E521-C940-02C325A37256}"/>
              </a:ext>
            </a:extLst>
          </p:cNvPr>
          <p:cNvSpPr>
            <a:spLocks noGrp="1"/>
          </p:cNvSpPr>
          <p:nvPr>
            <p:ph type="body" sz="quarter" idx="37"/>
          </p:nvPr>
        </p:nvSpPr>
        <p:spPr/>
        <p:txBody>
          <a:bodyPr/>
          <a:lstStyle/>
          <a:p>
            <a:endParaRPr lang="en-US"/>
          </a:p>
        </p:txBody>
      </p:sp>
      <p:sp>
        <p:nvSpPr>
          <p:cNvPr id="10" name="Text Placeholder 9">
            <a:extLst>
              <a:ext uri="{FF2B5EF4-FFF2-40B4-BE49-F238E27FC236}">
                <a16:creationId xmlns:a16="http://schemas.microsoft.com/office/drawing/2014/main" id="{0B51FD8E-6736-2CCA-0FFC-2621DA7E86F1}"/>
              </a:ext>
            </a:extLst>
          </p:cNvPr>
          <p:cNvSpPr>
            <a:spLocks noGrp="1"/>
          </p:cNvSpPr>
          <p:nvPr>
            <p:ph type="body" sz="quarter" idx="44"/>
          </p:nvPr>
        </p:nvSpPr>
        <p:spPr/>
        <p:txBody>
          <a:bodyPr/>
          <a:lstStyle/>
          <a:p>
            <a:endParaRPr lang="en-US"/>
          </a:p>
        </p:txBody>
      </p:sp>
      <p:sp>
        <p:nvSpPr>
          <p:cNvPr id="11" name="Text Placeholder 10">
            <a:extLst>
              <a:ext uri="{FF2B5EF4-FFF2-40B4-BE49-F238E27FC236}">
                <a16:creationId xmlns:a16="http://schemas.microsoft.com/office/drawing/2014/main" id="{9F345905-383B-C22C-0211-44F8AB18F6C1}"/>
              </a:ext>
            </a:extLst>
          </p:cNvPr>
          <p:cNvSpPr>
            <a:spLocks noGrp="1"/>
          </p:cNvSpPr>
          <p:nvPr>
            <p:ph type="body" sz="quarter" idx="38"/>
          </p:nvPr>
        </p:nvSpPr>
        <p:spPr/>
        <p:txBody>
          <a:bodyPr/>
          <a:lstStyle/>
          <a:p>
            <a:endParaRPr lang="en-US"/>
          </a:p>
        </p:txBody>
      </p:sp>
      <p:sp>
        <p:nvSpPr>
          <p:cNvPr id="12" name="Text Placeholder 11">
            <a:extLst>
              <a:ext uri="{FF2B5EF4-FFF2-40B4-BE49-F238E27FC236}">
                <a16:creationId xmlns:a16="http://schemas.microsoft.com/office/drawing/2014/main" id="{35D6539B-8FCE-62B3-C436-2DBDFE2D1CD0}"/>
              </a:ext>
            </a:extLst>
          </p:cNvPr>
          <p:cNvSpPr>
            <a:spLocks noGrp="1"/>
          </p:cNvSpPr>
          <p:nvPr>
            <p:ph type="body" sz="quarter" idx="40"/>
          </p:nvPr>
        </p:nvSpPr>
        <p:spPr/>
        <p:txBody>
          <a:bodyPr/>
          <a:lstStyle/>
          <a:p>
            <a:endParaRPr lang="en-US"/>
          </a:p>
        </p:txBody>
      </p:sp>
      <p:sp>
        <p:nvSpPr>
          <p:cNvPr id="13" name="Text Placeholder 12">
            <a:extLst>
              <a:ext uri="{FF2B5EF4-FFF2-40B4-BE49-F238E27FC236}">
                <a16:creationId xmlns:a16="http://schemas.microsoft.com/office/drawing/2014/main" id="{04729279-B82B-5B74-EFCB-BB27237415FE}"/>
              </a:ext>
            </a:extLst>
          </p:cNvPr>
          <p:cNvSpPr>
            <a:spLocks noGrp="1"/>
          </p:cNvSpPr>
          <p:nvPr>
            <p:ph type="body" sz="quarter" idx="39"/>
          </p:nvPr>
        </p:nvSpPr>
        <p:spPr/>
        <p:txBody>
          <a:bodyPr/>
          <a:lstStyle/>
          <a:p>
            <a:endParaRPr lang="en-US"/>
          </a:p>
        </p:txBody>
      </p:sp>
      <p:sp>
        <p:nvSpPr>
          <p:cNvPr id="14" name="Text Placeholder 13">
            <a:extLst>
              <a:ext uri="{FF2B5EF4-FFF2-40B4-BE49-F238E27FC236}">
                <a16:creationId xmlns:a16="http://schemas.microsoft.com/office/drawing/2014/main" id="{45A431A9-F875-BE51-9A07-38C0C735572F}"/>
              </a:ext>
            </a:extLst>
          </p:cNvPr>
          <p:cNvSpPr>
            <a:spLocks noGrp="1"/>
          </p:cNvSpPr>
          <p:nvPr>
            <p:ph type="body" sz="quarter" idx="41"/>
          </p:nvPr>
        </p:nvSpPr>
        <p:spPr/>
        <p:txBody>
          <a:bodyPr/>
          <a:lstStyle/>
          <a:p>
            <a:endParaRPr lang="en-US"/>
          </a:p>
        </p:txBody>
      </p:sp>
      <p:sp>
        <p:nvSpPr>
          <p:cNvPr id="15" name="Text Placeholder 14">
            <a:extLst>
              <a:ext uri="{FF2B5EF4-FFF2-40B4-BE49-F238E27FC236}">
                <a16:creationId xmlns:a16="http://schemas.microsoft.com/office/drawing/2014/main" id="{5D42219D-C314-3681-2307-33051A0C3BF5}"/>
              </a:ext>
            </a:extLst>
          </p:cNvPr>
          <p:cNvSpPr>
            <a:spLocks noGrp="1"/>
          </p:cNvSpPr>
          <p:nvPr>
            <p:ph type="body" sz="quarter" idx="42"/>
          </p:nvPr>
        </p:nvSpPr>
        <p:spPr/>
        <p:txBody>
          <a:bodyPr/>
          <a:lstStyle/>
          <a:p>
            <a:endParaRPr lang="en-US"/>
          </a:p>
        </p:txBody>
      </p:sp>
      <p:sp>
        <p:nvSpPr>
          <p:cNvPr id="16" name="Text Placeholder 15">
            <a:extLst>
              <a:ext uri="{FF2B5EF4-FFF2-40B4-BE49-F238E27FC236}">
                <a16:creationId xmlns:a16="http://schemas.microsoft.com/office/drawing/2014/main" id="{995F4DA7-0F5C-699D-047C-79B2552E161E}"/>
              </a:ext>
            </a:extLst>
          </p:cNvPr>
          <p:cNvSpPr>
            <a:spLocks noGrp="1"/>
          </p:cNvSpPr>
          <p:nvPr>
            <p:ph type="body" sz="quarter" idx="43"/>
          </p:nvPr>
        </p:nvSpPr>
        <p:spPr/>
        <p:txBody>
          <a:bodyPr/>
          <a:lstStyle/>
          <a:p>
            <a:endParaRPr lang="en-US"/>
          </a:p>
        </p:txBody>
      </p:sp>
      <p:sp>
        <p:nvSpPr>
          <p:cNvPr id="17" name="Text Placeholder 16">
            <a:extLst>
              <a:ext uri="{FF2B5EF4-FFF2-40B4-BE49-F238E27FC236}">
                <a16:creationId xmlns:a16="http://schemas.microsoft.com/office/drawing/2014/main" id="{71D109D4-30E3-7789-391A-B133EE00915A}"/>
              </a:ext>
            </a:extLst>
          </p:cNvPr>
          <p:cNvSpPr>
            <a:spLocks noGrp="1"/>
          </p:cNvSpPr>
          <p:nvPr>
            <p:ph type="body" sz="quarter" idx="45"/>
          </p:nvPr>
        </p:nvSpPr>
        <p:spPr/>
        <p:txBody>
          <a:bodyPr/>
          <a:lstStyle/>
          <a:p>
            <a:endParaRPr lang="en-US"/>
          </a:p>
        </p:txBody>
      </p:sp>
      <p:sp>
        <p:nvSpPr>
          <p:cNvPr id="18" name="Text Placeholder 17">
            <a:extLst>
              <a:ext uri="{FF2B5EF4-FFF2-40B4-BE49-F238E27FC236}">
                <a16:creationId xmlns:a16="http://schemas.microsoft.com/office/drawing/2014/main" id="{156DE7A7-1548-C960-5360-F5D1C283E646}"/>
              </a:ext>
            </a:extLst>
          </p:cNvPr>
          <p:cNvSpPr>
            <a:spLocks noGrp="1"/>
          </p:cNvSpPr>
          <p:nvPr>
            <p:ph type="body" sz="quarter" idx="46"/>
          </p:nvPr>
        </p:nvSpPr>
        <p:spPr/>
        <p:txBody>
          <a:bodyPr/>
          <a:lstStyle/>
          <a:p>
            <a:endParaRPr lang="en-US"/>
          </a:p>
        </p:txBody>
      </p:sp>
    </p:spTree>
    <p:extLst>
      <p:ext uri="{BB962C8B-B14F-4D97-AF65-F5344CB8AC3E}">
        <p14:creationId xmlns:p14="http://schemas.microsoft.com/office/powerpoint/2010/main" val="33111427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55462-44D6-5A0E-6784-9B9239ECFE88}"/>
              </a:ext>
            </a:extLst>
          </p:cNvPr>
          <p:cNvSpPr>
            <a:spLocks noGrp="1"/>
          </p:cNvSpPr>
          <p:nvPr>
            <p:ph type="title"/>
          </p:nvPr>
        </p:nvSpPr>
        <p:spPr/>
        <p:txBody>
          <a:bodyPr/>
          <a:lstStyle/>
          <a:p>
            <a:r>
              <a:rPr lang="en-US" dirty="0"/>
              <a:t>Slide Template Categories at a Glance</a:t>
            </a:r>
          </a:p>
        </p:txBody>
      </p:sp>
      <p:pic>
        <p:nvPicPr>
          <p:cNvPr id="4" name="Picture 3" descr="A blue background with white text">
            <a:hlinkClick r:id="rId2" action="ppaction://hlinksldjump"/>
            <a:extLst>
              <a:ext uri="{FF2B5EF4-FFF2-40B4-BE49-F238E27FC236}">
                <a16:creationId xmlns:a16="http://schemas.microsoft.com/office/drawing/2014/main" id="{7CDC4B8E-DE08-C971-7654-AFA21F760574}"/>
              </a:ext>
            </a:extLst>
          </p:cNvPr>
          <p:cNvPicPr>
            <a:picLocks noChangeAspect="1"/>
          </p:cNvPicPr>
          <p:nvPr/>
        </p:nvPicPr>
        <p:blipFill>
          <a:blip r:embed="rId3"/>
          <a:stretch>
            <a:fillRect/>
          </a:stretch>
        </p:blipFill>
        <p:spPr>
          <a:xfrm>
            <a:off x="731520" y="1151015"/>
            <a:ext cx="2287257" cy="1286582"/>
          </a:xfrm>
          <a:prstGeom prst="rect">
            <a:avLst/>
          </a:prstGeom>
        </p:spPr>
      </p:pic>
      <p:pic>
        <p:nvPicPr>
          <p:cNvPr id="6" name="Picture 5" descr="A blue background with white text">
            <a:hlinkClick r:id="rId4" action="ppaction://hlinksldjump"/>
            <a:extLst>
              <a:ext uri="{FF2B5EF4-FFF2-40B4-BE49-F238E27FC236}">
                <a16:creationId xmlns:a16="http://schemas.microsoft.com/office/drawing/2014/main" id="{DBF7933A-1FD6-2FAE-3502-2558BC32522A}"/>
              </a:ext>
            </a:extLst>
          </p:cNvPr>
          <p:cNvPicPr>
            <a:picLocks noChangeAspect="1"/>
          </p:cNvPicPr>
          <p:nvPr/>
        </p:nvPicPr>
        <p:blipFill>
          <a:blip r:embed="rId5"/>
          <a:stretch>
            <a:fillRect/>
          </a:stretch>
        </p:blipFill>
        <p:spPr>
          <a:xfrm>
            <a:off x="3519656" y="1151015"/>
            <a:ext cx="2287257" cy="1286582"/>
          </a:xfrm>
          <a:prstGeom prst="rect">
            <a:avLst/>
          </a:prstGeom>
        </p:spPr>
      </p:pic>
      <p:pic>
        <p:nvPicPr>
          <p:cNvPr id="8" name="Picture 7" descr="A blue background with white text">
            <a:hlinkClick r:id="rId6" action="ppaction://hlinksldjump"/>
            <a:extLst>
              <a:ext uri="{FF2B5EF4-FFF2-40B4-BE49-F238E27FC236}">
                <a16:creationId xmlns:a16="http://schemas.microsoft.com/office/drawing/2014/main" id="{AC94E50F-26A7-C460-4191-71E4E2E67F3E}"/>
              </a:ext>
            </a:extLst>
          </p:cNvPr>
          <p:cNvPicPr>
            <a:picLocks noChangeAspect="1"/>
          </p:cNvPicPr>
          <p:nvPr/>
        </p:nvPicPr>
        <p:blipFill>
          <a:blip r:embed="rId7"/>
          <a:stretch>
            <a:fillRect/>
          </a:stretch>
        </p:blipFill>
        <p:spPr>
          <a:xfrm>
            <a:off x="6307792" y="1151015"/>
            <a:ext cx="2287257" cy="1286582"/>
          </a:xfrm>
          <a:prstGeom prst="rect">
            <a:avLst/>
          </a:prstGeom>
        </p:spPr>
      </p:pic>
      <p:pic>
        <p:nvPicPr>
          <p:cNvPr id="10" name="Picture 9" descr="A blue background with white text">
            <a:hlinkClick r:id="rId8" action="ppaction://hlinksldjump"/>
            <a:extLst>
              <a:ext uri="{FF2B5EF4-FFF2-40B4-BE49-F238E27FC236}">
                <a16:creationId xmlns:a16="http://schemas.microsoft.com/office/drawing/2014/main" id="{E7FC803C-B6D7-9BEC-65EF-A811F93CCC63}"/>
              </a:ext>
            </a:extLst>
          </p:cNvPr>
          <p:cNvPicPr>
            <a:picLocks noChangeAspect="1"/>
          </p:cNvPicPr>
          <p:nvPr/>
        </p:nvPicPr>
        <p:blipFill>
          <a:blip r:embed="rId9"/>
          <a:stretch>
            <a:fillRect/>
          </a:stretch>
        </p:blipFill>
        <p:spPr>
          <a:xfrm>
            <a:off x="9095928" y="1151015"/>
            <a:ext cx="2287257" cy="1286582"/>
          </a:xfrm>
          <a:prstGeom prst="rect">
            <a:avLst/>
          </a:prstGeom>
        </p:spPr>
      </p:pic>
      <p:pic>
        <p:nvPicPr>
          <p:cNvPr id="12" name="Picture 11" descr="A blue background with white text">
            <a:hlinkClick r:id="rId10" action="ppaction://hlinksldjump"/>
            <a:extLst>
              <a:ext uri="{FF2B5EF4-FFF2-40B4-BE49-F238E27FC236}">
                <a16:creationId xmlns:a16="http://schemas.microsoft.com/office/drawing/2014/main" id="{77B0AE96-53F3-7769-C19A-9412625884A0}"/>
              </a:ext>
            </a:extLst>
          </p:cNvPr>
          <p:cNvPicPr>
            <a:picLocks noChangeAspect="1"/>
          </p:cNvPicPr>
          <p:nvPr/>
        </p:nvPicPr>
        <p:blipFill>
          <a:blip r:embed="rId11"/>
          <a:stretch>
            <a:fillRect/>
          </a:stretch>
        </p:blipFill>
        <p:spPr>
          <a:xfrm>
            <a:off x="731520" y="2635261"/>
            <a:ext cx="2287257" cy="1286582"/>
          </a:xfrm>
          <a:prstGeom prst="rect">
            <a:avLst/>
          </a:prstGeom>
        </p:spPr>
      </p:pic>
      <p:pic>
        <p:nvPicPr>
          <p:cNvPr id="14" name="Picture 13" descr="A blue background with white text">
            <a:hlinkClick r:id="rId12" action="ppaction://hlinksldjump"/>
            <a:extLst>
              <a:ext uri="{FF2B5EF4-FFF2-40B4-BE49-F238E27FC236}">
                <a16:creationId xmlns:a16="http://schemas.microsoft.com/office/drawing/2014/main" id="{CB1B3A46-2625-47C0-E514-5074A69EBB28}"/>
              </a:ext>
            </a:extLst>
          </p:cNvPr>
          <p:cNvPicPr>
            <a:picLocks noChangeAspect="1"/>
          </p:cNvPicPr>
          <p:nvPr/>
        </p:nvPicPr>
        <p:blipFill>
          <a:blip r:embed="rId13"/>
          <a:stretch>
            <a:fillRect/>
          </a:stretch>
        </p:blipFill>
        <p:spPr>
          <a:xfrm>
            <a:off x="3519656" y="2635261"/>
            <a:ext cx="2287257" cy="1286582"/>
          </a:xfrm>
          <a:prstGeom prst="rect">
            <a:avLst/>
          </a:prstGeom>
        </p:spPr>
      </p:pic>
      <p:pic>
        <p:nvPicPr>
          <p:cNvPr id="16" name="Picture 15" descr="A blue background with white text">
            <a:hlinkClick r:id="rId14" action="ppaction://hlinksldjump"/>
            <a:extLst>
              <a:ext uri="{FF2B5EF4-FFF2-40B4-BE49-F238E27FC236}">
                <a16:creationId xmlns:a16="http://schemas.microsoft.com/office/drawing/2014/main" id="{BE1D8D84-61FE-6EC7-E254-5F8EE5B8CAE6}"/>
              </a:ext>
            </a:extLst>
          </p:cNvPr>
          <p:cNvPicPr>
            <a:picLocks noChangeAspect="1"/>
          </p:cNvPicPr>
          <p:nvPr/>
        </p:nvPicPr>
        <p:blipFill>
          <a:blip r:embed="rId15"/>
          <a:stretch>
            <a:fillRect/>
          </a:stretch>
        </p:blipFill>
        <p:spPr>
          <a:xfrm>
            <a:off x="6307792" y="2635261"/>
            <a:ext cx="2287257" cy="1286582"/>
          </a:xfrm>
          <a:prstGeom prst="rect">
            <a:avLst/>
          </a:prstGeom>
        </p:spPr>
      </p:pic>
      <p:pic>
        <p:nvPicPr>
          <p:cNvPr id="18" name="Picture 17" descr="A blue background with white text">
            <a:hlinkClick r:id="rId16" action="ppaction://hlinksldjump"/>
            <a:extLst>
              <a:ext uri="{FF2B5EF4-FFF2-40B4-BE49-F238E27FC236}">
                <a16:creationId xmlns:a16="http://schemas.microsoft.com/office/drawing/2014/main" id="{15A02331-BF73-D38D-33C3-40647A5270FA}"/>
              </a:ext>
            </a:extLst>
          </p:cNvPr>
          <p:cNvPicPr>
            <a:picLocks noChangeAspect="1"/>
          </p:cNvPicPr>
          <p:nvPr/>
        </p:nvPicPr>
        <p:blipFill>
          <a:blip r:embed="rId17"/>
          <a:stretch>
            <a:fillRect/>
          </a:stretch>
        </p:blipFill>
        <p:spPr>
          <a:xfrm>
            <a:off x="9095928" y="2635261"/>
            <a:ext cx="2287257" cy="1286582"/>
          </a:xfrm>
          <a:prstGeom prst="rect">
            <a:avLst/>
          </a:prstGeom>
        </p:spPr>
      </p:pic>
      <p:pic>
        <p:nvPicPr>
          <p:cNvPr id="20" name="Picture 19" descr="A blue background with white text">
            <a:hlinkClick r:id="rId18" action="ppaction://hlinksldjump"/>
            <a:extLst>
              <a:ext uri="{FF2B5EF4-FFF2-40B4-BE49-F238E27FC236}">
                <a16:creationId xmlns:a16="http://schemas.microsoft.com/office/drawing/2014/main" id="{126E3EE6-081A-47E0-A036-668CDA39769C}"/>
              </a:ext>
            </a:extLst>
          </p:cNvPr>
          <p:cNvPicPr>
            <a:picLocks noChangeAspect="1"/>
          </p:cNvPicPr>
          <p:nvPr/>
        </p:nvPicPr>
        <p:blipFill>
          <a:blip r:embed="rId19"/>
          <a:stretch>
            <a:fillRect/>
          </a:stretch>
        </p:blipFill>
        <p:spPr>
          <a:xfrm>
            <a:off x="731520" y="4119507"/>
            <a:ext cx="2287257" cy="1286582"/>
          </a:xfrm>
          <a:prstGeom prst="rect">
            <a:avLst/>
          </a:prstGeom>
        </p:spPr>
      </p:pic>
      <p:pic>
        <p:nvPicPr>
          <p:cNvPr id="22" name="Picture 21" descr="A blue background with white text">
            <a:hlinkClick r:id="rId20" action="ppaction://hlinksldjump"/>
            <a:extLst>
              <a:ext uri="{FF2B5EF4-FFF2-40B4-BE49-F238E27FC236}">
                <a16:creationId xmlns:a16="http://schemas.microsoft.com/office/drawing/2014/main" id="{71C81551-8A83-65F3-F754-8516491D747D}"/>
              </a:ext>
            </a:extLst>
          </p:cNvPr>
          <p:cNvPicPr>
            <a:picLocks noChangeAspect="1"/>
          </p:cNvPicPr>
          <p:nvPr/>
        </p:nvPicPr>
        <p:blipFill>
          <a:blip r:embed="rId21"/>
          <a:stretch>
            <a:fillRect/>
          </a:stretch>
        </p:blipFill>
        <p:spPr>
          <a:xfrm>
            <a:off x="3519656" y="4119507"/>
            <a:ext cx="2287257" cy="1286582"/>
          </a:xfrm>
          <a:prstGeom prst="rect">
            <a:avLst/>
          </a:prstGeom>
        </p:spPr>
      </p:pic>
    </p:spTree>
    <p:extLst>
      <p:ext uri="{BB962C8B-B14F-4D97-AF65-F5344CB8AC3E}">
        <p14:creationId xmlns:p14="http://schemas.microsoft.com/office/powerpoint/2010/main" val="2991262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6694C-A637-6F72-A9E6-69961A2A2D94}"/>
              </a:ext>
            </a:extLst>
          </p:cNvPr>
          <p:cNvSpPr>
            <a:spLocks noGrp="1"/>
          </p:cNvSpPr>
          <p:nvPr>
            <p:ph type="title"/>
          </p:nvPr>
        </p:nvSpPr>
        <p:spPr>
          <a:xfrm>
            <a:off x="731520" y="457200"/>
            <a:ext cx="8321040" cy="731520"/>
          </a:xfrm>
        </p:spPr>
        <p:txBody>
          <a:bodyPr/>
          <a:lstStyle/>
          <a:p>
            <a:r>
              <a:rPr lang="en-US"/>
              <a:t>SAFETY MOMENT</a:t>
            </a:r>
          </a:p>
        </p:txBody>
      </p:sp>
      <p:sp>
        <p:nvSpPr>
          <p:cNvPr id="3" name="Freeform 2">
            <a:extLst>
              <a:ext uri="{FF2B5EF4-FFF2-40B4-BE49-F238E27FC236}">
                <a16:creationId xmlns:a16="http://schemas.microsoft.com/office/drawing/2014/main" id="{D133805E-29DC-6733-0554-7EF314A7C628}"/>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rot="10800000">
            <a:off x="9392153" y="0"/>
            <a:ext cx="2547856" cy="2736802"/>
          </a:xfrm>
          <a:custGeom>
            <a:avLst/>
            <a:gdLst>
              <a:gd name="connsiteX0" fmla="*/ 2547856 w 2547856"/>
              <a:gd name="connsiteY0" fmla="*/ 2736802 h 2736802"/>
              <a:gd name="connsiteX1" fmla="*/ 0 w 2547856"/>
              <a:gd name="connsiteY1" fmla="*/ 2736802 h 2736802"/>
              <a:gd name="connsiteX2" fmla="*/ 0 w 2547856"/>
              <a:gd name="connsiteY2" fmla="*/ 801141 h 2736802"/>
              <a:gd name="connsiteX3" fmla="*/ 2702 w 2547856"/>
              <a:gd name="connsiteY3" fmla="*/ 801141 h 2736802"/>
              <a:gd name="connsiteX4" fmla="*/ 1273928 w 2547856"/>
              <a:gd name="connsiteY4" fmla="*/ 0 h 2736802"/>
              <a:gd name="connsiteX5" fmla="*/ 2545154 w 2547856"/>
              <a:gd name="connsiteY5" fmla="*/ 801141 h 2736802"/>
              <a:gd name="connsiteX6" fmla="*/ 2547856 w 2547856"/>
              <a:gd name="connsiteY6" fmla="*/ 801141 h 2736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7856" h="2736802">
                <a:moveTo>
                  <a:pt x="2547856" y="2736802"/>
                </a:moveTo>
                <a:lnTo>
                  <a:pt x="0" y="2736802"/>
                </a:lnTo>
                <a:lnTo>
                  <a:pt x="0" y="801141"/>
                </a:lnTo>
                <a:lnTo>
                  <a:pt x="2702" y="801141"/>
                </a:lnTo>
                <a:lnTo>
                  <a:pt x="1273928" y="0"/>
                </a:lnTo>
                <a:lnTo>
                  <a:pt x="2545154" y="801141"/>
                </a:lnTo>
                <a:lnTo>
                  <a:pt x="2547856" y="801141"/>
                </a:lnTo>
                <a:close/>
              </a:path>
            </a:pathLst>
          </a:cu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Franklin Gothic Book" panose="020B0503020102020204" pitchFamily="34" charset="0"/>
            </a:endParaRPr>
          </a:p>
        </p:txBody>
      </p:sp>
      <p:sp>
        <p:nvSpPr>
          <p:cNvPr id="45" name="Text Placeholder 7">
            <a:extLst>
              <a:ext uri="{FF2B5EF4-FFF2-40B4-BE49-F238E27FC236}">
                <a16:creationId xmlns:a16="http://schemas.microsoft.com/office/drawing/2014/main" id="{18ADE43E-A7F7-8395-0DCE-386A3BCD4CF3}"/>
              </a:ext>
            </a:extLst>
          </p:cNvPr>
          <p:cNvSpPr txBox="1">
            <a:spLocks/>
          </p:cNvSpPr>
          <p:nvPr/>
        </p:nvSpPr>
        <p:spPr>
          <a:xfrm>
            <a:off x="9496574" y="336920"/>
            <a:ext cx="2339015" cy="1741717"/>
          </a:xfrm>
          <a:prstGeom prst="rect">
            <a:avLst/>
          </a:prstGeom>
        </p:spPr>
        <p:txBody>
          <a:bodyPr lIns="0" tIns="0" rIns="0" bIns="0" anchor="b">
            <a:noAutofit/>
          </a:bodyPr>
          <a:lstStyle>
            <a:lvl1pPr marL="0" indent="0" algn="ctr" defTabSz="914400" rtl="0" eaLnBrk="1" latinLnBrk="0" hangingPunct="1">
              <a:lnSpc>
                <a:spcPct val="90000"/>
              </a:lnSpc>
              <a:spcBef>
                <a:spcPts val="1000"/>
              </a:spcBef>
              <a:buClr>
                <a:schemeClr val="accent1"/>
              </a:buClr>
              <a:buFont typeface="Arial" panose="020B0604020202020204" pitchFamily="34" charset="0"/>
              <a:buNone/>
              <a:defRPr sz="1800" b="0" i="0" kern="1200">
                <a:solidFill>
                  <a:schemeClr val="bg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noProof="1">
                <a:solidFill>
                  <a:schemeClr val="tx1"/>
                </a:solidFill>
                <a:latin typeface="Franklin Gothic Medium"/>
                <a:ea typeface="等线"/>
              </a:rPr>
              <a:t>We are meeting at:</a:t>
            </a:r>
          </a:p>
          <a:p>
            <a:r>
              <a:rPr lang="en-US" altLang="zh-CN" noProof="1">
                <a:solidFill>
                  <a:srgbClr val="72126C"/>
                </a:solidFill>
                <a:latin typeface="Franklin Gothic Book"/>
                <a:ea typeface="等线"/>
              </a:rPr>
              <a:t>[Add the address of your meeting’s building, include room number, and change this text to black.]</a:t>
            </a:r>
          </a:p>
        </p:txBody>
      </p:sp>
      <p:sp>
        <p:nvSpPr>
          <p:cNvPr id="24" name="Content Placeholder 2">
            <a:extLst>
              <a:ext uri="{FF2B5EF4-FFF2-40B4-BE49-F238E27FC236}">
                <a16:creationId xmlns:a16="http://schemas.microsoft.com/office/drawing/2014/main" id="{F75E2A90-1DF1-6E3D-89C9-E93227FFD91D}"/>
              </a:ext>
            </a:extLst>
          </p:cNvPr>
          <p:cNvSpPr txBox="1">
            <a:spLocks/>
          </p:cNvSpPr>
          <p:nvPr/>
        </p:nvSpPr>
        <p:spPr>
          <a:xfrm>
            <a:off x="731520" y="1243010"/>
            <a:ext cx="8015514" cy="462416"/>
          </a:xfrm>
          <a:prstGeom prst="rect">
            <a:avLst/>
          </a:prstGeom>
        </p:spPr>
        <p:txBody>
          <a:bodyPr vert="horz" lIns="0" tIns="45720" rIns="91440" bIns="45720" rtlCol="0">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8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a:solidFill>
                  <a:schemeClr val="tx2"/>
                </a:solidFill>
                <a:latin typeface="Franklin Gothic Medium" panose="020B0603020102020204" pitchFamily="34" charset="0"/>
              </a:rPr>
              <a:t>Who will fulfill each role in an emergency?</a:t>
            </a:r>
          </a:p>
        </p:txBody>
      </p:sp>
      <p:sp>
        <p:nvSpPr>
          <p:cNvPr id="25" name="Google Shape;54;p8">
            <a:extLst>
              <a:ext uri="{FF2B5EF4-FFF2-40B4-BE49-F238E27FC236}">
                <a16:creationId xmlns:a16="http://schemas.microsoft.com/office/drawing/2014/main" id="{5172D8D5-E7C5-13E4-1C87-C68F1FA2D29F}"/>
              </a:ext>
            </a:extLst>
          </p:cNvPr>
          <p:cNvSpPr txBox="1">
            <a:spLocks/>
          </p:cNvSpPr>
          <p:nvPr/>
        </p:nvSpPr>
        <p:spPr>
          <a:xfrm>
            <a:off x="591963" y="3123803"/>
            <a:ext cx="1828800"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dirty="0">
                <a:solidFill>
                  <a:srgbClr val="626366"/>
                </a:solidFill>
                <a:latin typeface="Franklin Gothic Book" panose="020B0503020102020204" pitchFamily="34" charset="0"/>
              </a:rPr>
              <a:t>Call 6911</a:t>
            </a:r>
          </a:p>
          <a:p>
            <a:pPr marL="0" indent="0" algn="ctr">
              <a:lnSpc>
                <a:spcPct val="85000"/>
              </a:lnSpc>
              <a:spcBef>
                <a:spcPts val="0"/>
              </a:spcBef>
              <a:buClr>
                <a:schemeClr val="dk1"/>
              </a:buClr>
              <a:buSzPts val="1100"/>
              <a:buNone/>
            </a:pPr>
            <a:r>
              <a:rPr lang="en-US" sz="1800" b="1" dirty="0">
                <a:solidFill>
                  <a:srgbClr val="626366"/>
                </a:solidFill>
                <a:latin typeface="Franklin Gothic Book" panose="020B0503020102020204" pitchFamily="34" charset="0"/>
              </a:rPr>
              <a:t>or 911</a:t>
            </a:r>
          </a:p>
        </p:txBody>
      </p:sp>
      <p:pic>
        <p:nvPicPr>
          <p:cNvPr id="26" name="Graphic 25" descr="A purple circle with a phone icon and “911”.">
            <a:extLst>
              <a:ext uri="{FF2B5EF4-FFF2-40B4-BE49-F238E27FC236}">
                <a16:creationId xmlns:a16="http://schemas.microsoft.com/office/drawing/2014/main" id="{B1A0F5DF-FE76-0C01-1CF1-D7B81B3C39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1034" y="1705426"/>
            <a:ext cx="1435607" cy="1435607"/>
          </a:xfrm>
          <a:prstGeom prst="rect">
            <a:avLst/>
          </a:prstGeom>
        </p:spPr>
      </p:pic>
      <p:sp>
        <p:nvSpPr>
          <p:cNvPr id="27" name="Google Shape;54;p8">
            <a:extLst>
              <a:ext uri="{FF2B5EF4-FFF2-40B4-BE49-F238E27FC236}">
                <a16:creationId xmlns:a16="http://schemas.microsoft.com/office/drawing/2014/main" id="{0F896BC4-AD79-959E-AB72-ED92E93AE418}"/>
              </a:ext>
            </a:extLst>
          </p:cNvPr>
          <p:cNvSpPr txBox="1">
            <a:spLocks/>
          </p:cNvSpPr>
          <p:nvPr/>
        </p:nvSpPr>
        <p:spPr>
          <a:xfrm>
            <a:off x="2943998" y="312380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Use</a:t>
            </a:r>
          </a:p>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AED/CPR</a:t>
            </a:r>
          </a:p>
        </p:txBody>
      </p:sp>
      <p:pic>
        <p:nvPicPr>
          <p:cNvPr id="28" name="Graphic 27" descr="A red circle with a heart icon and a pulse line running horizontally through the heart.">
            <a:extLst>
              <a:ext uri="{FF2B5EF4-FFF2-40B4-BE49-F238E27FC236}">
                <a16:creationId xmlns:a16="http://schemas.microsoft.com/office/drawing/2014/main" id="{DFC7E241-2487-594A-FA9C-FB5B005DFAF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34794" y="1705426"/>
            <a:ext cx="1435607" cy="1435607"/>
          </a:xfrm>
          <a:prstGeom prst="rect">
            <a:avLst/>
          </a:prstGeom>
        </p:spPr>
      </p:pic>
      <p:sp>
        <p:nvSpPr>
          <p:cNvPr id="29" name="Google Shape;54;p8">
            <a:extLst>
              <a:ext uri="{FF2B5EF4-FFF2-40B4-BE49-F238E27FC236}">
                <a16:creationId xmlns:a16="http://schemas.microsoft.com/office/drawing/2014/main" id="{AB697065-A06F-D3FB-71DE-FE181B0AFF1E}"/>
              </a:ext>
            </a:extLst>
          </p:cNvPr>
          <p:cNvSpPr txBox="1">
            <a:spLocks/>
          </p:cNvSpPr>
          <p:nvPr/>
        </p:nvSpPr>
        <p:spPr>
          <a:xfrm>
            <a:off x="5296360" y="312380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Meet Emergency </a:t>
            </a:r>
          </a:p>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Personnel</a:t>
            </a:r>
          </a:p>
        </p:txBody>
      </p:sp>
      <p:pic>
        <p:nvPicPr>
          <p:cNvPr id="30" name="Graphic 29" descr="A blue circle with ambulance vehicle icon.">
            <a:extLst>
              <a:ext uri="{FF2B5EF4-FFF2-40B4-BE49-F238E27FC236}">
                <a16:creationId xmlns:a16="http://schemas.microsoft.com/office/drawing/2014/main" id="{2E4081FF-EACF-6D88-4502-1566EAD9C1E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70138" y="1705426"/>
            <a:ext cx="1435607" cy="1435607"/>
          </a:xfrm>
          <a:prstGeom prst="rect">
            <a:avLst/>
          </a:prstGeom>
        </p:spPr>
      </p:pic>
      <p:sp>
        <p:nvSpPr>
          <p:cNvPr id="31" name="Google Shape;54;p8">
            <a:extLst>
              <a:ext uri="{FF2B5EF4-FFF2-40B4-BE49-F238E27FC236}">
                <a16:creationId xmlns:a16="http://schemas.microsoft.com/office/drawing/2014/main" id="{3A12AA2C-AB7B-6BDE-96DC-E070D0BB15D8}"/>
              </a:ext>
            </a:extLst>
          </p:cNvPr>
          <p:cNvSpPr txBox="1">
            <a:spLocks/>
          </p:cNvSpPr>
          <p:nvPr/>
        </p:nvSpPr>
        <p:spPr>
          <a:xfrm>
            <a:off x="7648721" y="312380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Evacuate</a:t>
            </a:r>
          </a:p>
          <a:p>
            <a:pPr marL="0" indent="0" algn="ctr">
              <a:lnSpc>
                <a:spcPct val="85000"/>
              </a:lnSpc>
              <a:spcBef>
                <a:spcPts val="0"/>
              </a:spcBef>
              <a:buClr>
                <a:schemeClr val="dk1"/>
              </a:buClr>
              <a:buSzPts val="1100"/>
              <a:buNone/>
            </a:pPr>
            <a:r>
              <a:rPr lang="en-US" sz="1600">
                <a:solidFill>
                  <a:srgbClr val="626366"/>
                </a:solidFill>
                <a:latin typeface="Franklin Gothic Book" panose="020B0503020102020204" pitchFamily="34" charset="0"/>
              </a:rPr>
              <a:t>Lead out/Last out</a:t>
            </a:r>
          </a:p>
        </p:txBody>
      </p:sp>
      <p:pic>
        <p:nvPicPr>
          <p:cNvPr id="32" name="Graphic 31" descr="An orange circle with a person icon running through a doorway icon.">
            <a:extLst>
              <a:ext uri="{FF2B5EF4-FFF2-40B4-BE49-F238E27FC236}">
                <a16:creationId xmlns:a16="http://schemas.microsoft.com/office/drawing/2014/main" id="{E208A7DE-B7BB-0587-9BBE-9FCD9F76609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68463" y="1705426"/>
            <a:ext cx="1435607" cy="1435607"/>
          </a:xfrm>
          <a:prstGeom prst="rect">
            <a:avLst/>
          </a:prstGeom>
        </p:spPr>
      </p:pic>
      <p:sp>
        <p:nvSpPr>
          <p:cNvPr id="33" name="Content Placeholder 2">
            <a:extLst>
              <a:ext uri="{FF2B5EF4-FFF2-40B4-BE49-F238E27FC236}">
                <a16:creationId xmlns:a16="http://schemas.microsoft.com/office/drawing/2014/main" id="{C2D9E79A-9279-F440-1541-E453CCD2C1E7}"/>
              </a:ext>
            </a:extLst>
          </p:cNvPr>
          <p:cNvSpPr txBox="1">
            <a:spLocks/>
          </p:cNvSpPr>
          <p:nvPr/>
        </p:nvSpPr>
        <p:spPr>
          <a:xfrm>
            <a:off x="731520" y="3951511"/>
            <a:ext cx="8015514" cy="462416"/>
          </a:xfrm>
          <a:prstGeom prst="rect">
            <a:avLst/>
          </a:prstGeom>
        </p:spPr>
        <p:txBody>
          <a:bodyPr vert="horz" lIns="0" tIns="45720" rIns="91440" bIns="45720" rtlCol="0">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8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a:solidFill>
                  <a:schemeClr val="tx2"/>
                </a:solidFill>
                <a:latin typeface="Franklin Gothic Medium" panose="020B0603020102020204" pitchFamily="34" charset="0"/>
              </a:rPr>
              <a:t>Evaluate your own response in these situations:</a:t>
            </a:r>
          </a:p>
        </p:txBody>
      </p:sp>
      <p:sp>
        <p:nvSpPr>
          <p:cNvPr id="34" name="Google Shape;54;p8">
            <a:extLst>
              <a:ext uri="{FF2B5EF4-FFF2-40B4-BE49-F238E27FC236}">
                <a16:creationId xmlns:a16="http://schemas.microsoft.com/office/drawing/2014/main" id="{D05A35F8-C9D2-709C-8A2D-DC6949388647}"/>
              </a:ext>
            </a:extLst>
          </p:cNvPr>
          <p:cNvSpPr txBox="1">
            <a:spLocks/>
          </p:cNvSpPr>
          <p:nvPr/>
        </p:nvSpPr>
        <p:spPr>
          <a:xfrm>
            <a:off x="591963" y="5808023"/>
            <a:ext cx="1829126" cy="568738"/>
          </a:xfrm>
          <a:prstGeom prst="rect">
            <a:avLst/>
          </a:prstGeom>
          <a:noFill/>
          <a:ln>
            <a:noFill/>
          </a:ln>
        </p:spPr>
        <p:txBody>
          <a:bodyPr spcFirstLastPara="1" wrap="square" lIns="0" tIns="45700" rIns="0" bIns="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Active Shooter</a:t>
            </a:r>
          </a:p>
          <a:p>
            <a:pPr marL="0" indent="0" algn="ctr">
              <a:lnSpc>
                <a:spcPct val="85000"/>
              </a:lnSpc>
              <a:spcBef>
                <a:spcPts val="0"/>
              </a:spcBef>
              <a:buClr>
                <a:schemeClr val="dk1"/>
              </a:buClr>
              <a:buSzPts val="1100"/>
              <a:buNone/>
            </a:pPr>
            <a:r>
              <a:rPr lang="en-US" sz="1600">
                <a:solidFill>
                  <a:srgbClr val="626366"/>
                </a:solidFill>
                <a:latin typeface="Franklin Gothic Book" panose="020B0503020102020204" pitchFamily="34" charset="0"/>
              </a:rPr>
              <a:t>Run, Hide, Fight</a:t>
            </a:r>
          </a:p>
          <a:p>
            <a:pPr marL="0" indent="0" algn="ctr">
              <a:lnSpc>
                <a:spcPct val="85000"/>
              </a:lnSpc>
              <a:spcBef>
                <a:spcPts val="0"/>
              </a:spcBef>
              <a:buClr>
                <a:schemeClr val="dk1"/>
              </a:buClr>
              <a:buSzPts val="1100"/>
              <a:buNone/>
            </a:pPr>
            <a:r>
              <a:rPr lang="en-US" sz="1400">
                <a:solidFill>
                  <a:srgbClr val="626366"/>
                </a:solidFill>
                <a:latin typeface="Franklin Gothic Book" panose="020B0503020102020204" pitchFamily="34" charset="0"/>
              </a:rPr>
              <a:t>(Lock and Barricade)</a:t>
            </a:r>
          </a:p>
        </p:txBody>
      </p:sp>
      <p:pic>
        <p:nvPicPr>
          <p:cNvPr id="35" name="Graphic 34" descr="A gray circle with a gun icon.">
            <a:extLst>
              <a:ext uri="{FF2B5EF4-FFF2-40B4-BE49-F238E27FC236}">
                <a16:creationId xmlns:a16="http://schemas.microsoft.com/office/drawing/2014/main" id="{E3477FBB-3B51-FE66-6D56-9DE9C118B7B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1034" y="4370388"/>
            <a:ext cx="1435607" cy="1435607"/>
          </a:xfrm>
          <a:prstGeom prst="rect">
            <a:avLst/>
          </a:prstGeom>
        </p:spPr>
      </p:pic>
      <p:sp>
        <p:nvSpPr>
          <p:cNvPr id="36" name="Google Shape;54;p8">
            <a:extLst>
              <a:ext uri="{FF2B5EF4-FFF2-40B4-BE49-F238E27FC236}">
                <a16:creationId xmlns:a16="http://schemas.microsoft.com/office/drawing/2014/main" id="{3C0756B7-C52C-0CDA-F3E0-0C1426163082}"/>
              </a:ext>
            </a:extLst>
          </p:cNvPr>
          <p:cNvSpPr txBox="1">
            <a:spLocks/>
          </p:cNvSpPr>
          <p:nvPr/>
        </p:nvSpPr>
        <p:spPr>
          <a:xfrm>
            <a:off x="2943997" y="580802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Shelter </a:t>
            </a:r>
            <a:br>
              <a:rPr lang="en-US" sz="1800" b="1">
                <a:solidFill>
                  <a:srgbClr val="626366"/>
                </a:solidFill>
                <a:latin typeface="Franklin Gothic Book" panose="020B0503020102020204" pitchFamily="34" charset="0"/>
              </a:rPr>
            </a:br>
            <a:r>
              <a:rPr lang="en-US" sz="1800" b="1">
                <a:solidFill>
                  <a:srgbClr val="626366"/>
                </a:solidFill>
                <a:latin typeface="Franklin Gothic Book" panose="020B0503020102020204" pitchFamily="34" charset="0"/>
              </a:rPr>
              <a:t>in Place</a:t>
            </a:r>
          </a:p>
        </p:txBody>
      </p:sp>
      <p:pic>
        <p:nvPicPr>
          <p:cNvPr id="37" name="Graphic 36" descr="A gold circle with a house icon. Inside the house is an arrow pointing down.">
            <a:extLst>
              <a:ext uri="{FF2B5EF4-FFF2-40B4-BE49-F238E27FC236}">
                <a16:creationId xmlns:a16="http://schemas.microsoft.com/office/drawing/2014/main" id="{E83B0CC3-CEA1-1CBD-ACDD-CC40B609704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34794" y="4370388"/>
            <a:ext cx="1435607" cy="1435607"/>
          </a:xfrm>
          <a:prstGeom prst="rect">
            <a:avLst/>
          </a:prstGeom>
        </p:spPr>
      </p:pic>
    </p:spTree>
    <p:extLst>
      <p:ext uri="{BB962C8B-B14F-4D97-AF65-F5344CB8AC3E}">
        <p14:creationId xmlns:p14="http://schemas.microsoft.com/office/powerpoint/2010/main" val="9125153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A89DF6-AD0C-84D3-4855-6BB412247D38}"/>
              </a:ext>
            </a:extLst>
          </p:cNvPr>
          <p:cNvSpPr>
            <a:spLocks noGrp="1"/>
          </p:cNvSpPr>
          <p:nvPr>
            <p:ph type="body" sz="quarter" idx="29"/>
          </p:nvPr>
        </p:nvSpPr>
        <p:spPr/>
        <p:txBody>
          <a:bodyPr/>
          <a:lstStyle/>
          <a:p>
            <a:r>
              <a:rPr lang="en-US"/>
              <a:t>01</a:t>
            </a:r>
          </a:p>
        </p:txBody>
      </p:sp>
      <p:sp>
        <p:nvSpPr>
          <p:cNvPr id="3" name="Title 2">
            <a:extLst>
              <a:ext uri="{FF2B5EF4-FFF2-40B4-BE49-F238E27FC236}">
                <a16:creationId xmlns:a16="http://schemas.microsoft.com/office/drawing/2014/main" id="{4476C632-DE95-14BF-4A7D-E6EA71D1DD9D}"/>
              </a:ext>
            </a:extLst>
          </p:cNvPr>
          <p:cNvSpPr>
            <a:spLocks noGrp="1"/>
          </p:cNvSpPr>
          <p:nvPr>
            <p:ph type="ctrTitle"/>
          </p:nvPr>
        </p:nvSpPr>
        <p:spPr/>
        <p:txBody>
          <a:bodyPr/>
          <a:lstStyle/>
          <a:p>
            <a:r>
              <a:rPr lang="en-US"/>
              <a:t>TITLE SLIDES &amp; </a:t>
            </a:r>
            <a:br>
              <a:rPr lang="en-US"/>
            </a:br>
            <a:r>
              <a:rPr lang="en-US"/>
              <a:t>SECTION DIVIDERS</a:t>
            </a:r>
          </a:p>
        </p:txBody>
      </p:sp>
    </p:spTree>
    <p:extLst>
      <p:ext uri="{BB962C8B-B14F-4D97-AF65-F5344CB8AC3E}">
        <p14:creationId xmlns:p14="http://schemas.microsoft.com/office/powerpoint/2010/main" val="14139289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10D57-9783-46F0-11B9-2C5243449470}"/>
              </a:ext>
            </a:extLst>
          </p:cNvPr>
          <p:cNvSpPr>
            <a:spLocks noGrp="1"/>
          </p:cNvSpPr>
          <p:nvPr>
            <p:ph type="title"/>
          </p:nvPr>
        </p:nvSpPr>
        <p:spPr/>
        <p:txBody>
          <a:bodyPr/>
          <a:lstStyle/>
          <a:p>
            <a:r>
              <a:rPr lang="en-US">
                <a:latin typeface="Franklin Gothic Demi"/>
              </a:rPr>
              <a:t>Title Slide </a:t>
            </a:r>
            <a:br>
              <a:rPr lang="en-US"/>
            </a:br>
            <a:r>
              <a:rPr lang="en-US">
                <a:latin typeface="Franklin Gothic Demi"/>
              </a:rPr>
              <a:t>with Central Piedmont Logo</a:t>
            </a:r>
          </a:p>
        </p:txBody>
      </p:sp>
      <p:sp>
        <p:nvSpPr>
          <p:cNvPr id="3" name="Subtitle 2">
            <a:extLst>
              <a:ext uri="{FF2B5EF4-FFF2-40B4-BE49-F238E27FC236}">
                <a16:creationId xmlns:a16="http://schemas.microsoft.com/office/drawing/2014/main" id="{200959C3-7247-4A04-6846-098A4CD7D22A}"/>
              </a:ext>
            </a:extLst>
          </p:cNvPr>
          <p:cNvSpPr>
            <a:spLocks noGrp="1"/>
          </p:cNvSpPr>
          <p:nvPr>
            <p:ph type="subTitle" idx="1"/>
          </p:nvPr>
        </p:nvSpPr>
        <p:spPr/>
        <p:txBody>
          <a:bodyPr/>
          <a:lstStyle/>
          <a:p>
            <a:r>
              <a:rPr lang="en-US"/>
              <a:t>There is also a Title Slide without the Central Piedmont Logo</a:t>
            </a:r>
          </a:p>
        </p:txBody>
      </p:sp>
    </p:spTree>
    <p:extLst>
      <p:ext uri="{BB962C8B-B14F-4D97-AF65-F5344CB8AC3E}">
        <p14:creationId xmlns:p14="http://schemas.microsoft.com/office/powerpoint/2010/main" val="41268767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01FC22A-1A61-EC53-6656-434CF7178D03}"/>
              </a:ext>
            </a:extLst>
          </p:cNvPr>
          <p:cNvSpPr>
            <a:spLocks noGrp="1"/>
          </p:cNvSpPr>
          <p:nvPr>
            <p:ph type="title"/>
          </p:nvPr>
        </p:nvSpPr>
        <p:spPr/>
        <p:txBody>
          <a:bodyPr/>
          <a:lstStyle/>
          <a:p>
            <a:r>
              <a:rPr lang="en-US"/>
              <a:t>Title Slide Gray Background Plus Logo</a:t>
            </a:r>
          </a:p>
        </p:txBody>
      </p:sp>
      <p:sp>
        <p:nvSpPr>
          <p:cNvPr id="2" name="Subtitle 1">
            <a:extLst>
              <a:ext uri="{FF2B5EF4-FFF2-40B4-BE49-F238E27FC236}">
                <a16:creationId xmlns:a16="http://schemas.microsoft.com/office/drawing/2014/main" id="{B802B30A-A8F7-5858-9461-FDCF45C7C1DC}"/>
              </a:ext>
            </a:extLst>
          </p:cNvPr>
          <p:cNvSpPr>
            <a:spLocks noGrp="1"/>
          </p:cNvSpPr>
          <p:nvPr>
            <p:ph type="subTitle" idx="1"/>
          </p:nvPr>
        </p:nvSpPr>
        <p:spPr/>
        <p:txBody>
          <a:bodyPr/>
          <a:lstStyle/>
          <a:p>
            <a:r>
              <a:rPr lang="en-US"/>
              <a:t>There is also a Second Gray Background Title Slide that Does Not Have a Logo in Lower Left Corner</a:t>
            </a:r>
          </a:p>
        </p:txBody>
      </p:sp>
    </p:spTree>
    <p:extLst>
      <p:ext uri="{BB962C8B-B14F-4D97-AF65-F5344CB8AC3E}">
        <p14:creationId xmlns:p14="http://schemas.microsoft.com/office/powerpoint/2010/main" val="8210081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7B8B2-F1B8-F2E2-9047-63555AA7C4D6}"/>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5D9ACBB6-1F3A-B7B3-1496-5892DE6A948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422430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3E365-3DF6-F043-4194-7C1A925BE8DF}"/>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5DCF9B23-6A8E-471C-A28F-C28B9DFFE8A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297684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E41FE-975C-975A-36E4-9327CF9F0B3D}"/>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2F5759EA-550D-77AE-0C85-CC0A0CF9253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644808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16666995-F22C-2048-5787-82AF35C96592}"/>
              </a:ext>
            </a:extLst>
          </p:cNvPr>
          <p:cNvSpPr>
            <a:spLocks noGrp="1"/>
          </p:cNvSpPr>
          <p:nvPr>
            <p:ph type="pic" sz="quarter" idx="27"/>
          </p:nvPr>
        </p:nvSpPr>
        <p:spPr/>
        <p:txBody>
          <a:bodyPr/>
          <a:lstStyle/>
          <a:p>
            <a:r>
              <a:rPr lang="en-US"/>
              <a:t> </a:t>
            </a:r>
          </a:p>
        </p:txBody>
      </p:sp>
      <p:sp>
        <p:nvSpPr>
          <p:cNvPr id="4" name="Title 3">
            <a:extLst>
              <a:ext uri="{FF2B5EF4-FFF2-40B4-BE49-F238E27FC236}">
                <a16:creationId xmlns:a16="http://schemas.microsoft.com/office/drawing/2014/main" id="{7042B958-80D1-C9E1-5F67-1120B73BDADA}"/>
              </a:ext>
            </a:extLst>
          </p:cNvPr>
          <p:cNvSpPr>
            <a:spLocks noGrp="1"/>
          </p:cNvSpPr>
          <p:nvPr>
            <p:ph type="ctrTitle"/>
          </p:nvPr>
        </p:nvSpPr>
        <p:spPr/>
        <p:txBody>
          <a:bodyPr/>
          <a:lstStyle/>
          <a:p>
            <a:endParaRPr lang="en-US"/>
          </a:p>
        </p:txBody>
      </p:sp>
      <p:sp>
        <p:nvSpPr>
          <p:cNvPr id="5" name="Subtitle 4">
            <a:extLst>
              <a:ext uri="{FF2B5EF4-FFF2-40B4-BE49-F238E27FC236}">
                <a16:creationId xmlns:a16="http://schemas.microsoft.com/office/drawing/2014/main" id="{B12BED4C-49DA-6D6D-8284-A33D2CB8313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969033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6FAA7B93-BDD5-1587-10A3-C3A4BE6A56F4}"/>
              </a:ext>
            </a:extLst>
          </p:cNvPr>
          <p:cNvSpPr>
            <a:spLocks noGrp="1"/>
          </p:cNvSpPr>
          <p:nvPr>
            <p:ph type="pic" sz="quarter" idx="27"/>
          </p:nvPr>
        </p:nvSpPr>
        <p:spPr/>
        <p:txBody>
          <a:bodyPr/>
          <a:lstStyle/>
          <a:p>
            <a:endParaRPr lang="en-US"/>
          </a:p>
        </p:txBody>
      </p:sp>
      <p:sp>
        <p:nvSpPr>
          <p:cNvPr id="3" name="Title 2">
            <a:extLst>
              <a:ext uri="{FF2B5EF4-FFF2-40B4-BE49-F238E27FC236}">
                <a16:creationId xmlns:a16="http://schemas.microsoft.com/office/drawing/2014/main" id="{5097A536-FE4A-C1CB-9A2A-7F7D51F50742}"/>
              </a:ext>
            </a:extLst>
          </p:cNvPr>
          <p:cNvSpPr>
            <a:spLocks noGrp="1"/>
          </p:cNvSpPr>
          <p:nvPr>
            <p:ph type="ctrTitle"/>
          </p:nvPr>
        </p:nvSpPr>
        <p:spPr/>
        <p:txBody>
          <a:bodyPr/>
          <a:lstStyle/>
          <a:p>
            <a:endParaRPr lang="en-US"/>
          </a:p>
        </p:txBody>
      </p:sp>
      <p:sp>
        <p:nvSpPr>
          <p:cNvPr id="4" name="Subtitle 3">
            <a:extLst>
              <a:ext uri="{FF2B5EF4-FFF2-40B4-BE49-F238E27FC236}">
                <a16:creationId xmlns:a16="http://schemas.microsoft.com/office/drawing/2014/main" id="{2A5608DE-0F2D-08B7-ECBC-7CD41E9B208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27307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46C6CA4-3B89-3E61-C72D-718776A9082B}"/>
              </a:ext>
            </a:extLst>
          </p:cNvPr>
          <p:cNvSpPr>
            <a:spLocks noGrp="1"/>
          </p:cNvSpPr>
          <p:nvPr>
            <p:ph type="pic" sz="quarter" idx="27"/>
          </p:nvPr>
        </p:nvSpPr>
        <p:spPr/>
        <p:txBody>
          <a:bodyPr/>
          <a:lstStyle/>
          <a:p>
            <a:endParaRPr lang="en-US"/>
          </a:p>
        </p:txBody>
      </p:sp>
      <p:sp>
        <p:nvSpPr>
          <p:cNvPr id="3" name="Title 2">
            <a:extLst>
              <a:ext uri="{FF2B5EF4-FFF2-40B4-BE49-F238E27FC236}">
                <a16:creationId xmlns:a16="http://schemas.microsoft.com/office/drawing/2014/main" id="{7DA4607B-AB5D-EB8E-8F04-56FB36011AEB}"/>
              </a:ext>
            </a:extLst>
          </p:cNvPr>
          <p:cNvSpPr>
            <a:spLocks noGrp="1"/>
          </p:cNvSpPr>
          <p:nvPr>
            <p:ph type="ctrTitle"/>
          </p:nvPr>
        </p:nvSpPr>
        <p:spPr/>
        <p:txBody>
          <a:bodyPr/>
          <a:lstStyle/>
          <a:p>
            <a:endParaRPr lang="en-US"/>
          </a:p>
        </p:txBody>
      </p:sp>
      <p:sp>
        <p:nvSpPr>
          <p:cNvPr id="4" name="Subtitle 3">
            <a:extLst>
              <a:ext uri="{FF2B5EF4-FFF2-40B4-BE49-F238E27FC236}">
                <a16:creationId xmlns:a16="http://schemas.microsoft.com/office/drawing/2014/main" id="{33124023-4136-787D-283B-673965A32B3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102577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3F41928-1738-D95D-4225-1DD0FACB2E53}"/>
              </a:ext>
            </a:extLst>
          </p:cNvPr>
          <p:cNvSpPr>
            <a:spLocks noGrp="1"/>
          </p:cNvSpPr>
          <p:nvPr>
            <p:ph type="title"/>
          </p:nvPr>
        </p:nvSpPr>
        <p:spPr/>
        <p:txBody>
          <a:bodyPr/>
          <a:lstStyle/>
          <a:p>
            <a:endParaRPr lang="en-US"/>
          </a:p>
        </p:txBody>
      </p:sp>
      <p:sp>
        <p:nvSpPr>
          <p:cNvPr id="6" name="Subtitle 5">
            <a:extLst>
              <a:ext uri="{FF2B5EF4-FFF2-40B4-BE49-F238E27FC236}">
                <a16:creationId xmlns:a16="http://schemas.microsoft.com/office/drawing/2014/main" id="{5A200A27-FA14-104A-ECD6-412A9229BA6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070098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95AF0DCB-AEAC-E003-6D27-37D8BB3465E0}"/>
              </a:ext>
            </a:extLst>
          </p:cNvPr>
          <p:cNvSpPr>
            <a:spLocks noGrp="1"/>
          </p:cNvSpPr>
          <p:nvPr>
            <p:ph type="body" sz="quarter" idx="29"/>
          </p:nvPr>
        </p:nvSpPr>
        <p:spPr/>
        <p:txBody>
          <a:bodyPr/>
          <a:lstStyle/>
          <a:p>
            <a:endParaRPr lang="en-US"/>
          </a:p>
        </p:txBody>
      </p:sp>
      <p:sp>
        <p:nvSpPr>
          <p:cNvPr id="5" name="Title 4">
            <a:extLst>
              <a:ext uri="{FF2B5EF4-FFF2-40B4-BE49-F238E27FC236}">
                <a16:creationId xmlns:a16="http://schemas.microsoft.com/office/drawing/2014/main" id="{A4A511B5-8884-DC35-0296-68BD5AAC5E6F}"/>
              </a:ext>
            </a:extLst>
          </p:cNvPr>
          <p:cNvSpPr>
            <a:spLocks noGrp="1"/>
          </p:cNvSpPr>
          <p:nvPr>
            <p:ph type="ctrTitle"/>
          </p:nvPr>
        </p:nvSpPr>
        <p:spPr/>
        <p:txBody>
          <a:bodyPr/>
          <a:lstStyle/>
          <a:p>
            <a:endParaRPr lang="en-US"/>
          </a:p>
        </p:txBody>
      </p:sp>
      <p:sp>
        <p:nvSpPr>
          <p:cNvPr id="6" name="Subtitle 5">
            <a:extLst>
              <a:ext uri="{FF2B5EF4-FFF2-40B4-BE49-F238E27FC236}">
                <a16:creationId xmlns:a16="http://schemas.microsoft.com/office/drawing/2014/main" id="{AA233731-F6D9-ABFE-357C-B33D84B9F5A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114762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9D20D31-F6F7-FFE2-A15F-55B6956A1608}"/>
              </a:ext>
            </a:extLst>
          </p:cNvPr>
          <p:cNvSpPr>
            <a:spLocks noGrp="1"/>
          </p:cNvSpPr>
          <p:nvPr>
            <p:ph type="body" sz="quarter" idx="29"/>
          </p:nvPr>
        </p:nvSpPr>
        <p:spPr/>
        <p:txBody>
          <a:bodyPr/>
          <a:lstStyle/>
          <a:p>
            <a:endParaRPr lang="en-US"/>
          </a:p>
        </p:txBody>
      </p:sp>
      <p:sp>
        <p:nvSpPr>
          <p:cNvPr id="5" name="Title 4">
            <a:extLst>
              <a:ext uri="{FF2B5EF4-FFF2-40B4-BE49-F238E27FC236}">
                <a16:creationId xmlns:a16="http://schemas.microsoft.com/office/drawing/2014/main" id="{E2027DFC-2D8F-7C80-9149-86F7ECAC5331}"/>
              </a:ext>
            </a:extLst>
          </p:cNvPr>
          <p:cNvSpPr>
            <a:spLocks noGrp="1"/>
          </p:cNvSpPr>
          <p:nvPr>
            <p:ph type="ctrTitle"/>
          </p:nvPr>
        </p:nvSpPr>
        <p:spPr/>
        <p:txBody>
          <a:bodyPr/>
          <a:lstStyle/>
          <a:p>
            <a:endParaRPr lang="en-US"/>
          </a:p>
        </p:txBody>
      </p:sp>
      <p:sp>
        <p:nvSpPr>
          <p:cNvPr id="6" name="Subtitle 5">
            <a:extLst>
              <a:ext uri="{FF2B5EF4-FFF2-40B4-BE49-F238E27FC236}">
                <a16:creationId xmlns:a16="http://schemas.microsoft.com/office/drawing/2014/main" id="{855C0848-D148-4826-8354-D3D4434B020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562770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4459549-AB15-ADC5-A76F-F5B3E4185DED}"/>
              </a:ext>
            </a:extLst>
          </p:cNvPr>
          <p:cNvSpPr>
            <a:spLocks noGrp="1"/>
          </p:cNvSpPr>
          <p:nvPr>
            <p:ph type="body" sz="quarter" idx="29"/>
          </p:nvPr>
        </p:nvSpPr>
        <p:spPr/>
        <p:txBody>
          <a:bodyPr/>
          <a:lstStyle/>
          <a:p>
            <a:endParaRPr lang="en-US"/>
          </a:p>
        </p:txBody>
      </p:sp>
      <p:sp>
        <p:nvSpPr>
          <p:cNvPr id="5" name="Title 4">
            <a:extLst>
              <a:ext uri="{FF2B5EF4-FFF2-40B4-BE49-F238E27FC236}">
                <a16:creationId xmlns:a16="http://schemas.microsoft.com/office/drawing/2014/main" id="{60FEFFBB-A828-DAC5-0769-C22E78916513}"/>
              </a:ext>
            </a:extLst>
          </p:cNvPr>
          <p:cNvSpPr>
            <a:spLocks noGrp="1"/>
          </p:cNvSpPr>
          <p:nvPr>
            <p:ph type="ctrTitle"/>
          </p:nvPr>
        </p:nvSpPr>
        <p:spPr/>
        <p:txBody>
          <a:bodyPr/>
          <a:lstStyle/>
          <a:p>
            <a:endParaRPr lang="en-US"/>
          </a:p>
        </p:txBody>
      </p:sp>
      <p:sp>
        <p:nvSpPr>
          <p:cNvPr id="6" name="Subtitle 5">
            <a:extLst>
              <a:ext uri="{FF2B5EF4-FFF2-40B4-BE49-F238E27FC236}">
                <a16:creationId xmlns:a16="http://schemas.microsoft.com/office/drawing/2014/main" id="{3FA5853E-BDA4-1923-C8D2-949BB6A122E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4633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94A145A-961C-7DDC-14CB-6BA88121C7B9}"/>
              </a:ext>
            </a:extLst>
          </p:cNvPr>
          <p:cNvSpPr>
            <a:spLocks noGrp="1"/>
          </p:cNvSpPr>
          <p:nvPr>
            <p:ph type="body" sz="quarter" idx="29"/>
          </p:nvPr>
        </p:nvSpPr>
        <p:spPr/>
        <p:txBody>
          <a:bodyPr/>
          <a:lstStyle/>
          <a:p>
            <a:endParaRPr lang="en-US"/>
          </a:p>
        </p:txBody>
      </p:sp>
      <p:sp>
        <p:nvSpPr>
          <p:cNvPr id="5" name="Title 4">
            <a:extLst>
              <a:ext uri="{FF2B5EF4-FFF2-40B4-BE49-F238E27FC236}">
                <a16:creationId xmlns:a16="http://schemas.microsoft.com/office/drawing/2014/main" id="{2A2400B5-5E30-C2F0-E010-B0D2F89AE9CC}"/>
              </a:ext>
            </a:extLst>
          </p:cNvPr>
          <p:cNvSpPr>
            <a:spLocks noGrp="1"/>
          </p:cNvSpPr>
          <p:nvPr>
            <p:ph type="ctrTitle"/>
          </p:nvPr>
        </p:nvSpPr>
        <p:spPr/>
        <p:txBody>
          <a:bodyPr/>
          <a:lstStyle/>
          <a:p>
            <a:endParaRPr lang="en-US"/>
          </a:p>
        </p:txBody>
      </p:sp>
      <p:sp>
        <p:nvSpPr>
          <p:cNvPr id="6" name="Subtitle 5">
            <a:extLst>
              <a:ext uri="{FF2B5EF4-FFF2-40B4-BE49-F238E27FC236}">
                <a16:creationId xmlns:a16="http://schemas.microsoft.com/office/drawing/2014/main" id="{C79CB545-1069-BBB7-7C59-F411C7CE206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29407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64019-1037-4DCD-339C-6FE893F7613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84D5725-2183-9BBD-718C-89D1F4BA8315}"/>
              </a:ext>
            </a:extLst>
          </p:cNvPr>
          <p:cNvSpPr>
            <a:spLocks noGrp="1"/>
          </p:cNvSpPr>
          <p:nvPr>
            <p:ph type="body" sz="quarter" idx="29"/>
          </p:nvPr>
        </p:nvSpPr>
        <p:spPr/>
        <p:txBody>
          <a:bodyPr/>
          <a:lstStyle/>
          <a:p>
            <a:r>
              <a:rPr lang="en-US"/>
              <a:t>02</a:t>
            </a:r>
          </a:p>
        </p:txBody>
      </p:sp>
      <p:sp>
        <p:nvSpPr>
          <p:cNvPr id="3" name="Title 2">
            <a:extLst>
              <a:ext uri="{FF2B5EF4-FFF2-40B4-BE49-F238E27FC236}">
                <a16:creationId xmlns:a16="http://schemas.microsoft.com/office/drawing/2014/main" id="{59CCDC9A-FA71-1E5C-BC8E-FCD801C405E2}"/>
              </a:ext>
            </a:extLst>
          </p:cNvPr>
          <p:cNvSpPr>
            <a:spLocks noGrp="1"/>
          </p:cNvSpPr>
          <p:nvPr>
            <p:ph type="ctrTitle"/>
          </p:nvPr>
        </p:nvSpPr>
        <p:spPr/>
        <p:txBody>
          <a:bodyPr/>
          <a:lstStyle/>
          <a:p>
            <a:r>
              <a:rPr lang="en-US"/>
              <a:t>TABLE OF CONTENTS, AGENDA, AND </a:t>
            </a:r>
            <a:br>
              <a:rPr lang="en-US"/>
            </a:br>
            <a:r>
              <a:rPr lang="en-US"/>
              <a:t>OBJECTIVE SLIDES</a:t>
            </a:r>
          </a:p>
        </p:txBody>
      </p:sp>
    </p:spTree>
    <p:extLst>
      <p:ext uri="{BB962C8B-B14F-4D97-AF65-F5344CB8AC3E}">
        <p14:creationId xmlns:p14="http://schemas.microsoft.com/office/powerpoint/2010/main" val="24675603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C05F8-8A52-D1DB-F5A0-9877682B6BB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3A17D70-7FAF-9626-BC3A-5D3341B107C2}"/>
              </a:ext>
            </a:extLst>
          </p:cNvPr>
          <p:cNvSpPr>
            <a:spLocks noGrp="1"/>
          </p:cNvSpPr>
          <p:nvPr>
            <p:ph type="body" sz="quarter" idx="29"/>
          </p:nvPr>
        </p:nvSpPr>
        <p:spPr/>
        <p:txBody>
          <a:bodyPr/>
          <a:lstStyle/>
          <a:p>
            <a:endParaRPr lang="en-US"/>
          </a:p>
        </p:txBody>
      </p:sp>
      <p:sp>
        <p:nvSpPr>
          <p:cNvPr id="4" name="Subtitle 3">
            <a:extLst>
              <a:ext uri="{FF2B5EF4-FFF2-40B4-BE49-F238E27FC236}">
                <a16:creationId xmlns:a16="http://schemas.microsoft.com/office/drawing/2014/main" id="{F4C8279A-F598-777C-61D8-9A20518D8F53}"/>
              </a:ext>
            </a:extLst>
          </p:cNvPr>
          <p:cNvSpPr>
            <a:spLocks noGrp="1"/>
          </p:cNvSpPr>
          <p:nvPr>
            <p:ph type="subTitle" idx="1"/>
          </p:nvPr>
        </p:nvSpPr>
        <p:spPr/>
        <p:txBody>
          <a:bodyPr/>
          <a:lstStyle/>
          <a:p>
            <a:endParaRPr lang="en-US"/>
          </a:p>
        </p:txBody>
      </p:sp>
      <p:sp>
        <p:nvSpPr>
          <p:cNvPr id="5" name="Text Placeholder 4">
            <a:extLst>
              <a:ext uri="{FF2B5EF4-FFF2-40B4-BE49-F238E27FC236}">
                <a16:creationId xmlns:a16="http://schemas.microsoft.com/office/drawing/2014/main" id="{55E22726-9A4E-8745-8B8C-F1FEC25E261B}"/>
              </a:ext>
            </a:extLst>
          </p:cNvPr>
          <p:cNvSpPr>
            <a:spLocks noGrp="1"/>
          </p:cNvSpPr>
          <p:nvPr>
            <p:ph type="body" sz="quarter" idx="30"/>
          </p:nvPr>
        </p:nvSpPr>
        <p:spPr/>
        <p:txBody>
          <a:bodyPr/>
          <a:lstStyle/>
          <a:p>
            <a:endParaRPr lang="en-US"/>
          </a:p>
        </p:txBody>
      </p:sp>
      <p:sp>
        <p:nvSpPr>
          <p:cNvPr id="6" name="Text Placeholder 5">
            <a:extLst>
              <a:ext uri="{FF2B5EF4-FFF2-40B4-BE49-F238E27FC236}">
                <a16:creationId xmlns:a16="http://schemas.microsoft.com/office/drawing/2014/main" id="{6C4AF954-9E61-E509-E65F-8E7972079E86}"/>
              </a:ext>
            </a:extLst>
          </p:cNvPr>
          <p:cNvSpPr>
            <a:spLocks noGrp="1"/>
          </p:cNvSpPr>
          <p:nvPr>
            <p:ph type="body" sz="quarter" idx="35"/>
          </p:nvPr>
        </p:nvSpPr>
        <p:spPr/>
        <p:txBody>
          <a:bodyPr/>
          <a:lstStyle/>
          <a:p>
            <a:endParaRPr lang="en-US"/>
          </a:p>
        </p:txBody>
      </p:sp>
      <p:sp>
        <p:nvSpPr>
          <p:cNvPr id="7" name="Text Placeholder 6">
            <a:extLst>
              <a:ext uri="{FF2B5EF4-FFF2-40B4-BE49-F238E27FC236}">
                <a16:creationId xmlns:a16="http://schemas.microsoft.com/office/drawing/2014/main" id="{425C1FB6-ABEB-D4CD-5D2C-CE8A55AEF6F3}"/>
              </a:ext>
            </a:extLst>
          </p:cNvPr>
          <p:cNvSpPr>
            <a:spLocks noGrp="1"/>
          </p:cNvSpPr>
          <p:nvPr>
            <p:ph type="body" sz="quarter" idx="31"/>
          </p:nvPr>
        </p:nvSpPr>
        <p:spPr/>
        <p:txBody>
          <a:bodyPr/>
          <a:lstStyle/>
          <a:p>
            <a:endParaRPr lang="en-US"/>
          </a:p>
        </p:txBody>
      </p:sp>
      <p:sp>
        <p:nvSpPr>
          <p:cNvPr id="8" name="Text Placeholder 7">
            <a:extLst>
              <a:ext uri="{FF2B5EF4-FFF2-40B4-BE49-F238E27FC236}">
                <a16:creationId xmlns:a16="http://schemas.microsoft.com/office/drawing/2014/main" id="{6F36DCE9-C2BE-C843-2B92-A9FDBE5B415B}"/>
              </a:ext>
            </a:extLst>
          </p:cNvPr>
          <p:cNvSpPr>
            <a:spLocks noGrp="1"/>
          </p:cNvSpPr>
          <p:nvPr>
            <p:ph type="body" sz="quarter" idx="36"/>
          </p:nvPr>
        </p:nvSpPr>
        <p:spPr/>
        <p:txBody>
          <a:bodyPr/>
          <a:lstStyle/>
          <a:p>
            <a:endParaRPr lang="en-US"/>
          </a:p>
        </p:txBody>
      </p:sp>
      <p:sp>
        <p:nvSpPr>
          <p:cNvPr id="9" name="Text Placeholder 8">
            <a:extLst>
              <a:ext uri="{FF2B5EF4-FFF2-40B4-BE49-F238E27FC236}">
                <a16:creationId xmlns:a16="http://schemas.microsoft.com/office/drawing/2014/main" id="{708D6B94-E676-25BE-F34F-53F129D4AE61}"/>
              </a:ext>
            </a:extLst>
          </p:cNvPr>
          <p:cNvSpPr>
            <a:spLocks noGrp="1"/>
          </p:cNvSpPr>
          <p:nvPr>
            <p:ph type="body" sz="quarter" idx="37"/>
          </p:nvPr>
        </p:nvSpPr>
        <p:spPr/>
        <p:txBody>
          <a:bodyPr/>
          <a:lstStyle/>
          <a:p>
            <a:endParaRPr lang="en-US"/>
          </a:p>
        </p:txBody>
      </p:sp>
      <p:sp>
        <p:nvSpPr>
          <p:cNvPr id="10" name="Text Placeholder 9">
            <a:extLst>
              <a:ext uri="{FF2B5EF4-FFF2-40B4-BE49-F238E27FC236}">
                <a16:creationId xmlns:a16="http://schemas.microsoft.com/office/drawing/2014/main" id="{267DAF93-2C45-6A91-CC08-28418E548D3E}"/>
              </a:ext>
            </a:extLst>
          </p:cNvPr>
          <p:cNvSpPr>
            <a:spLocks noGrp="1"/>
          </p:cNvSpPr>
          <p:nvPr>
            <p:ph type="body" sz="quarter" idx="44"/>
          </p:nvPr>
        </p:nvSpPr>
        <p:spPr/>
        <p:txBody>
          <a:bodyPr/>
          <a:lstStyle/>
          <a:p>
            <a:endParaRPr lang="en-US"/>
          </a:p>
        </p:txBody>
      </p:sp>
    </p:spTree>
    <p:extLst>
      <p:ext uri="{BB962C8B-B14F-4D97-AF65-F5344CB8AC3E}">
        <p14:creationId xmlns:p14="http://schemas.microsoft.com/office/powerpoint/2010/main" val="40420385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B7278-66D4-2B6D-584A-170DDFD5AC0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7544FFE-7FF9-DCE3-DCD5-0033CE15CD89}"/>
              </a:ext>
            </a:extLst>
          </p:cNvPr>
          <p:cNvSpPr>
            <a:spLocks noGrp="1"/>
          </p:cNvSpPr>
          <p:nvPr>
            <p:ph type="body" sz="quarter" idx="29"/>
          </p:nvPr>
        </p:nvSpPr>
        <p:spPr/>
        <p:txBody>
          <a:bodyPr/>
          <a:lstStyle/>
          <a:p>
            <a:endParaRPr lang="en-US"/>
          </a:p>
        </p:txBody>
      </p:sp>
      <p:sp>
        <p:nvSpPr>
          <p:cNvPr id="4" name="Subtitle 3">
            <a:extLst>
              <a:ext uri="{FF2B5EF4-FFF2-40B4-BE49-F238E27FC236}">
                <a16:creationId xmlns:a16="http://schemas.microsoft.com/office/drawing/2014/main" id="{646C4961-19AC-CD33-1F76-5946882534B5}"/>
              </a:ext>
            </a:extLst>
          </p:cNvPr>
          <p:cNvSpPr>
            <a:spLocks noGrp="1"/>
          </p:cNvSpPr>
          <p:nvPr>
            <p:ph type="subTitle" idx="1"/>
          </p:nvPr>
        </p:nvSpPr>
        <p:spPr/>
        <p:txBody>
          <a:bodyPr/>
          <a:lstStyle/>
          <a:p>
            <a:endParaRPr lang="en-US"/>
          </a:p>
        </p:txBody>
      </p:sp>
      <p:sp>
        <p:nvSpPr>
          <p:cNvPr id="5" name="Text Placeholder 4">
            <a:extLst>
              <a:ext uri="{FF2B5EF4-FFF2-40B4-BE49-F238E27FC236}">
                <a16:creationId xmlns:a16="http://schemas.microsoft.com/office/drawing/2014/main" id="{BED3D963-6C5B-2929-69F0-58C2C2263021}"/>
              </a:ext>
            </a:extLst>
          </p:cNvPr>
          <p:cNvSpPr>
            <a:spLocks noGrp="1"/>
          </p:cNvSpPr>
          <p:nvPr>
            <p:ph type="body" sz="quarter" idx="30"/>
          </p:nvPr>
        </p:nvSpPr>
        <p:spPr/>
        <p:txBody>
          <a:bodyPr/>
          <a:lstStyle/>
          <a:p>
            <a:endParaRPr lang="en-US"/>
          </a:p>
        </p:txBody>
      </p:sp>
      <p:sp>
        <p:nvSpPr>
          <p:cNvPr id="6" name="Text Placeholder 5">
            <a:extLst>
              <a:ext uri="{FF2B5EF4-FFF2-40B4-BE49-F238E27FC236}">
                <a16:creationId xmlns:a16="http://schemas.microsoft.com/office/drawing/2014/main" id="{5DC66D9F-7368-5A9D-D87C-B5CD63465565}"/>
              </a:ext>
            </a:extLst>
          </p:cNvPr>
          <p:cNvSpPr>
            <a:spLocks noGrp="1"/>
          </p:cNvSpPr>
          <p:nvPr>
            <p:ph type="body" sz="quarter" idx="35"/>
          </p:nvPr>
        </p:nvSpPr>
        <p:spPr/>
        <p:txBody>
          <a:bodyPr/>
          <a:lstStyle/>
          <a:p>
            <a:endParaRPr lang="en-US"/>
          </a:p>
        </p:txBody>
      </p:sp>
      <p:sp>
        <p:nvSpPr>
          <p:cNvPr id="7" name="Text Placeholder 6">
            <a:extLst>
              <a:ext uri="{FF2B5EF4-FFF2-40B4-BE49-F238E27FC236}">
                <a16:creationId xmlns:a16="http://schemas.microsoft.com/office/drawing/2014/main" id="{9852862F-7B22-E37E-DBC3-4E8DF722EF96}"/>
              </a:ext>
            </a:extLst>
          </p:cNvPr>
          <p:cNvSpPr>
            <a:spLocks noGrp="1"/>
          </p:cNvSpPr>
          <p:nvPr>
            <p:ph type="body" sz="quarter" idx="31"/>
          </p:nvPr>
        </p:nvSpPr>
        <p:spPr/>
        <p:txBody>
          <a:bodyPr/>
          <a:lstStyle/>
          <a:p>
            <a:endParaRPr lang="en-US"/>
          </a:p>
        </p:txBody>
      </p:sp>
      <p:sp>
        <p:nvSpPr>
          <p:cNvPr id="8" name="Text Placeholder 7">
            <a:extLst>
              <a:ext uri="{FF2B5EF4-FFF2-40B4-BE49-F238E27FC236}">
                <a16:creationId xmlns:a16="http://schemas.microsoft.com/office/drawing/2014/main" id="{E5FF41DD-0D91-91E5-05AC-31C3C19C1763}"/>
              </a:ext>
            </a:extLst>
          </p:cNvPr>
          <p:cNvSpPr>
            <a:spLocks noGrp="1"/>
          </p:cNvSpPr>
          <p:nvPr>
            <p:ph type="body" sz="quarter" idx="36"/>
          </p:nvPr>
        </p:nvSpPr>
        <p:spPr/>
        <p:txBody>
          <a:bodyPr/>
          <a:lstStyle/>
          <a:p>
            <a:endParaRPr lang="en-US"/>
          </a:p>
        </p:txBody>
      </p:sp>
      <p:sp>
        <p:nvSpPr>
          <p:cNvPr id="9" name="Text Placeholder 8">
            <a:extLst>
              <a:ext uri="{FF2B5EF4-FFF2-40B4-BE49-F238E27FC236}">
                <a16:creationId xmlns:a16="http://schemas.microsoft.com/office/drawing/2014/main" id="{93ECDC09-E134-6FE7-48D0-4DF271B47D3B}"/>
              </a:ext>
            </a:extLst>
          </p:cNvPr>
          <p:cNvSpPr>
            <a:spLocks noGrp="1"/>
          </p:cNvSpPr>
          <p:nvPr>
            <p:ph type="body" sz="quarter" idx="37"/>
          </p:nvPr>
        </p:nvSpPr>
        <p:spPr/>
        <p:txBody>
          <a:bodyPr/>
          <a:lstStyle/>
          <a:p>
            <a:endParaRPr lang="en-US"/>
          </a:p>
        </p:txBody>
      </p:sp>
      <p:sp>
        <p:nvSpPr>
          <p:cNvPr id="10" name="Text Placeholder 9">
            <a:extLst>
              <a:ext uri="{FF2B5EF4-FFF2-40B4-BE49-F238E27FC236}">
                <a16:creationId xmlns:a16="http://schemas.microsoft.com/office/drawing/2014/main" id="{8BEE02C0-FA4F-1E9E-8B58-71EB36C3FC86}"/>
              </a:ext>
            </a:extLst>
          </p:cNvPr>
          <p:cNvSpPr>
            <a:spLocks noGrp="1"/>
          </p:cNvSpPr>
          <p:nvPr>
            <p:ph type="body" sz="quarter" idx="44"/>
          </p:nvPr>
        </p:nvSpPr>
        <p:spPr/>
        <p:txBody>
          <a:bodyPr/>
          <a:lstStyle/>
          <a:p>
            <a:endParaRPr lang="en-US"/>
          </a:p>
        </p:txBody>
      </p:sp>
      <p:sp>
        <p:nvSpPr>
          <p:cNvPr id="11" name="Text Placeholder 10">
            <a:extLst>
              <a:ext uri="{FF2B5EF4-FFF2-40B4-BE49-F238E27FC236}">
                <a16:creationId xmlns:a16="http://schemas.microsoft.com/office/drawing/2014/main" id="{08B25C9C-181B-C571-B467-ED03DD150250}"/>
              </a:ext>
            </a:extLst>
          </p:cNvPr>
          <p:cNvSpPr>
            <a:spLocks noGrp="1"/>
          </p:cNvSpPr>
          <p:nvPr>
            <p:ph type="body" sz="quarter" idx="38"/>
          </p:nvPr>
        </p:nvSpPr>
        <p:spPr/>
        <p:txBody>
          <a:bodyPr/>
          <a:lstStyle/>
          <a:p>
            <a:endParaRPr lang="en-US"/>
          </a:p>
        </p:txBody>
      </p:sp>
      <p:sp>
        <p:nvSpPr>
          <p:cNvPr id="12" name="Text Placeholder 11">
            <a:extLst>
              <a:ext uri="{FF2B5EF4-FFF2-40B4-BE49-F238E27FC236}">
                <a16:creationId xmlns:a16="http://schemas.microsoft.com/office/drawing/2014/main" id="{21D6AF3A-4A30-F46D-FC73-E7BDF338FDBA}"/>
              </a:ext>
            </a:extLst>
          </p:cNvPr>
          <p:cNvSpPr>
            <a:spLocks noGrp="1"/>
          </p:cNvSpPr>
          <p:nvPr>
            <p:ph type="body" sz="quarter" idx="40"/>
          </p:nvPr>
        </p:nvSpPr>
        <p:spPr/>
        <p:txBody>
          <a:bodyPr/>
          <a:lstStyle/>
          <a:p>
            <a:endParaRPr lang="en-US"/>
          </a:p>
        </p:txBody>
      </p:sp>
      <p:sp>
        <p:nvSpPr>
          <p:cNvPr id="13" name="Text Placeholder 12">
            <a:extLst>
              <a:ext uri="{FF2B5EF4-FFF2-40B4-BE49-F238E27FC236}">
                <a16:creationId xmlns:a16="http://schemas.microsoft.com/office/drawing/2014/main" id="{3324540D-38D1-E4C4-0229-6FE205BE5A12}"/>
              </a:ext>
            </a:extLst>
          </p:cNvPr>
          <p:cNvSpPr>
            <a:spLocks noGrp="1"/>
          </p:cNvSpPr>
          <p:nvPr>
            <p:ph type="body" sz="quarter" idx="39"/>
          </p:nvPr>
        </p:nvSpPr>
        <p:spPr/>
        <p:txBody>
          <a:bodyPr/>
          <a:lstStyle/>
          <a:p>
            <a:endParaRPr lang="en-US"/>
          </a:p>
        </p:txBody>
      </p:sp>
      <p:sp>
        <p:nvSpPr>
          <p:cNvPr id="14" name="Text Placeholder 13">
            <a:extLst>
              <a:ext uri="{FF2B5EF4-FFF2-40B4-BE49-F238E27FC236}">
                <a16:creationId xmlns:a16="http://schemas.microsoft.com/office/drawing/2014/main" id="{A061A4D6-2038-9B76-2F8A-90D4372F6492}"/>
              </a:ext>
            </a:extLst>
          </p:cNvPr>
          <p:cNvSpPr>
            <a:spLocks noGrp="1"/>
          </p:cNvSpPr>
          <p:nvPr>
            <p:ph type="body" sz="quarter" idx="41"/>
          </p:nvPr>
        </p:nvSpPr>
        <p:spPr/>
        <p:txBody>
          <a:bodyPr/>
          <a:lstStyle/>
          <a:p>
            <a:endParaRPr lang="en-US"/>
          </a:p>
        </p:txBody>
      </p:sp>
      <p:sp>
        <p:nvSpPr>
          <p:cNvPr id="15" name="Text Placeholder 14">
            <a:extLst>
              <a:ext uri="{FF2B5EF4-FFF2-40B4-BE49-F238E27FC236}">
                <a16:creationId xmlns:a16="http://schemas.microsoft.com/office/drawing/2014/main" id="{C8241159-06F3-5EB8-8323-208F1CFA3695}"/>
              </a:ext>
            </a:extLst>
          </p:cNvPr>
          <p:cNvSpPr>
            <a:spLocks noGrp="1"/>
          </p:cNvSpPr>
          <p:nvPr>
            <p:ph type="body" sz="quarter" idx="42"/>
          </p:nvPr>
        </p:nvSpPr>
        <p:spPr/>
        <p:txBody>
          <a:bodyPr/>
          <a:lstStyle/>
          <a:p>
            <a:endParaRPr lang="en-US"/>
          </a:p>
        </p:txBody>
      </p:sp>
      <p:sp>
        <p:nvSpPr>
          <p:cNvPr id="16" name="Text Placeholder 15">
            <a:extLst>
              <a:ext uri="{FF2B5EF4-FFF2-40B4-BE49-F238E27FC236}">
                <a16:creationId xmlns:a16="http://schemas.microsoft.com/office/drawing/2014/main" id="{62F22D83-8230-07DF-9AA7-2D35E3938E9C}"/>
              </a:ext>
            </a:extLst>
          </p:cNvPr>
          <p:cNvSpPr>
            <a:spLocks noGrp="1"/>
          </p:cNvSpPr>
          <p:nvPr>
            <p:ph type="body" sz="quarter" idx="43"/>
          </p:nvPr>
        </p:nvSpPr>
        <p:spPr/>
        <p:txBody>
          <a:bodyPr/>
          <a:lstStyle/>
          <a:p>
            <a:endParaRPr lang="en-US"/>
          </a:p>
        </p:txBody>
      </p:sp>
      <p:sp>
        <p:nvSpPr>
          <p:cNvPr id="17" name="Text Placeholder 16">
            <a:extLst>
              <a:ext uri="{FF2B5EF4-FFF2-40B4-BE49-F238E27FC236}">
                <a16:creationId xmlns:a16="http://schemas.microsoft.com/office/drawing/2014/main" id="{DDF2BBE4-17AA-6CB5-411E-84A873234031}"/>
              </a:ext>
            </a:extLst>
          </p:cNvPr>
          <p:cNvSpPr>
            <a:spLocks noGrp="1"/>
          </p:cNvSpPr>
          <p:nvPr>
            <p:ph type="body" sz="quarter" idx="45"/>
          </p:nvPr>
        </p:nvSpPr>
        <p:spPr/>
        <p:txBody>
          <a:bodyPr/>
          <a:lstStyle/>
          <a:p>
            <a:endParaRPr lang="en-US"/>
          </a:p>
        </p:txBody>
      </p:sp>
      <p:sp>
        <p:nvSpPr>
          <p:cNvPr id="18" name="Text Placeholder 17">
            <a:extLst>
              <a:ext uri="{FF2B5EF4-FFF2-40B4-BE49-F238E27FC236}">
                <a16:creationId xmlns:a16="http://schemas.microsoft.com/office/drawing/2014/main" id="{FA7AFADE-8F17-035B-F59B-0A3C4F11B7E6}"/>
              </a:ext>
            </a:extLst>
          </p:cNvPr>
          <p:cNvSpPr>
            <a:spLocks noGrp="1"/>
          </p:cNvSpPr>
          <p:nvPr>
            <p:ph type="body" sz="quarter" idx="46"/>
          </p:nvPr>
        </p:nvSpPr>
        <p:spPr/>
        <p:txBody>
          <a:bodyPr/>
          <a:lstStyle/>
          <a:p>
            <a:endParaRPr lang="en-US"/>
          </a:p>
        </p:txBody>
      </p:sp>
    </p:spTree>
    <p:extLst>
      <p:ext uri="{BB962C8B-B14F-4D97-AF65-F5344CB8AC3E}">
        <p14:creationId xmlns:p14="http://schemas.microsoft.com/office/powerpoint/2010/main" val="16443098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A1D02-05A6-A1FB-CFD9-8D4AAA0DC6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E5C66F0-0E8F-5ADF-5EA4-7BE602375092}"/>
              </a:ext>
            </a:extLst>
          </p:cNvPr>
          <p:cNvSpPr>
            <a:spLocks noGrp="1"/>
          </p:cNvSpPr>
          <p:nvPr>
            <p:ph idx="10"/>
          </p:nvPr>
        </p:nvSpPr>
        <p:spPr/>
        <p:txBody>
          <a:bodyPr/>
          <a:lstStyle/>
          <a:p>
            <a:endParaRPr lang="en-US"/>
          </a:p>
        </p:txBody>
      </p:sp>
      <p:sp>
        <p:nvSpPr>
          <p:cNvPr id="4" name="Content Placeholder 3">
            <a:extLst>
              <a:ext uri="{FF2B5EF4-FFF2-40B4-BE49-F238E27FC236}">
                <a16:creationId xmlns:a16="http://schemas.microsoft.com/office/drawing/2014/main" id="{FCABAEC4-3B1E-9BA6-C8B9-DE9D1E1875B8}"/>
              </a:ext>
            </a:extLst>
          </p:cNvPr>
          <p:cNvSpPr>
            <a:spLocks noGrp="1"/>
          </p:cNvSpPr>
          <p:nvPr>
            <p:ph idx="1"/>
          </p:nvPr>
        </p:nvSpPr>
        <p:spPr/>
        <p:txBody>
          <a:bodyPr/>
          <a:lstStyle/>
          <a:p>
            <a:endParaRPr lang="en-US"/>
          </a:p>
        </p:txBody>
      </p:sp>
      <p:sp>
        <p:nvSpPr>
          <p:cNvPr id="5" name="Content Placeholder 4">
            <a:extLst>
              <a:ext uri="{FF2B5EF4-FFF2-40B4-BE49-F238E27FC236}">
                <a16:creationId xmlns:a16="http://schemas.microsoft.com/office/drawing/2014/main" id="{E3C35BFE-D3B8-1198-EB43-09AC22FFCA81}"/>
              </a:ext>
            </a:extLst>
          </p:cNvPr>
          <p:cNvSpPr>
            <a:spLocks noGrp="1"/>
          </p:cNvSpPr>
          <p:nvPr>
            <p:ph idx="12"/>
          </p:nvPr>
        </p:nvSpPr>
        <p:spPr/>
        <p:txBody>
          <a:bodyPr/>
          <a:lstStyle/>
          <a:p>
            <a:endParaRPr lang="en-US"/>
          </a:p>
        </p:txBody>
      </p:sp>
      <p:sp>
        <p:nvSpPr>
          <p:cNvPr id="6" name="Content Placeholder 5">
            <a:extLst>
              <a:ext uri="{FF2B5EF4-FFF2-40B4-BE49-F238E27FC236}">
                <a16:creationId xmlns:a16="http://schemas.microsoft.com/office/drawing/2014/main" id="{C64AC357-ADC3-37FF-6E29-A5FB4D258F13}"/>
              </a:ext>
            </a:extLst>
          </p:cNvPr>
          <p:cNvSpPr>
            <a:spLocks noGrp="1"/>
          </p:cNvSpPr>
          <p:nvPr>
            <p:ph idx="11"/>
          </p:nvPr>
        </p:nvSpPr>
        <p:spPr/>
        <p:txBody>
          <a:bodyPr/>
          <a:lstStyle/>
          <a:p>
            <a:endParaRPr lang="en-US"/>
          </a:p>
        </p:txBody>
      </p:sp>
      <p:sp>
        <p:nvSpPr>
          <p:cNvPr id="7" name="Content Placeholder 6">
            <a:extLst>
              <a:ext uri="{FF2B5EF4-FFF2-40B4-BE49-F238E27FC236}">
                <a16:creationId xmlns:a16="http://schemas.microsoft.com/office/drawing/2014/main" id="{D642C260-A9F4-0FAF-631C-FC0DFD694795}"/>
              </a:ext>
            </a:extLst>
          </p:cNvPr>
          <p:cNvSpPr>
            <a:spLocks noGrp="1"/>
          </p:cNvSpPr>
          <p:nvPr>
            <p:ph idx="14"/>
          </p:nvPr>
        </p:nvSpPr>
        <p:spPr/>
        <p:txBody>
          <a:bodyPr/>
          <a:lstStyle/>
          <a:p>
            <a:endParaRPr lang="en-US"/>
          </a:p>
        </p:txBody>
      </p:sp>
      <p:sp>
        <p:nvSpPr>
          <p:cNvPr id="8" name="Content Placeholder 7">
            <a:extLst>
              <a:ext uri="{FF2B5EF4-FFF2-40B4-BE49-F238E27FC236}">
                <a16:creationId xmlns:a16="http://schemas.microsoft.com/office/drawing/2014/main" id="{4A82CE47-774C-ED3A-9541-FD8654897C64}"/>
              </a:ext>
            </a:extLst>
          </p:cNvPr>
          <p:cNvSpPr>
            <a:spLocks noGrp="1"/>
          </p:cNvSpPr>
          <p:nvPr>
            <p:ph idx="13"/>
          </p:nvPr>
        </p:nvSpPr>
        <p:spPr/>
        <p:txBody>
          <a:bodyPr/>
          <a:lstStyle/>
          <a:p>
            <a:endParaRPr lang="en-US"/>
          </a:p>
        </p:txBody>
      </p:sp>
      <p:sp>
        <p:nvSpPr>
          <p:cNvPr id="9" name="Content Placeholder 8">
            <a:extLst>
              <a:ext uri="{FF2B5EF4-FFF2-40B4-BE49-F238E27FC236}">
                <a16:creationId xmlns:a16="http://schemas.microsoft.com/office/drawing/2014/main" id="{F9D78D64-16EA-4420-7DE0-5C599DD4B3DD}"/>
              </a:ext>
            </a:extLst>
          </p:cNvPr>
          <p:cNvSpPr>
            <a:spLocks noGrp="1"/>
          </p:cNvSpPr>
          <p:nvPr>
            <p:ph idx="16"/>
          </p:nvPr>
        </p:nvSpPr>
        <p:spPr/>
        <p:txBody>
          <a:bodyPr/>
          <a:lstStyle/>
          <a:p>
            <a:endParaRPr lang="en-US"/>
          </a:p>
        </p:txBody>
      </p:sp>
      <p:sp>
        <p:nvSpPr>
          <p:cNvPr id="10" name="Content Placeholder 9">
            <a:extLst>
              <a:ext uri="{FF2B5EF4-FFF2-40B4-BE49-F238E27FC236}">
                <a16:creationId xmlns:a16="http://schemas.microsoft.com/office/drawing/2014/main" id="{ED15CEB5-F238-F80F-A179-198BC2E6B566}"/>
              </a:ext>
            </a:extLst>
          </p:cNvPr>
          <p:cNvSpPr>
            <a:spLocks noGrp="1"/>
          </p:cNvSpPr>
          <p:nvPr>
            <p:ph idx="15"/>
          </p:nvPr>
        </p:nvSpPr>
        <p:spPr/>
        <p:txBody>
          <a:bodyPr/>
          <a:lstStyle/>
          <a:p>
            <a:endParaRPr lang="en-US"/>
          </a:p>
        </p:txBody>
      </p:sp>
      <p:sp>
        <p:nvSpPr>
          <p:cNvPr id="11" name="Content Placeholder 10">
            <a:extLst>
              <a:ext uri="{FF2B5EF4-FFF2-40B4-BE49-F238E27FC236}">
                <a16:creationId xmlns:a16="http://schemas.microsoft.com/office/drawing/2014/main" id="{1AA4143E-C926-325F-F225-90509734E895}"/>
              </a:ext>
            </a:extLst>
          </p:cNvPr>
          <p:cNvSpPr>
            <a:spLocks noGrp="1"/>
          </p:cNvSpPr>
          <p:nvPr>
            <p:ph idx="18"/>
          </p:nvPr>
        </p:nvSpPr>
        <p:spPr/>
        <p:txBody>
          <a:bodyPr/>
          <a:lstStyle/>
          <a:p>
            <a:endParaRPr lang="en-US"/>
          </a:p>
        </p:txBody>
      </p:sp>
      <p:sp>
        <p:nvSpPr>
          <p:cNvPr id="12" name="Content Placeholder 11">
            <a:extLst>
              <a:ext uri="{FF2B5EF4-FFF2-40B4-BE49-F238E27FC236}">
                <a16:creationId xmlns:a16="http://schemas.microsoft.com/office/drawing/2014/main" id="{EA698688-02CC-AB55-196D-C4CB927EBC29}"/>
              </a:ext>
            </a:extLst>
          </p:cNvPr>
          <p:cNvSpPr>
            <a:spLocks noGrp="1"/>
          </p:cNvSpPr>
          <p:nvPr>
            <p:ph idx="17"/>
          </p:nvPr>
        </p:nvSpPr>
        <p:spPr/>
        <p:txBody>
          <a:bodyPr/>
          <a:lstStyle/>
          <a:p>
            <a:endParaRPr lang="en-US"/>
          </a:p>
        </p:txBody>
      </p:sp>
      <p:sp>
        <p:nvSpPr>
          <p:cNvPr id="13" name="Content Placeholder 12">
            <a:extLst>
              <a:ext uri="{FF2B5EF4-FFF2-40B4-BE49-F238E27FC236}">
                <a16:creationId xmlns:a16="http://schemas.microsoft.com/office/drawing/2014/main" id="{5F738772-FCF0-1A63-F87F-DA8C969E9CCA}"/>
              </a:ext>
            </a:extLst>
          </p:cNvPr>
          <p:cNvSpPr>
            <a:spLocks noGrp="1"/>
          </p:cNvSpPr>
          <p:nvPr>
            <p:ph idx="20"/>
          </p:nvPr>
        </p:nvSpPr>
        <p:spPr/>
        <p:txBody>
          <a:bodyPr/>
          <a:lstStyle/>
          <a:p>
            <a:endParaRPr lang="en-US"/>
          </a:p>
        </p:txBody>
      </p:sp>
      <p:sp>
        <p:nvSpPr>
          <p:cNvPr id="14" name="Content Placeholder 13">
            <a:extLst>
              <a:ext uri="{FF2B5EF4-FFF2-40B4-BE49-F238E27FC236}">
                <a16:creationId xmlns:a16="http://schemas.microsoft.com/office/drawing/2014/main" id="{24F06EF0-9584-93D0-1A37-EDFC1F756469}"/>
              </a:ext>
            </a:extLst>
          </p:cNvPr>
          <p:cNvSpPr>
            <a:spLocks noGrp="1"/>
          </p:cNvSpPr>
          <p:nvPr>
            <p:ph idx="19"/>
          </p:nvPr>
        </p:nvSpPr>
        <p:spPr/>
        <p:txBody>
          <a:bodyPr/>
          <a:lstStyle/>
          <a:p>
            <a:endParaRPr lang="en-US"/>
          </a:p>
        </p:txBody>
      </p:sp>
      <p:sp>
        <p:nvSpPr>
          <p:cNvPr id="15" name="Content Placeholder 14">
            <a:extLst>
              <a:ext uri="{FF2B5EF4-FFF2-40B4-BE49-F238E27FC236}">
                <a16:creationId xmlns:a16="http://schemas.microsoft.com/office/drawing/2014/main" id="{B0D8B08E-C6AF-C065-93E0-1DD1AF007FC2}"/>
              </a:ext>
            </a:extLst>
          </p:cNvPr>
          <p:cNvSpPr>
            <a:spLocks noGrp="1"/>
          </p:cNvSpPr>
          <p:nvPr>
            <p:ph idx="22"/>
          </p:nvPr>
        </p:nvSpPr>
        <p:spPr/>
        <p:txBody>
          <a:bodyPr/>
          <a:lstStyle/>
          <a:p>
            <a:endParaRPr lang="en-US"/>
          </a:p>
        </p:txBody>
      </p:sp>
      <p:sp>
        <p:nvSpPr>
          <p:cNvPr id="16" name="Content Placeholder 15">
            <a:extLst>
              <a:ext uri="{FF2B5EF4-FFF2-40B4-BE49-F238E27FC236}">
                <a16:creationId xmlns:a16="http://schemas.microsoft.com/office/drawing/2014/main" id="{AEE00AF4-A03C-1018-F52D-2F7A2A728797}"/>
              </a:ext>
            </a:extLst>
          </p:cNvPr>
          <p:cNvSpPr>
            <a:spLocks noGrp="1"/>
          </p:cNvSpPr>
          <p:nvPr>
            <p:ph idx="21"/>
          </p:nvPr>
        </p:nvSpPr>
        <p:spPr/>
        <p:txBody>
          <a:bodyPr/>
          <a:lstStyle/>
          <a:p>
            <a:endParaRPr lang="en-US"/>
          </a:p>
        </p:txBody>
      </p:sp>
      <p:sp>
        <p:nvSpPr>
          <p:cNvPr id="17" name="Content Placeholder 16">
            <a:extLst>
              <a:ext uri="{FF2B5EF4-FFF2-40B4-BE49-F238E27FC236}">
                <a16:creationId xmlns:a16="http://schemas.microsoft.com/office/drawing/2014/main" id="{FDC9AEF2-9CE2-FAE8-4891-6D550011B1E5}"/>
              </a:ext>
            </a:extLst>
          </p:cNvPr>
          <p:cNvSpPr>
            <a:spLocks noGrp="1"/>
          </p:cNvSpPr>
          <p:nvPr>
            <p:ph idx="24"/>
          </p:nvPr>
        </p:nvSpPr>
        <p:spPr/>
        <p:txBody>
          <a:bodyPr/>
          <a:lstStyle/>
          <a:p>
            <a:endParaRPr lang="en-US"/>
          </a:p>
        </p:txBody>
      </p:sp>
      <p:sp>
        <p:nvSpPr>
          <p:cNvPr id="18" name="Content Placeholder 17">
            <a:extLst>
              <a:ext uri="{FF2B5EF4-FFF2-40B4-BE49-F238E27FC236}">
                <a16:creationId xmlns:a16="http://schemas.microsoft.com/office/drawing/2014/main" id="{003286F8-23D8-9A81-F34C-96C6F655074F}"/>
              </a:ext>
            </a:extLst>
          </p:cNvPr>
          <p:cNvSpPr>
            <a:spLocks noGrp="1"/>
          </p:cNvSpPr>
          <p:nvPr>
            <p:ph idx="23"/>
          </p:nvPr>
        </p:nvSpPr>
        <p:spPr/>
        <p:txBody>
          <a:bodyPr/>
          <a:lstStyle/>
          <a:p>
            <a:endParaRPr lang="en-US"/>
          </a:p>
        </p:txBody>
      </p:sp>
      <p:sp>
        <p:nvSpPr>
          <p:cNvPr id="19" name="Content Placeholder 18">
            <a:extLst>
              <a:ext uri="{FF2B5EF4-FFF2-40B4-BE49-F238E27FC236}">
                <a16:creationId xmlns:a16="http://schemas.microsoft.com/office/drawing/2014/main" id="{587C13E2-F154-8B58-36C5-A94D273675F2}"/>
              </a:ext>
            </a:extLst>
          </p:cNvPr>
          <p:cNvSpPr>
            <a:spLocks noGrp="1"/>
          </p:cNvSpPr>
          <p:nvPr>
            <p:ph idx="26"/>
          </p:nvPr>
        </p:nvSpPr>
        <p:spPr/>
        <p:txBody>
          <a:bodyPr/>
          <a:lstStyle/>
          <a:p>
            <a:endParaRPr lang="en-US"/>
          </a:p>
        </p:txBody>
      </p:sp>
      <p:sp>
        <p:nvSpPr>
          <p:cNvPr id="20" name="Content Placeholder 19">
            <a:extLst>
              <a:ext uri="{FF2B5EF4-FFF2-40B4-BE49-F238E27FC236}">
                <a16:creationId xmlns:a16="http://schemas.microsoft.com/office/drawing/2014/main" id="{1F2E95FE-59F8-EBD7-4B05-026D194E1619}"/>
              </a:ext>
            </a:extLst>
          </p:cNvPr>
          <p:cNvSpPr>
            <a:spLocks noGrp="1"/>
          </p:cNvSpPr>
          <p:nvPr>
            <p:ph idx="25"/>
          </p:nvPr>
        </p:nvSpPr>
        <p:spPr/>
        <p:txBody>
          <a:bodyPr/>
          <a:lstStyle/>
          <a:p>
            <a:endParaRPr lang="en-US"/>
          </a:p>
        </p:txBody>
      </p:sp>
    </p:spTree>
    <p:extLst>
      <p:ext uri="{BB962C8B-B14F-4D97-AF65-F5344CB8AC3E}">
        <p14:creationId xmlns:p14="http://schemas.microsoft.com/office/powerpoint/2010/main" val="14929492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362FC-989F-41F8-58B4-6847ABA06E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A4DF8E9-4125-CB14-AF16-014A0AD244A1}"/>
              </a:ext>
            </a:extLst>
          </p:cNvPr>
          <p:cNvSpPr>
            <a:spLocks noGrp="1"/>
          </p:cNvSpPr>
          <p:nvPr>
            <p:ph sz="quarter" idx="10"/>
          </p:nvPr>
        </p:nvSpPr>
        <p:spPr/>
        <p:txBody>
          <a:bodyPr/>
          <a:lstStyle/>
          <a:p>
            <a:endParaRPr lang="en-US"/>
          </a:p>
        </p:txBody>
      </p:sp>
    </p:spTree>
    <p:extLst>
      <p:ext uri="{BB962C8B-B14F-4D97-AF65-F5344CB8AC3E}">
        <p14:creationId xmlns:p14="http://schemas.microsoft.com/office/powerpoint/2010/main" val="41829773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BF3FD-B886-9613-836B-814ACAEAE75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2E048F-63A6-C841-2E33-E2226DA713FC}"/>
              </a:ext>
            </a:extLst>
          </p:cNvPr>
          <p:cNvSpPr>
            <a:spLocks noGrp="1"/>
          </p:cNvSpPr>
          <p:nvPr>
            <p:ph sz="quarter" idx="10"/>
          </p:nvPr>
        </p:nvSpPr>
        <p:spPr/>
        <p:txBody>
          <a:bodyPr/>
          <a:lstStyle/>
          <a:p>
            <a:endParaRPr lang="en-US"/>
          </a:p>
        </p:txBody>
      </p:sp>
    </p:spTree>
    <p:extLst>
      <p:ext uri="{BB962C8B-B14F-4D97-AF65-F5344CB8AC3E}">
        <p14:creationId xmlns:p14="http://schemas.microsoft.com/office/powerpoint/2010/main" val="6408823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7F2FC-A4F5-9DF4-B8C7-0DF86662DC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601147-EA89-669C-D932-D90E18CE4CA0}"/>
              </a:ext>
            </a:extLst>
          </p:cNvPr>
          <p:cNvSpPr>
            <a:spLocks noGrp="1"/>
          </p:cNvSpPr>
          <p:nvPr>
            <p:ph sz="quarter" idx="10"/>
          </p:nvPr>
        </p:nvSpPr>
        <p:spPr/>
        <p:txBody>
          <a:bodyPr/>
          <a:lstStyle/>
          <a:p>
            <a:endParaRPr lang="en-US" dirty="0"/>
          </a:p>
        </p:txBody>
      </p:sp>
    </p:spTree>
    <p:extLst>
      <p:ext uri="{BB962C8B-B14F-4D97-AF65-F5344CB8AC3E}">
        <p14:creationId xmlns:p14="http://schemas.microsoft.com/office/powerpoint/2010/main" val="21612570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6C0C99-102C-169D-F435-CCBB66D65F07}"/>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0E033CAC-42DC-C3BF-FF11-14778FB121D8}"/>
              </a:ext>
            </a:extLst>
          </p:cNvPr>
          <p:cNvSpPr>
            <a:spLocks noGrp="1"/>
          </p:cNvSpPr>
          <p:nvPr>
            <p:ph sz="quarter" idx="10"/>
          </p:nvPr>
        </p:nvSpPr>
        <p:spPr/>
        <p:txBody>
          <a:bodyPr/>
          <a:lstStyle/>
          <a:p>
            <a:endParaRPr lang="en-US"/>
          </a:p>
        </p:txBody>
      </p:sp>
    </p:spTree>
    <p:extLst>
      <p:ext uri="{BB962C8B-B14F-4D97-AF65-F5344CB8AC3E}">
        <p14:creationId xmlns:p14="http://schemas.microsoft.com/office/powerpoint/2010/main" val="39019511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7DAD0E-F073-2BDA-5BFC-B20DB8533D79}"/>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C9C36299-8E0F-0BF0-27F9-1A402D6839EF}"/>
              </a:ext>
            </a:extLst>
          </p:cNvPr>
          <p:cNvSpPr>
            <a:spLocks noGrp="1"/>
          </p:cNvSpPr>
          <p:nvPr>
            <p:ph sz="quarter" idx="10"/>
          </p:nvPr>
        </p:nvSpPr>
        <p:spPr/>
        <p:txBody>
          <a:bodyPr/>
          <a:lstStyle/>
          <a:p>
            <a:endParaRPr lang="en-US"/>
          </a:p>
        </p:txBody>
      </p:sp>
    </p:spTree>
    <p:extLst>
      <p:ext uri="{BB962C8B-B14F-4D97-AF65-F5344CB8AC3E}">
        <p14:creationId xmlns:p14="http://schemas.microsoft.com/office/powerpoint/2010/main" val="5734619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9697C-B477-4E56-3B9C-B70CD7B6FEE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B7B7BCE-56ED-F211-7A50-E8E0D4C16210}"/>
              </a:ext>
            </a:extLst>
          </p:cNvPr>
          <p:cNvSpPr>
            <a:spLocks noGrp="1"/>
          </p:cNvSpPr>
          <p:nvPr>
            <p:ph type="body" sz="quarter" idx="29"/>
          </p:nvPr>
        </p:nvSpPr>
        <p:spPr/>
        <p:txBody>
          <a:bodyPr/>
          <a:lstStyle/>
          <a:p>
            <a:r>
              <a:rPr lang="en-US" dirty="0"/>
              <a:t>03</a:t>
            </a:r>
          </a:p>
        </p:txBody>
      </p:sp>
      <p:sp>
        <p:nvSpPr>
          <p:cNvPr id="3" name="Title 2">
            <a:extLst>
              <a:ext uri="{FF2B5EF4-FFF2-40B4-BE49-F238E27FC236}">
                <a16:creationId xmlns:a16="http://schemas.microsoft.com/office/drawing/2014/main" id="{5BDE6388-C721-FCD3-D245-9DD3FCAB494D}"/>
              </a:ext>
            </a:extLst>
          </p:cNvPr>
          <p:cNvSpPr>
            <a:spLocks noGrp="1"/>
          </p:cNvSpPr>
          <p:nvPr>
            <p:ph type="ctrTitle"/>
          </p:nvPr>
        </p:nvSpPr>
        <p:spPr/>
        <p:txBody>
          <a:bodyPr/>
          <a:lstStyle/>
          <a:p>
            <a:r>
              <a:rPr lang="en-US"/>
              <a:t>TEXT &amp; IMAGE</a:t>
            </a:r>
            <a:br>
              <a:rPr lang="en-US"/>
            </a:br>
            <a:r>
              <a:rPr lang="en-US"/>
              <a:t>LAYOUT SLIDES</a:t>
            </a:r>
          </a:p>
        </p:txBody>
      </p:sp>
    </p:spTree>
    <p:extLst>
      <p:ext uri="{BB962C8B-B14F-4D97-AF65-F5344CB8AC3E}">
        <p14:creationId xmlns:p14="http://schemas.microsoft.com/office/powerpoint/2010/main" val="30061270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BB0C3-71C8-966C-A092-E707F1980BC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BD2EA3-AE58-BCEB-0F22-17FFAEFAF917}"/>
              </a:ext>
            </a:extLst>
          </p:cNvPr>
          <p:cNvSpPr>
            <a:spLocks noGrp="1"/>
          </p:cNvSpPr>
          <p:nvPr>
            <p:ph sz="quarter" idx="13"/>
          </p:nvPr>
        </p:nvSpPr>
        <p:spPr/>
        <p:txBody>
          <a:bodyPr>
            <a:normAutofit/>
          </a:bodyPr>
          <a:lstStyle/>
          <a:p>
            <a:pPr marL="137160" indent="-137160"/>
            <a:endParaRPr lang="en-US" sz="2000"/>
          </a:p>
        </p:txBody>
      </p:sp>
    </p:spTree>
    <p:extLst>
      <p:ext uri="{BB962C8B-B14F-4D97-AF65-F5344CB8AC3E}">
        <p14:creationId xmlns:p14="http://schemas.microsoft.com/office/powerpoint/2010/main" val="24425122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192AE3-2C15-ED67-BD5F-ABB97A8DD2B8}"/>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E7601559-0C9B-E9D6-74B6-D457CA781340}"/>
              </a:ext>
            </a:extLst>
          </p:cNvPr>
          <p:cNvSpPr>
            <a:spLocks noGrp="1"/>
          </p:cNvSpPr>
          <p:nvPr>
            <p:ph sz="quarter" idx="13"/>
          </p:nvPr>
        </p:nvSpPr>
        <p:spPr/>
        <p:txBody>
          <a:bodyPr>
            <a:normAutofit/>
          </a:bodyPr>
          <a:lstStyle/>
          <a:p>
            <a:pPr marL="137160" indent="-137160"/>
            <a:endParaRPr lang="en-US" sz="2000"/>
          </a:p>
        </p:txBody>
      </p:sp>
    </p:spTree>
    <p:extLst>
      <p:ext uri="{BB962C8B-B14F-4D97-AF65-F5344CB8AC3E}">
        <p14:creationId xmlns:p14="http://schemas.microsoft.com/office/powerpoint/2010/main" val="23472936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9A4D86-0185-A13A-F528-EAC426A49D2F}"/>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E74FCA82-2CCF-9737-F515-D3A5F9B45AD2}"/>
              </a:ext>
            </a:extLst>
          </p:cNvPr>
          <p:cNvSpPr>
            <a:spLocks noGrp="1"/>
          </p:cNvSpPr>
          <p:nvPr>
            <p:ph sz="quarter" idx="13"/>
          </p:nvPr>
        </p:nvSpPr>
        <p:spPr/>
        <p:txBody>
          <a:bodyPr>
            <a:normAutofit/>
          </a:bodyPr>
          <a:lstStyle/>
          <a:p>
            <a:pPr marL="137160" indent="-137160"/>
            <a:endParaRPr lang="en-US" sz="2000"/>
          </a:p>
        </p:txBody>
      </p:sp>
    </p:spTree>
    <p:extLst>
      <p:ext uri="{BB962C8B-B14F-4D97-AF65-F5344CB8AC3E}">
        <p14:creationId xmlns:p14="http://schemas.microsoft.com/office/powerpoint/2010/main" val="28726475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38F3F-7A54-49BB-4586-D3ED0895383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9AFCFF-1183-5916-2C33-B746A07FBD92}"/>
              </a:ext>
            </a:extLst>
          </p:cNvPr>
          <p:cNvSpPr>
            <a:spLocks noGrp="1"/>
          </p:cNvSpPr>
          <p:nvPr>
            <p:ph sz="half" idx="30"/>
          </p:nvPr>
        </p:nvSpPr>
        <p:spPr/>
        <p:txBody>
          <a:bodyPr/>
          <a:lstStyle/>
          <a:p>
            <a:endParaRPr lang="en-US"/>
          </a:p>
        </p:txBody>
      </p:sp>
      <p:sp>
        <p:nvSpPr>
          <p:cNvPr id="4" name="Text Placeholder 3">
            <a:extLst>
              <a:ext uri="{FF2B5EF4-FFF2-40B4-BE49-F238E27FC236}">
                <a16:creationId xmlns:a16="http://schemas.microsoft.com/office/drawing/2014/main" id="{81838D0E-CE63-44B1-CE60-ACA500B2C065}"/>
              </a:ext>
            </a:extLst>
          </p:cNvPr>
          <p:cNvSpPr>
            <a:spLocks noGrp="1"/>
          </p:cNvSpPr>
          <p:nvPr>
            <p:ph type="body" sz="quarter" idx="53"/>
          </p:nvPr>
        </p:nvSpPr>
        <p:spPr/>
        <p:txBody>
          <a:bodyPr/>
          <a:lstStyle/>
          <a:p>
            <a:endParaRPr lang="en-US"/>
          </a:p>
        </p:txBody>
      </p:sp>
      <p:sp>
        <p:nvSpPr>
          <p:cNvPr id="5" name="Content Placeholder 4">
            <a:extLst>
              <a:ext uri="{FF2B5EF4-FFF2-40B4-BE49-F238E27FC236}">
                <a16:creationId xmlns:a16="http://schemas.microsoft.com/office/drawing/2014/main" id="{A485BCAA-59F6-2BF7-56CD-2874E29DD3C8}"/>
              </a:ext>
            </a:extLst>
          </p:cNvPr>
          <p:cNvSpPr>
            <a:spLocks noGrp="1"/>
          </p:cNvSpPr>
          <p:nvPr>
            <p:ph sz="half" idx="51"/>
          </p:nvPr>
        </p:nvSpPr>
        <p:spPr/>
        <p:txBody>
          <a:bodyPr/>
          <a:lstStyle/>
          <a:p>
            <a:pPr marL="137160" indent="-137160"/>
            <a:endParaRPr lang="en-US"/>
          </a:p>
        </p:txBody>
      </p:sp>
      <p:sp>
        <p:nvSpPr>
          <p:cNvPr id="6" name="Content Placeholder 5">
            <a:extLst>
              <a:ext uri="{FF2B5EF4-FFF2-40B4-BE49-F238E27FC236}">
                <a16:creationId xmlns:a16="http://schemas.microsoft.com/office/drawing/2014/main" id="{B82307C3-11D4-B6E0-DD57-FC0C352C01B8}"/>
              </a:ext>
            </a:extLst>
          </p:cNvPr>
          <p:cNvSpPr>
            <a:spLocks noGrp="1"/>
          </p:cNvSpPr>
          <p:nvPr>
            <p:ph sz="half" idx="57"/>
          </p:nvPr>
        </p:nvSpPr>
        <p:spPr/>
        <p:txBody>
          <a:bodyPr/>
          <a:lstStyle/>
          <a:p>
            <a:endParaRPr lang="en-US"/>
          </a:p>
        </p:txBody>
      </p:sp>
      <p:sp>
        <p:nvSpPr>
          <p:cNvPr id="7" name="Text Placeholder 6">
            <a:extLst>
              <a:ext uri="{FF2B5EF4-FFF2-40B4-BE49-F238E27FC236}">
                <a16:creationId xmlns:a16="http://schemas.microsoft.com/office/drawing/2014/main" id="{67401019-06EA-036F-AE8C-8ECE32CFF54C}"/>
              </a:ext>
            </a:extLst>
          </p:cNvPr>
          <p:cNvSpPr>
            <a:spLocks noGrp="1"/>
          </p:cNvSpPr>
          <p:nvPr>
            <p:ph type="body" sz="quarter" idx="36"/>
          </p:nvPr>
        </p:nvSpPr>
        <p:spPr/>
        <p:txBody>
          <a:bodyPr/>
          <a:lstStyle/>
          <a:p>
            <a:endParaRPr lang="en-US"/>
          </a:p>
        </p:txBody>
      </p:sp>
      <p:sp>
        <p:nvSpPr>
          <p:cNvPr id="8" name="Content Placeholder 7">
            <a:extLst>
              <a:ext uri="{FF2B5EF4-FFF2-40B4-BE49-F238E27FC236}">
                <a16:creationId xmlns:a16="http://schemas.microsoft.com/office/drawing/2014/main" id="{3F02CBCD-2E23-A360-4235-DC3C6B20A657}"/>
              </a:ext>
            </a:extLst>
          </p:cNvPr>
          <p:cNvSpPr>
            <a:spLocks noGrp="1"/>
          </p:cNvSpPr>
          <p:nvPr>
            <p:ph sz="half" idx="34"/>
          </p:nvPr>
        </p:nvSpPr>
        <p:spPr/>
        <p:txBody>
          <a:bodyPr>
            <a:normAutofit/>
          </a:bodyPr>
          <a:lstStyle/>
          <a:p>
            <a:pPr marL="137160" indent="-137160"/>
            <a:endParaRPr lang="en-US"/>
          </a:p>
        </p:txBody>
      </p:sp>
      <p:sp>
        <p:nvSpPr>
          <p:cNvPr id="9" name="Content Placeholder 8">
            <a:extLst>
              <a:ext uri="{FF2B5EF4-FFF2-40B4-BE49-F238E27FC236}">
                <a16:creationId xmlns:a16="http://schemas.microsoft.com/office/drawing/2014/main" id="{B293698C-BB69-519F-E5E6-757DDFA9FFE0}"/>
              </a:ext>
            </a:extLst>
          </p:cNvPr>
          <p:cNvSpPr>
            <a:spLocks noGrp="1"/>
          </p:cNvSpPr>
          <p:nvPr>
            <p:ph sz="half" idx="58"/>
          </p:nvPr>
        </p:nvSpPr>
        <p:spPr/>
        <p:txBody>
          <a:bodyPr/>
          <a:lstStyle/>
          <a:p>
            <a:endParaRPr lang="en-US"/>
          </a:p>
        </p:txBody>
      </p:sp>
      <p:sp>
        <p:nvSpPr>
          <p:cNvPr id="10" name="Text Placeholder 9">
            <a:extLst>
              <a:ext uri="{FF2B5EF4-FFF2-40B4-BE49-F238E27FC236}">
                <a16:creationId xmlns:a16="http://schemas.microsoft.com/office/drawing/2014/main" id="{AF5AF1B4-982D-C290-3C8E-398AD14BE43C}"/>
              </a:ext>
            </a:extLst>
          </p:cNvPr>
          <p:cNvSpPr>
            <a:spLocks noGrp="1"/>
          </p:cNvSpPr>
          <p:nvPr>
            <p:ph type="body" sz="quarter" idx="56"/>
          </p:nvPr>
        </p:nvSpPr>
        <p:spPr/>
        <p:txBody>
          <a:bodyPr/>
          <a:lstStyle/>
          <a:p>
            <a:endParaRPr lang="en-US"/>
          </a:p>
        </p:txBody>
      </p:sp>
      <p:sp>
        <p:nvSpPr>
          <p:cNvPr id="11" name="Content Placeholder 10">
            <a:extLst>
              <a:ext uri="{FF2B5EF4-FFF2-40B4-BE49-F238E27FC236}">
                <a16:creationId xmlns:a16="http://schemas.microsoft.com/office/drawing/2014/main" id="{97536691-8E4E-7E00-CB87-78173A5045EE}"/>
              </a:ext>
            </a:extLst>
          </p:cNvPr>
          <p:cNvSpPr>
            <a:spLocks noGrp="1"/>
          </p:cNvSpPr>
          <p:nvPr>
            <p:ph sz="half" idx="54"/>
          </p:nvPr>
        </p:nvSpPr>
        <p:spPr/>
        <p:txBody>
          <a:bodyPr/>
          <a:lstStyle/>
          <a:p>
            <a:pPr marL="137160" indent="-137160"/>
            <a:endParaRPr lang="en-US"/>
          </a:p>
        </p:txBody>
      </p:sp>
    </p:spTree>
    <p:extLst>
      <p:ext uri="{BB962C8B-B14F-4D97-AF65-F5344CB8AC3E}">
        <p14:creationId xmlns:p14="http://schemas.microsoft.com/office/powerpoint/2010/main" val="40838504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7FCB7-B1C8-461B-B72C-F3471CBD6692}"/>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277031E3-1968-5D13-9071-E1AE9ADDCDB0}"/>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2731DEA3-53F2-7DB1-E4CF-94EE8F69E868}"/>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37C1912B-603F-0CCC-82AE-670DAD844C04}"/>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AF549115-714C-7221-E09E-FA9534C9C3A2}"/>
              </a:ext>
            </a:extLst>
          </p:cNvPr>
          <p:cNvSpPr>
            <a:spLocks noGrp="1"/>
          </p:cNvSpPr>
          <p:nvPr>
            <p:ph type="body" sz="quarter" idx="24"/>
          </p:nvPr>
        </p:nvSpPr>
        <p:spPr/>
        <p:txBody>
          <a:bodyPr/>
          <a:lstStyle/>
          <a:p>
            <a:endParaRPr lang="en-US"/>
          </a:p>
        </p:txBody>
      </p:sp>
      <p:sp>
        <p:nvSpPr>
          <p:cNvPr id="7" name="Text Placeholder 6">
            <a:extLst>
              <a:ext uri="{FF2B5EF4-FFF2-40B4-BE49-F238E27FC236}">
                <a16:creationId xmlns:a16="http://schemas.microsoft.com/office/drawing/2014/main" id="{F4F386ED-9FAB-6868-6D60-3C707FBDB005}"/>
              </a:ext>
            </a:extLst>
          </p:cNvPr>
          <p:cNvSpPr>
            <a:spLocks noGrp="1"/>
          </p:cNvSpPr>
          <p:nvPr>
            <p:ph type="body" sz="quarter" idx="25"/>
          </p:nvPr>
        </p:nvSpPr>
        <p:spPr/>
        <p:txBody>
          <a:bodyPr/>
          <a:lstStyle/>
          <a:p>
            <a:endParaRPr lang="en-US"/>
          </a:p>
        </p:txBody>
      </p:sp>
      <p:sp>
        <p:nvSpPr>
          <p:cNvPr id="8" name="Text Placeholder 7">
            <a:extLst>
              <a:ext uri="{FF2B5EF4-FFF2-40B4-BE49-F238E27FC236}">
                <a16:creationId xmlns:a16="http://schemas.microsoft.com/office/drawing/2014/main" id="{92C9348B-3E55-1F11-310A-6E7B2517535E}"/>
              </a:ext>
            </a:extLst>
          </p:cNvPr>
          <p:cNvSpPr>
            <a:spLocks noGrp="1"/>
          </p:cNvSpPr>
          <p:nvPr>
            <p:ph type="body" sz="quarter" idx="26"/>
          </p:nvPr>
        </p:nvSpPr>
        <p:spPr/>
        <p:txBody>
          <a:bodyPr/>
          <a:lstStyle/>
          <a:p>
            <a:endParaRPr lang="en-US"/>
          </a:p>
        </p:txBody>
      </p:sp>
      <p:sp>
        <p:nvSpPr>
          <p:cNvPr id="18" name="Text Placeholder 17">
            <a:extLst>
              <a:ext uri="{FF2B5EF4-FFF2-40B4-BE49-F238E27FC236}">
                <a16:creationId xmlns:a16="http://schemas.microsoft.com/office/drawing/2014/main" id="{1CDE73D5-C7D4-4C0C-D917-25C8928D402C}"/>
              </a:ext>
            </a:extLst>
          </p:cNvPr>
          <p:cNvSpPr>
            <a:spLocks noGrp="1"/>
          </p:cNvSpPr>
          <p:nvPr>
            <p:ph type="body" sz="quarter" idx="27"/>
          </p:nvPr>
        </p:nvSpPr>
        <p:spPr/>
        <p:txBody>
          <a:bodyPr/>
          <a:lstStyle/>
          <a:p>
            <a:endParaRPr lang="en-US"/>
          </a:p>
        </p:txBody>
      </p:sp>
      <p:sp>
        <p:nvSpPr>
          <p:cNvPr id="19" name="Text Placeholder 18">
            <a:extLst>
              <a:ext uri="{FF2B5EF4-FFF2-40B4-BE49-F238E27FC236}">
                <a16:creationId xmlns:a16="http://schemas.microsoft.com/office/drawing/2014/main" id="{8F09D73A-3A15-40DE-EB77-77C6AA934259}"/>
              </a:ext>
            </a:extLst>
          </p:cNvPr>
          <p:cNvSpPr>
            <a:spLocks noGrp="1"/>
          </p:cNvSpPr>
          <p:nvPr>
            <p:ph type="body" sz="quarter" idx="28"/>
          </p:nvPr>
        </p:nvSpPr>
        <p:spPr/>
        <p:txBody>
          <a:bodyPr/>
          <a:lstStyle/>
          <a:p>
            <a:endParaRPr lang="en-US"/>
          </a:p>
        </p:txBody>
      </p:sp>
    </p:spTree>
    <p:extLst>
      <p:ext uri="{BB962C8B-B14F-4D97-AF65-F5344CB8AC3E}">
        <p14:creationId xmlns:p14="http://schemas.microsoft.com/office/powerpoint/2010/main" val="31839222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8144D6C-581E-0843-F851-4E3C83273442}"/>
              </a:ext>
            </a:extLst>
          </p:cNvPr>
          <p:cNvSpPr>
            <a:spLocks noGrp="1"/>
          </p:cNvSpPr>
          <p:nvPr>
            <p:ph type="title"/>
          </p:nvPr>
        </p:nvSpPr>
        <p:spPr/>
        <p:txBody>
          <a:bodyPr/>
          <a:lstStyle/>
          <a:p>
            <a:endParaRPr lang="en-US"/>
          </a:p>
        </p:txBody>
      </p:sp>
      <p:sp>
        <p:nvSpPr>
          <p:cNvPr id="11" name="Text Placeholder 10">
            <a:extLst>
              <a:ext uri="{FF2B5EF4-FFF2-40B4-BE49-F238E27FC236}">
                <a16:creationId xmlns:a16="http://schemas.microsoft.com/office/drawing/2014/main" id="{C379262C-1FFA-E816-F8F9-611AF89312E0}"/>
              </a:ext>
            </a:extLst>
          </p:cNvPr>
          <p:cNvSpPr>
            <a:spLocks noGrp="1"/>
          </p:cNvSpPr>
          <p:nvPr>
            <p:ph type="body" sz="quarter" idx="22"/>
          </p:nvPr>
        </p:nvSpPr>
        <p:spPr/>
        <p:txBody>
          <a:bodyPr/>
          <a:lstStyle/>
          <a:p>
            <a:endParaRPr lang="en-US"/>
          </a:p>
        </p:txBody>
      </p:sp>
      <p:sp>
        <p:nvSpPr>
          <p:cNvPr id="10" name="Text Placeholder 9">
            <a:extLst>
              <a:ext uri="{FF2B5EF4-FFF2-40B4-BE49-F238E27FC236}">
                <a16:creationId xmlns:a16="http://schemas.microsoft.com/office/drawing/2014/main" id="{1DD6F43F-F6AC-5929-142D-058E91734C5F}"/>
              </a:ext>
            </a:extLst>
          </p:cNvPr>
          <p:cNvSpPr>
            <a:spLocks noGrp="1"/>
          </p:cNvSpPr>
          <p:nvPr>
            <p:ph type="body" sz="quarter" idx="21"/>
          </p:nvPr>
        </p:nvSpPr>
        <p:spPr/>
        <p:txBody>
          <a:bodyPr/>
          <a:lstStyle/>
          <a:p>
            <a:endParaRPr lang="en-US"/>
          </a:p>
        </p:txBody>
      </p:sp>
      <p:sp>
        <p:nvSpPr>
          <p:cNvPr id="14" name="Text Placeholder 13">
            <a:extLst>
              <a:ext uri="{FF2B5EF4-FFF2-40B4-BE49-F238E27FC236}">
                <a16:creationId xmlns:a16="http://schemas.microsoft.com/office/drawing/2014/main" id="{3BDFB2DE-3932-72C9-6DA7-EB8BC92C0B20}"/>
              </a:ext>
            </a:extLst>
          </p:cNvPr>
          <p:cNvSpPr>
            <a:spLocks noGrp="1"/>
          </p:cNvSpPr>
          <p:nvPr>
            <p:ph type="body" sz="quarter" idx="33"/>
          </p:nvPr>
        </p:nvSpPr>
        <p:spPr/>
        <p:txBody>
          <a:bodyPr/>
          <a:lstStyle/>
          <a:p>
            <a:endParaRPr lang="en-US"/>
          </a:p>
        </p:txBody>
      </p:sp>
      <p:sp>
        <p:nvSpPr>
          <p:cNvPr id="15" name="Text Placeholder 14">
            <a:extLst>
              <a:ext uri="{FF2B5EF4-FFF2-40B4-BE49-F238E27FC236}">
                <a16:creationId xmlns:a16="http://schemas.microsoft.com/office/drawing/2014/main" id="{03513079-8E89-FA4C-0AFB-86686624F66F}"/>
              </a:ext>
            </a:extLst>
          </p:cNvPr>
          <p:cNvSpPr>
            <a:spLocks noGrp="1"/>
          </p:cNvSpPr>
          <p:nvPr>
            <p:ph type="body" sz="quarter" idx="34"/>
          </p:nvPr>
        </p:nvSpPr>
        <p:spPr/>
        <p:txBody>
          <a:bodyPr/>
          <a:lstStyle/>
          <a:p>
            <a:endParaRPr lang="en-US"/>
          </a:p>
        </p:txBody>
      </p:sp>
      <p:sp>
        <p:nvSpPr>
          <p:cNvPr id="12" name="Text Placeholder 11">
            <a:extLst>
              <a:ext uri="{FF2B5EF4-FFF2-40B4-BE49-F238E27FC236}">
                <a16:creationId xmlns:a16="http://schemas.microsoft.com/office/drawing/2014/main" id="{C2C4EA2C-7DED-8BA6-A684-0BDB9C734AF5}"/>
              </a:ext>
            </a:extLst>
          </p:cNvPr>
          <p:cNvSpPr>
            <a:spLocks noGrp="1"/>
          </p:cNvSpPr>
          <p:nvPr>
            <p:ph type="body" sz="quarter" idx="31"/>
          </p:nvPr>
        </p:nvSpPr>
        <p:spPr/>
        <p:txBody>
          <a:bodyPr/>
          <a:lstStyle/>
          <a:p>
            <a:endParaRPr lang="en-US"/>
          </a:p>
        </p:txBody>
      </p:sp>
      <p:sp>
        <p:nvSpPr>
          <p:cNvPr id="13" name="Text Placeholder 12">
            <a:extLst>
              <a:ext uri="{FF2B5EF4-FFF2-40B4-BE49-F238E27FC236}">
                <a16:creationId xmlns:a16="http://schemas.microsoft.com/office/drawing/2014/main" id="{9A737EFE-8B18-A620-148A-4F2094F0A2FF}"/>
              </a:ext>
            </a:extLst>
          </p:cNvPr>
          <p:cNvSpPr>
            <a:spLocks noGrp="1"/>
          </p:cNvSpPr>
          <p:nvPr>
            <p:ph type="body" sz="quarter" idx="32"/>
          </p:nvPr>
        </p:nvSpPr>
        <p:spPr/>
        <p:txBody>
          <a:bodyPr/>
          <a:lstStyle/>
          <a:p>
            <a:endParaRPr lang="en-US"/>
          </a:p>
        </p:txBody>
      </p:sp>
    </p:spTree>
    <p:extLst>
      <p:ext uri="{BB962C8B-B14F-4D97-AF65-F5344CB8AC3E}">
        <p14:creationId xmlns:p14="http://schemas.microsoft.com/office/powerpoint/2010/main" val="4361041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AAD54C6-D2C3-E005-B94F-26F8EF9EA693}"/>
              </a:ext>
            </a:extLst>
          </p:cNvPr>
          <p:cNvSpPr>
            <a:spLocks noGrp="1"/>
          </p:cNvSpPr>
          <p:nvPr>
            <p:ph type="title"/>
          </p:nvPr>
        </p:nvSpPr>
        <p:spPr/>
        <p:txBody>
          <a:bodyPr/>
          <a:lstStyle/>
          <a:p>
            <a:endParaRPr lang="en-US"/>
          </a:p>
        </p:txBody>
      </p:sp>
      <p:sp>
        <p:nvSpPr>
          <p:cNvPr id="9" name="Text Placeholder 8">
            <a:extLst>
              <a:ext uri="{FF2B5EF4-FFF2-40B4-BE49-F238E27FC236}">
                <a16:creationId xmlns:a16="http://schemas.microsoft.com/office/drawing/2014/main" id="{8818D060-9AF3-302B-83F2-2FF66B2A27B9}"/>
              </a:ext>
            </a:extLst>
          </p:cNvPr>
          <p:cNvSpPr>
            <a:spLocks noGrp="1"/>
          </p:cNvSpPr>
          <p:nvPr>
            <p:ph type="body" sz="quarter" idx="22"/>
          </p:nvPr>
        </p:nvSpPr>
        <p:spPr/>
        <p:txBody>
          <a:bodyPr/>
          <a:lstStyle/>
          <a:p>
            <a:endParaRPr lang="en-US"/>
          </a:p>
        </p:txBody>
      </p:sp>
      <p:sp>
        <p:nvSpPr>
          <p:cNvPr id="8" name="Text Placeholder 7">
            <a:extLst>
              <a:ext uri="{FF2B5EF4-FFF2-40B4-BE49-F238E27FC236}">
                <a16:creationId xmlns:a16="http://schemas.microsoft.com/office/drawing/2014/main" id="{87CD34E0-1B5E-CE89-7DF7-2B5D6AF15B38}"/>
              </a:ext>
            </a:extLst>
          </p:cNvPr>
          <p:cNvSpPr>
            <a:spLocks noGrp="1"/>
          </p:cNvSpPr>
          <p:nvPr>
            <p:ph type="body" sz="quarter" idx="21"/>
          </p:nvPr>
        </p:nvSpPr>
        <p:spPr/>
        <p:txBody>
          <a:bodyPr/>
          <a:lstStyle/>
          <a:p>
            <a:endParaRPr lang="en-US" dirty="0"/>
          </a:p>
        </p:txBody>
      </p:sp>
      <p:sp>
        <p:nvSpPr>
          <p:cNvPr id="10" name="Text Placeholder 9">
            <a:extLst>
              <a:ext uri="{FF2B5EF4-FFF2-40B4-BE49-F238E27FC236}">
                <a16:creationId xmlns:a16="http://schemas.microsoft.com/office/drawing/2014/main" id="{5CC98A78-A88D-4F5F-E286-EB27B645732E}"/>
              </a:ext>
            </a:extLst>
          </p:cNvPr>
          <p:cNvSpPr>
            <a:spLocks noGrp="1"/>
          </p:cNvSpPr>
          <p:nvPr>
            <p:ph type="body" sz="quarter" idx="23"/>
          </p:nvPr>
        </p:nvSpPr>
        <p:spPr/>
        <p:txBody>
          <a:bodyPr/>
          <a:lstStyle/>
          <a:p>
            <a:endParaRPr lang="en-US"/>
          </a:p>
        </p:txBody>
      </p:sp>
      <p:sp>
        <p:nvSpPr>
          <p:cNvPr id="11" name="Text Placeholder 10">
            <a:extLst>
              <a:ext uri="{FF2B5EF4-FFF2-40B4-BE49-F238E27FC236}">
                <a16:creationId xmlns:a16="http://schemas.microsoft.com/office/drawing/2014/main" id="{FFC900B2-9441-4A46-8939-44868D6599E7}"/>
              </a:ext>
            </a:extLst>
          </p:cNvPr>
          <p:cNvSpPr>
            <a:spLocks noGrp="1"/>
          </p:cNvSpPr>
          <p:nvPr>
            <p:ph type="body" sz="quarter" idx="24"/>
          </p:nvPr>
        </p:nvSpPr>
        <p:spPr/>
        <p:txBody>
          <a:bodyPr/>
          <a:lstStyle/>
          <a:p>
            <a:endParaRPr lang="en-US"/>
          </a:p>
        </p:txBody>
      </p:sp>
    </p:spTree>
    <p:extLst>
      <p:ext uri="{BB962C8B-B14F-4D97-AF65-F5344CB8AC3E}">
        <p14:creationId xmlns:p14="http://schemas.microsoft.com/office/powerpoint/2010/main" val="2180865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7DF2BE-E927-DE6E-1881-FADD0CA71AD7}"/>
              </a:ext>
            </a:extLst>
          </p:cNvPr>
          <p:cNvSpPr>
            <a:spLocks noGrp="1"/>
          </p:cNvSpPr>
          <p:nvPr>
            <p:ph type="title"/>
          </p:nvPr>
        </p:nvSpPr>
        <p:spPr/>
        <p:txBody>
          <a:bodyPr/>
          <a:lstStyle/>
          <a:p>
            <a:endParaRPr lang="en-US"/>
          </a:p>
        </p:txBody>
      </p:sp>
      <p:sp>
        <p:nvSpPr>
          <p:cNvPr id="7" name="Text Placeholder 6">
            <a:extLst>
              <a:ext uri="{FF2B5EF4-FFF2-40B4-BE49-F238E27FC236}">
                <a16:creationId xmlns:a16="http://schemas.microsoft.com/office/drawing/2014/main" id="{746CE7F9-2AD6-00F1-D5B9-9F26A9FFB330}"/>
              </a:ext>
            </a:extLst>
          </p:cNvPr>
          <p:cNvSpPr>
            <a:spLocks noGrp="1"/>
          </p:cNvSpPr>
          <p:nvPr>
            <p:ph type="body" sz="half" idx="2"/>
          </p:nvPr>
        </p:nvSpPr>
        <p:spPr/>
        <p:txBody>
          <a:bodyPr/>
          <a:lstStyle/>
          <a:p>
            <a:endParaRPr lang="en-US"/>
          </a:p>
        </p:txBody>
      </p:sp>
      <p:sp>
        <p:nvSpPr>
          <p:cNvPr id="6" name="Content Placeholder 5">
            <a:extLst>
              <a:ext uri="{FF2B5EF4-FFF2-40B4-BE49-F238E27FC236}">
                <a16:creationId xmlns:a16="http://schemas.microsoft.com/office/drawing/2014/main" id="{F47446F5-DB13-A6D4-A232-F3D0B2FCD51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819835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5BA97B2-5C7A-BDB1-2022-88D34174A0C7}"/>
              </a:ext>
            </a:extLst>
          </p:cNvPr>
          <p:cNvSpPr>
            <a:spLocks noGrp="1"/>
          </p:cNvSpPr>
          <p:nvPr>
            <p:ph type="title"/>
          </p:nvPr>
        </p:nvSpPr>
        <p:spPr/>
        <p:txBody>
          <a:bodyPr/>
          <a:lstStyle/>
          <a:p>
            <a:endParaRPr lang="en-US"/>
          </a:p>
        </p:txBody>
      </p:sp>
      <p:sp>
        <p:nvSpPr>
          <p:cNvPr id="14" name="Content Placeholder 13">
            <a:extLst>
              <a:ext uri="{FF2B5EF4-FFF2-40B4-BE49-F238E27FC236}">
                <a16:creationId xmlns:a16="http://schemas.microsoft.com/office/drawing/2014/main" id="{6F32537D-F195-66CB-D60F-EABC35BE39EE}"/>
              </a:ext>
            </a:extLst>
          </p:cNvPr>
          <p:cNvSpPr>
            <a:spLocks noGrp="1"/>
          </p:cNvSpPr>
          <p:nvPr>
            <p:ph sz="half" idx="30"/>
          </p:nvPr>
        </p:nvSpPr>
        <p:spPr/>
        <p:txBody>
          <a:bodyPr/>
          <a:lstStyle/>
          <a:p>
            <a:endParaRPr lang="en-US"/>
          </a:p>
        </p:txBody>
      </p:sp>
      <p:sp>
        <p:nvSpPr>
          <p:cNvPr id="12" name="Content Placeholder 11">
            <a:extLst>
              <a:ext uri="{FF2B5EF4-FFF2-40B4-BE49-F238E27FC236}">
                <a16:creationId xmlns:a16="http://schemas.microsoft.com/office/drawing/2014/main" id="{8D22EBDC-2532-1E4C-BDBA-90EB1D6973D1}"/>
              </a:ext>
            </a:extLst>
          </p:cNvPr>
          <p:cNvSpPr>
            <a:spLocks noGrp="1"/>
          </p:cNvSpPr>
          <p:nvPr>
            <p:ph sz="half" idx="1"/>
          </p:nvPr>
        </p:nvSpPr>
        <p:spPr/>
        <p:txBody>
          <a:bodyPr/>
          <a:lstStyle/>
          <a:p>
            <a:endParaRPr lang="en-US"/>
          </a:p>
        </p:txBody>
      </p:sp>
      <p:sp>
        <p:nvSpPr>
          <p:cNvPr id="18" name="Content Placeholder 17">
            <a:extLst>
              <a:ext uri="{FF2B5EF4-FFF2-40B4-BE49-F238E27FC236}">
                <a16:creationId xmlns:a16="http://schemas.microsoft.com/office/drawing/2014/main" id="{D6E90DCE-9A48-FE4B-BE78-AE39C090F4C2}"/>
              </a:ext>
            </a:extLst>
          </p:cNvPr>
          <p:cNvSpPr>
            <a:spLocks noGrp="1"/>
          </p:cNvSpPr>
          <p:nvPr>
            <p:ph sz="half" idx="44"/>
          </p:nvPr>
        </p:nvSpPr>
        <p:spPr/>
        <p:txBody>
          <a:bodyPr/>
          <a:lstStyle/>
          <a:p>
            <a:endParaRPr lang="en-US"/>
          </a:p>
        </p:txBody>
      </p:sp>
      <p:sp>
        <p:nvSpPr>
          <p:cNvPr id="13" name="Content Placeholder 12">
            <a:extLst>
              <a:ext uri="{FF2B5EF4-FFF2-40B4-BE49-F238E27FC236}">
                <a16:creationId xmlns:a16="http://schemas.microsoft.com/office/drawing/2014/main" id="{3705D47F-E33B-774D-6CD8-0C2A143B71D1}"/>
              </a:ext>
            </a:extLst>
          </p:cNvPr>
          <p:cNvSpPr>
            <a:spLocks noGrp="1"/>
          </p:cNvSpPr>
          <p:nvPr>
            <p:ph sz="half" idx="11"/>
          </p:nvPr>
        </p:nvSpPr>
        <p:spPr/>
        <p:txBody>
          <a:bodyPr/>
          <a:lstStyle/>
          <a:p>
            <a:pPr marL="137160" indent="-137160"/>
            <a:endParaRPr lang="en-US"/>
          </a:p>
        </p:txBody>
      </p:sp>
      <p:sp>
        <p:nvSpPr>
          <p:cNvPr id="17" name="Content Placeholder 16">
            <a:extLst>
              <a:ext uri="{FF2B5EF4-FFF2-40B4-BE49-F238E27FC236}">
                <a16:creationId xmlns:a16="http://schemas.microsoft.com/office/drawing/2014/main" id="{D4D77612-4F16-0C47-508A-F61EC19E7345}"/>
              </a:ext>
            </a:extLst>
          </p:cNvPr>
          <p:cNvSpPr>
            <a:spLocks noGrp="1"/>
          </p:cNvSpPr>
          <p:nvPr>
            <p:ph sz="half" idx="43"/>
          </p:nvPr>
        </p:nvSpPr>
        <p:spPr/>
        <p:txBody>
          <a:bodyPr/>
          <a:lstStyle/>
          <a:p>
            <a:endParaRPr lang="en-US"/>
          </a:p>
        </p:txBody>
      </p:sp>
      <p:sp>
        <p:nvSpPr>
          <p:cNvPr id="15" name="Content Placeholder 14">
            <a:extLst>
              <a:ext uri="{FF2B5EF4-FFF2-40B4-BE49-F238E27FC236}">
                <a16:creationId xmlns:a16="http://schemas.microsoft.com/office/drawing/2014/main" id="{EEE0EDD9-91B2-02AD-0D26-568074478098}"/>
              </a:ext>
            </a:extLst>
          </p:cNvPr>
          <p:cNvSpPr>
            <a:spLocks noGrp="1"/>
          </p:cNvSpPr>
          <p:nvPr>
            <p:ph sz="half" idx="40"/>
          </p:nvPr>
        </p:nvSpPr>
        <p:spPr/>
        <p:txBody>
          <a:bodyPr/>
          <a:lstStyle/>
          <a:p>
            <a:pPr marL="137160" indent="-137160"/>
            <a:endParaRPr lang="en-US"/>
          </a:p>
        </p:txBody>
      </p:sp>
      <p:sp>
        <p:nvSpPr>
          <p:cNvPr id="19" name="Content Placeholder 18">
            <a:extLst>
              <a:ext uri="{FF2B5EF4-FFF2-40B4-BE49-F238E27FC236}">
                <a16:creationId xmlns:a16="http://schemas.microsoft.com/office/drawing/2014/main" id="{251F099E-1D1E-591D-1C9A-CB617877F781}"/>
              </a:ext>
            </a:extLst>
          </p:cNvPr>
          <p:cNvSpPr>
            <a:spLocks noGrp="1"/>
          </p:cNvSpPr>
          <p:nvPr>
            <p:ph sz="half" idx="45"/>
          </p:nvPr>
        </p:nvSpPr>
        <p:spPr/>
        <p:txBody>
          <a:bodyPr/>
          <a:lstStyle/>
          <a:p>
            <a:endParaRPr lang="en-US"/>
          </a:p>
        </p:txBody>
      </p:sp>
      <p:sp>
        <p:nvSpPr>
          <p:cNvPr id="16" name="Content Placeholder 15">
            <a:extLst>
              <a:ext uri="{FF2B5EF4-FFF2-40B4-BE49-F238E27FC236}">
                <a16:creationId xmlns:a16="http://schemas.microsoft.com/office/drawing/2014/main" id="{A8790100-0CC8-F072-EDE8-E0B5C575FE4F}"/>
              </a:ext>
            </a:extLst>
          </p:cNvPr>
          <p:cNvSpPr>
            <a:spLocks noGrp="1"/>
          </p:cNvSpPr>
          <p:nvPr>
            <p:ph sz="half" idx="42"/>
          </p:nvPr>
        </p:nvSpPr>
        <p:spPr/>
        <p:txBody>
          <a:bodyPr/>
          <a:lstStyle/>
          <a:p>
            <a:pPr marL="137160" indent="-137160"/>
            <a:endParaRPr lang="en-US"/>
          </a:p>
        </p:txBody>
      </p:sp>
    </p:spTree>
    <p:extLst>
      <p:ext uri="{BB962C8B-B14F-4D97-AF65-F5344CB8AC3E}">
        <p14:creationId xmlns:p14="http://schemas.microsoft.com/office/powerpoint/2010/main" val="415334102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71FF-128A-3A2A-4248-7E9BB1724670}"/>
            </a:ext>
          </a:extLst>
        </p:cNvPr>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A3B1606-908A-F13F-2D1E-2D0FA111C422}"/>
              </a:ext>
            </a:extLst>
          </p:cNvPr>
          <p:cNvSpPr>
            <a:spLocks noGrp="1"/>
          </p:cNvSpPr>
          <p:nvPr>
            <p:ph type="pic" sz="quarter" idx="12"/>
          </p:nvPr>
        </p:nvSpPr>
        <p:spPr/>
        <p:txBody>
          <a:bodyPr/>
          <a:lstStyle/>
          <a:p>
            <a:endParaRPr lang="en-US"/>
          </a:p>
        </p:txBody>
      </p:sp>
      <p:sp>
        <p:nvSpPr>
          <p:cNvPr id="4" name="Graphic 12">
            <a:extLst>
              <a:ext uri="{FF2B5EF4-FFF2-40B4-BE49-F238E27FC236}">
                <a16:creationId xmlns:a16="http://schemas.microsoft.com/office/drawing/2014/main" id="{6C5B8164-82EF-6304-84AD-DD8448B0E149}"/>
              </a:ext>
              <a:ext uri="{C183D7F6-B498-43B3-948B-1728B52AA6E4}">
                <adec:decorative xmlns:adec="http://schemas.microsoft.com/office/drawing/2017/decorative" val="1"/>
              </a:ext>
            </a:extLst>
          </p:cNvPr>
          <p:cNvSpPr/>
          <p:nvPr/>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2" name="Text Placeholder 1">
            <a:extLst>
              <a:ext uri="{FF2B5EF4-FFF2-40B4-BE49-F238E27FC236}">
                <a16:creationId xmlns:a16="http://schemas.microsoft.com/office/drawing/2014/main" id="{0E9F2384-CD89-CC09-D204-0F60D4044CF7}"/>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9307091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170CD-751F-2851-B639-C7EA13B01424}"/>
            </a:ext>
          </a:extLst>
        </p:cNvPr>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7E81126-0B1B-96F8-A37A-E436C2119224}"/>
              </a:ext>
            </a:extLst>
          </p:cNvPr>
          <p:cNvSpPr>
            <a:spLocks noGrp="1"/>
          </p:cNvSpPr>
          <p:nvPr>
            <p:ph type="pic" sz="quarter" idx="12"/>
          </p:nvPr>
        </p:nvSpPr>
        <p:spPr/>
        <p:txBody>
          <a:bodyPr/>
          <a:lstStyle/>
          <a:p>
            <a:endParaRPr lang="en-US"/>
          </a:p>
        </p:txBody>
      </p:sp>
      <p:sp>
        <p:nvSpPr>
          <p:cNvPr id="6" name="Graphic 12">
            <a:extLst>
              <a:ext uri="{FF2B5EF4-FFF2-40B4-BE49-F238E27FC236}">
                <a16:creationId xmlns:a16="http://schemas.microsoft.com/office/drawing/2014/main" id="{E91ADC89-3055-8CCA-A415-5F1E6481C8FD}"/>
              </a:ext>
              <a:ext uri="{C183D7F6-B498-43B3-948B-1728B52AA6E4}">
                <adec:decorative xmlns:adec="http://schemas.microsoft.com/office/drawing/2017/decorative" val="1"/>
              </a:ext>
            </a:extLst>
          </p:cNvPr>
          <p:cNvSpPr/>
          <p:nvPr/>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2" name="Text Placeholder 1">
            <a:extLst>
              <a:ext uri="{FF2B5EF4-FFF2-40B4-BE49-F238E27FC236}">
                <a16:creationId xmlns:a16="http://schemas.microsoft.com/office/drawing/2014/main" id="{76FDC0BD-0234-8324-9A28-FCE333573CC8}"/>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5320550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BA6C8AF-6936-61B5-CA85-7BE16F1A73FD}"/>
              </a:ext>
            </a:extLst>
          </p:cNvPr>
          <p:cNvSpPr>
            <a:spLocks noGrp="1"/>
          </p:cNvSpPr>
          <p:nvPr>
            <p:ph type="pic" sz="quarter" idx="20"/>
          </p:nvPr>
        </p:nvSpPr>
        <p:spPr/>
        <p:txBody>
          <a:bodyPr/>
          <a:lstStyle/>
          <a:p>
            <a:endParaRPr lang="en-US"/>
          </a:p>
        </p:txBody>
      </p:sp>
      <p:sp>
        <p:nvSpPr>
          <p:cNvPr id="9" name="Picture Placeholder 8">
            <a:extLst>
              <a:ext uri="{FF2B5EF4-FFF2-40B4-BE49-F238E27FC236}">
                <a16:creationId xmlns:a16="http://schemas.microsoft.com/office/drawing/2014/main" id="{5B4CDC43-95ED-67B1-3D01-2D68E0BAE9B0}"/>
              </a:ext>
            </a:extLst>
          </p:cNvPr>
          <p:cNvSpPr>
            <a:spLocks noGrp="1"/>
          </p:cNvSpPr>
          <p:nvPr>
            <p:ph type="pic" sz="quarter" idx="22"/>
          </p:nvPr>
        </p:nvSpPr>
        <p:spPr/>
        <p:txBody>
          <a:bodyPr/>
          <a:lstStyle/>
          <a:p>
            <a:endParaRPr lang="en-US"/>
          </a:p>
        </p:txBody>
      </p:sp>
      <p:sp>
        <p:nvSpPr>
          <p:cNvPr id="8" name="Picture Placeholder 7">
            <a:extLst>
              <a:ext uri="{FF2B5EF4-FFF2-40B4-BE49-F238E27FC236}">
                <a16:creationId xmlns:a16="http://schemas.microsoft.com/office/drawing/2014/main" id="{2E26E60D-0DA0-6BD2-923B-B59E94FF2C9F}"/>
              </a:ext>
            </a:extLst>
          </p:cNvPr>
          <p:cNvSpPr>
            <a:spLocks noGrp="1"/>
          </p:cNvSpPr>
          <p:nvPr>
            <p:ph type="pic" sz="quarter" idx="21"/>
          </p:nvPr>
        </p:nvSpPr>
        <p:spPr/>
        <p:txBody>
          <a:bodyPr/>
          <a:lstStyle/>
          <a:p>
            <a:endParaRPr lang="en-US"/>
          </a:p>
        </p:txBody>
      </p:sp>
      <p:sp>
        <p:nvSpPr>
          <p:cNvPr id="10" name="Graphic 12">
            <a:extLst>
              <a:ext uri="{FF2B5EF4-FFF2-40B4-BE49-F238E27FC236}">
                <a16:creationId xmlns:a16="http://schemas.microsoft.com/office/drawing/2014/main" id="{D2305257-CE24-61CA-B4CB-C7BB9268453D}"/>
              </a:ext>
              <a:ext uri="{C183D7F6-B498-43B3-948B-1728B52AA6E4}">
                <adec:decorative xmlns:adec="http://schemas.microsoft.com/office/drawing/2017/decorative" val="1"/>
              </a:ext>
            </a:extLst>
          </p:cNvPr>
          <p:cNvSpPr/>
          <p:nvPr/>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6" name="Text Placeholder 5">
            <a:extLst>
              <a:ext uri="{FF2B5EF4-FFF2-40B4-BE49-F238E27FC236}">
                <a16:creationId xmlns:a16="http://schemas.microsoft.com/office/drawing/2014/main" id="{153119BD-E8D3-7F0B-D7AD-E02533FD8EBE}"/>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33666203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69FA36B-D987-85D3-E0EB-111B2F5AB1D3}"/>
              </a:ext>
            </a:extLst>
          </p:cNvPr>
          <p:cNvSpPr>
            <a:spLocks noGrp="1"/>
          </p:cNvSpPr>
          <p:nvPr>
            <p:ph type="pic" sz="quarter" idx="20"/>
          </p:nvPr>
        </p:nvSpPr>
        <p:spPr/>
        <p:txBody>
          <a:bodyPr/>
          <a:lstStyle/>
          <a:p>
            <a:endParaRPr lang="en-US"/>
          </a:p>
        </p:txBody>
      </p:sp>
      <p:sp>
        <p:nvSpPr>
          <p:cNvPr id="9" name="Picture Placeholder 8">
            <a:extLst>
              <a:ext uri="{FF2B5EF4-FFF2-40B4-BE49-F238E27FC236}">
                <a16:creationId xmlns:a16="http://schemas.microsoft.com/office/drawing/2014/main" id="{763AE4C9-08AF-1A55-9D50-D91FDA92AC34}"/>
              </a:ext>
            </a:extLst>
          </p:cNvPr>
          <p:cNvSpPr>
            <a:spLocks noGrp="1"/>
          </p:cNvSpPr>
          <p:nvPr>
            <p:ph type="pic" sz="quarter" idx="22"/>
          </p:nvPr>
        </p:nvSpPr>
        <p:spPr/>
        <p:txBody>
          <a:bodyPr/>
          <a:lstStyle/>
          <a:p>
            <a:endParaRPr lang="en-US"/>
          </a:p>
        </p:txBody>
      </p:sp>
      <p:sp>
        <p:nvSpPr>
          <p:cNvPr id="8" name="Picture Placeholder 7">
            <a:extLst>
              <a:ext uri="{FF2B5EF4-FFF2-40B4-BE49-F238E27FC236}">
                <a16:creationId xmlns:a16="http://schemas.microsoft.com/office/drawing/2014/main" id="{EC2D6704-2F48-A8E4-28C0-6662A13402F7}"/>
              </a:ext>
            </a:extLst>
          </p:cNvPr>
          <p:cNvSpPr>
            <a:spLocks noGrp="1"/>
          </p:cNvSpPr>
          <p:nvPr>
            <p:ph type="pic" sz="quarter" idx="21"/>
          </p:nvPr>
        </p:nvSpPr>
        <p:spPr/>
        <p:txBody>
          <a:bodyPr/>
          <a:lstStyle/>
          <a:p>
            <a:endParaRPr lang="en-US"/>
          </a:p>
        </p:txBody>
      </p:sp>
      <p:sp>
        <p:nvSpPr>
          <p:cNvPr id="10" name="Graphic 12">
            <a:extLst>
              <a:ext uri="{FF2B5EF4-FFF2-40B4-BE49-F238E27FC236}">
                <a16:creationId xmlns:a16="http://schemas.microsoft.com/office/drawing/2014/main" id="{BB58A19E-F78F-2E52-C879-4038D218984C}"/>
              </a:ext>
              <a:ext uri="{C183D7F6-B498-43B3-948B-1728B52AA6E4}">
                <adec:decorative xmlns:adec="http://schemas.microsoft.com/office/drawing/2017/decorative" val="1"/>
              </a:ext>
            </a:extLst>
          </p:cNvPr>
          <p:cNvSpPr/>
          <p:nvPr/>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6" name="Text Placeholder 5">
            <a:extLst>
              <a:ext uri="{FF2B5EF4-FFF2-40B4-BE49-F238E27FC236}">
                <a16:creationId xmlns:a16="http://schemas.microsoft.com/office/drawing/2014/main" id="{EE0C09D8-1666-FC1E-EFE5-E4E82FCAEB2B}"/>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7828203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FAEC2FD-F4E5-0786-773D-27229F65EE20}"/>
              </a:ext>
            </a:extLst>
          </p:cNvPr>
          <p:cNvSpPr>
            <a:spLocks noGrp="1"/>
          </p:cNvSpPr>
          <p:nvPr>
            <p:ph type="pic" sz="quarter" idx="12"/>
          </p:nvPr>
        </p:nvSpPr>
        <p:spPr/>
        <p:txBody>
          <a:bodyPr/>
          <a:lstStyle/>
          <a:p>
            <a:endParaRPr lang="en-US"/>
          </a:p>
        </p:txBody>
      </p:sp>
      <p:sp>
        <p:nvSpPr>
          <p:cNvPr id="4" name="Text Placeholder 3">
            <a:extLst>
              <a:ext uri="{FF2B5EF4-FFF2-40B4-BE49-F238E27FC236}">
                <a16:creationId xmlns:a16="http://schemas.microsoft.com/office/drawing/2014/main" id="{98DF10BF-6DB5-6FDF-C985-90F1A1F8BCC8}"/>
              </a:ext>
            </a:extLst>
          </p:cNvPr>
          <p:cNvSpPr>
            <a:spLocks noGrp="1"/>
          </p:cNvSpPr>
          <p:nvPr>
            <p:ph type="body" sz="quarter" idx="11"/>
          </p:nvPr>
        </p:nvSpPr>
        <p:spPr/>
        <p:txBody>
          <a:bodyPr/>
          <a:lstStyle/>
          <a:p>
            <a:endParaRPr lang="en-US"/>
          </a:p>
        </p:txBody>
      </p:sp>
      <p:sp>
        <p:nvSpPr>
          <p:cNvPr id="6" name="Text Placeholder 5">
            <a:extLst>
              <a:ext uri="{FF2B5EF4-FFF2-40B4-BE49-F238E27FC236}">
                <a16:creationId xmlns:a16="http://schemas.microsoft.com/office/drawing/2014/main" id="{E41A2CF2-D90F-4199-CE83-8091F251EDCD}"/>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9781946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59D94-AA41-7AF2-5144-7573E59E87CE}"/>
            </a:ext>
          </a:extLst>
        </p:cNvPr>
        <p:cNvGrpSpPr/>
        <p:nvPr/>
      </p:nvGrpSpPr>
      <p:grpSpPr>
        <a:xfrm>
          <a:off x="0" y="0"/>
          <a:ext cx="0" cy="0"/>
          <a:chOff x="0" y="0"/>
          <a:chExt cx="0" cy="0"/>
        </a:xfrm>
      </p:grpSpPr>
      <p:pic>
        <p:nvPicPr>
          <p:cNvPr id="3" name="Picture Placeholder 2" descr="Central Piedmont Community College campus at night">
            <a:extLst>
              <a:ext uri="{FF2B5EF4-FFF2-40B4-BE49-F238E27FC236}">
                <a16:creationId xmlns:a16="http://schemas.microsoft.com/office/drawing/2014/main" id="{A7A6DDD6-5CD5-C3D3-D062-2D83001D850B}"/>
              </a:ext>
            </a:extLst>
          </p:cNvPr>
          <p:cNvPicPr>
            <a:picLocks noGrp="1" noChangeAspect="1"/>
          </p:cNvPicPr>
          <p:nvPr>
            <p:ph type="pic" sz="quarter" idx="12"/>
          </p:nvPr>
        </p:nvPicPr>
        <p:blipFill>
          <a:blip r:embed="rId2"/>
          <a:srcRect/>
          <a:stretch>
            <a:fillRect/>
          </a:stretch>
        </p:blipFill>
        <p:spPr/>
      </p:pic>
      <p:sp>
        <p:nvSpPr>
          <p:cNvPr id="6" name="Rectangle 5">
            <a:extLst>
              <a:ext uri="{FF2B5EF4-FFF2-40B4-BE49-F238E27FC236}">
                <a16:creationId xmlns:a16="http://schemas.microsoft.com/office/drawing/2014/main" id="{D4454BCF-A8CC-9637-7F1E-D1FC01E8479B}"/>
              </a:ext>
              <a:ext uri="{C183D7F6-B498-43B3-948B-1728B52AA6E4}">
                <adec:decorative xmlns:adec="http://schemas.microsoft.com/office/drawing/2017/decorative" val="1"/>
              </a:ext>
            </a:extLst>
          </p:cNvPr>
          <p:cNvSpPr/>
          <p:nvPr/>
        </p:nvSpPr>
        <p:spPr>
          <a:xfrm>
            <a:off x="-11959" y="0"/>
            <a:ext cx="4114800" cy="6858000"/>
          </a:xfrm>
          <a:prstGeom prst="rect">
            <a:avLst/>
          </a:prstGeom>
          <a:solidFill>
            <a:schemeClr val="accent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 Placeholder 3">
            <a:extLst>
              <a:ext uri="{FF2B5EF4-FFF2-40B4-BE49-F238E27FC236}">
                <a16:creationId xmlns:a16="http://schemas.microsoft.com/office/drawing/2014/main" id="{ED6356DC-CB53-07E2-C8F8-035F9CED6D22}"/>
              </a:ext>
            </a:extLst>
          </p:cNvPr>
          <p:cNvSpPr>
            <a:spLocks noGrp="1"/>
          </p:cNvSpPr>
          <p:nvPr>
            <p:ph type="body" sz="quarter" idx="11"/>
          </p:nvPr>
        </p:nvSpPr>
        <p:spPr/>
        <p:txBody>
          <a:bodyPr/>
          <a:lstStyle/>
          <a:p>
            <a:r>
              <a:rPr lang="en-US" dirty="0"/>
              <a:t>Gold overlay over photo</a:t>
            </a:r>
          </a:p>
        </p:txBody>
      </p:sp>
    </p:spTree>
    <p:extLst>
      <p:ext uri="{BB962C8B-B14F-4D97-AF65-F5344CB8AC3E}">
        <p14:creationId xmlns:p14="http://schemas.microsoft.com/office/powerpoint/2010/main" val="329692284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8CC4B62-3FB7-FD2A-47D9-5C9990B50278}"/>
              </a:ext>
            </a:extLst>
          </p:cNvPr>
          <p:cNvSpPr>
            <a:spLocks noGrp="1"/>
          </p:cNvSpPr>
          <p:nvPr>
            <p:ph type="pic" sz="quarter" idx="12"/>
          </p:nvPr>
        </p:nvSpPr>
        <p:spPr/>
        <p:txBody>
          <a:bodyPr/>
          <a:lstStyle/>
          <a:p>
            <a:endParaRPr lang="en-US"/>
          </a:p>
        </p:txBody>
      </p:sp>
      <p:sp>
        <p:nvSpPr>
          <p:cNvPr id="4" name="Text Placeholder 3">
            <a:extLst>
              <a:ext uri="{FF2B5EF4-FFF2-40B4-BE49-F238E27FC236}">
                <a16:creationId xmlns:a16="http://schemas.microsoft.com/office/drawing/2014/main" id="{DA0962C6-D416-D510-7DDD-80C82EB5161C}"/>
              </a:ext>
            </a:extLst>
          </p:cNvPr>
          <p:cNvSpPr>
            <a:spLocks noGrp="1"/>
          </p:cNvSpPr>
          <p:nvPr>
            <p:ph type="body" sz="quarter" idx="11"/>
          </p:nvPr>
        </p:nvSpPr>
        <p:spPr/>
        <p:txBody>
          <a:bodyPr/>
          <a:lstStyle/>
          <a:p>
            <a:endParaRPr lang="en-US"/>
          </a:p>
        </p:txBody>
      </p:sp>
      <p:sp>
        <p:nvSpPr>
          <p:cNvPr id="6" name="Text Placeholder 5">
            <a:extLst>
              <a:ext uri="{FF2B5EF4-FFF2-40B4-BE49-F238E27FC236}">
                <a16:creationId xmlns:a16="http://schemas.microsoft.com/office/drawing/2014/main" id="{EBD85739-1E13-DEA9-64FE-81386E1DA4E8}"/>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11127778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0FA8D-0BDA-F9B7-F4E8-BB5C056F0664}"/>
            </a:ext>
          </a:extLst>
        </p:cNvPr>
        <p:cNvGrpSpPr/>
        <p:nvPr/>
      </p:nvGrpSpPr>
      <p:grpSpPr>
        <a:xfrm>
          <a:off x="0" y="0"/>
          <a:ext cx="0" cy="0"/>
          <a:chOff x="0" y="0"/>
          <a:chExt cx="0" cy="0"/>
        </a:xfrm>
      </p:grpSpPr>
      <p:pic>
        <p:nvPicPr>
          <p:cNvPr id="3" name="Picture Placeholder 2" descr="Central Piedmont Community College campus at night">
            <a:extLst>
              <a:ext uri="{FF2B5EF4-FFF2-40B4-BE49-F238E27FC236}">
                <a16:creationId xmlns:a16="http://schemas.microsoft.com/office/drawing/2014/main" id="{C0FFBE29-9FB8-04BF-FCE8-EF7075A716C0}"/>
              </a:ext>
            </a:extLst>
          </p:cNvPr>
          <p:cNvPicPr>
            <a:picLocks noGrp="1" noChangeAspect="1"/>
          </p:cNvPicPr>
          <p:nvPr>
            <p:ph type="pic" sz="quarter" idx="12"/>
          </p:nvPr>
        </p:nvPicPr>
        <p:blipFill>
          <a:blip r:embed="rId2"/>
          <a:srcRect/>
          <a:stretch>
            <a:fillRect/>
          </a:stretch>
        </p:blipFill>
        <p:spPr/>
      </p:pic>
      <p:sp>
        <p:nvSpPr>
          <p:cNvPr id="6" name="Rectangle 5">
            <a:extLst>
              <a:ext uri="{FF2B5EF4-FFF2-40B4-BE49-F238E27FC236}">
                <a16:creationId xmlns:a16="http://schemas.microsoft.com/office/drawing/2014/main" id="{E448BCCB-76FC-3B36-B264-D0774A8D2B4A}"/>
              </a:ext>
              <a:ext uri="{C183D7F6-B498-43B3-948B-1728B52AA6E4}">
                <adec:decorative xmlns:adec="http://schemas.microsoft.com/office/drawing/2017/decorative" val="1"/>
              </a:ext>
            </a:extLst>
          </p:cNvPr>
          <p:cNvSpPr/>
          <p:nvPr/>
        </p:nvSpPr>
        <p:spPr>
          <a:xfrm>
            <a:off x="-11959" y="0"/>
            <a:ext cx="4114800" cy="6858000"/>
          </a:xfrm>
          <a:prstGeom prst="rect">
            <a:avLst/>
          </a:prstGeom>
          <a:solidFill>
            <a:schemeClr val="tx2">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 Placeholder 3">
            <a:extLst>
              <a:ext uri="{FF2B5EF4-FFF2-40B4-BE49-F238E27FC236}">
                <a16:creationId xmlns:a16="http://schemas.microsoft.com/office/drawing/2014/main" id="{7C2A9B42-5966-4016-AAB6-F1A739A1009D}"/>
              </a:ext>
            </a:extLst>
          </p:cNvPr>
          <p:cNvSpPr>
            <a:spLocks noGrp="1"/>
          </p:cNvSpPr>
          <p:nvPr>
            <p:ph type="body" sz="quarter" idx="11"/>
          </p:nvPr>
        </p:nvSpPr>
        <p:spPr/>
        <p:txBody>
          <a:bodyPr/>
          <a:lstStyle/>
          <a:p>
            <a:r>
              <a:rPr lang="en-US" dirty="0"/>
              <a:t>Gray overlay over photo</a:t>
            </a:r>
          </a:p>
        </p:txBody>
      </p:sp>
    </p:spTree>
    <p:extLst>
      <p:ext uri="{BB962C8B-B14F-4D97-AF65-F5344CB8AC3E}">
        <p14:creationId xmlns:p14="http://schemas.microsoft.com/office/powerpoint/2010/main" val="20115756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2E1D759-9B22-3977-DB51-826349BAEF5E}"/>
              </a:ext>
            </a:extLst>
          </p:cNvPr>
          <p:cNvSpPr>
            <a:spLocks noGrp="1"/>
          </p:cNvSpPr>
          <p:nvPr>
            <p:ph type="title"/>
          </p:nvPr>
        </p:nvSpPr>
        <p:spPr/>
        <p:txBody>
          <a:bodyPr/>
          <a:lstStyle/>
          <a:p>
            <a:endParaRPr lang="en-US"/>
          </a:p>
        </p:txBody>
      </p:sp>
      <p:sp>
        <p:nvSpPr>
          <p:cNvPr id="24" name="Picture Placeholder 23">
            <a:extLst>
              <a:ext uri="{FF2B5EF4-FFF2-40B4-BE49-F238E27FC236}">
                <a16:creationId xmlns:a16="http://schemas.microsoft.com/office/drawing/2014/main" id="{3E90613C-A598-C2F0-ACB5-1883AEC4FF8A}"/>
              </a:ext>
            </a:extLst>
          </p:cNvPr>
          <p:cNvSpPr>
            <a:spLocks noGrp="1"/>
          </p:cNvSpPr>
          <p:nvPr>
            <p:ph type="pic" sz="quarter" idx="25"/>
          </p:nvPr>
        </p:nvSpPr>
        <p:spPr/>
        <p:txBody>
          <a:bodyPr/>
          <a:lstStyle/>
          <a:p>
            <a:endParaRPr lang="en-US"/>
          </a:p>
        </p:txBody>
      </p:sp>
      <p:sp>
        <p:nvSpPr>
          <p:cNvPr id="16" name="Text Placeholder 15">
            <a:extLst>
              <a:ext uri="{FF2B5EF4-FFF2-40B4-BE49-F238E27FC236}">
                <a16:creationId xmlns:a16="http://schemas.microsoft.com/office/drawing/2014/main" id="{3593723D-AF61-06BF-245D-7B738F9E2339}"/>
              </a:ext>
            </a:extLst>
          </p:cNvPr>
          <p:cNvSpPr>
            <a:spLocks noGrp="1"/>
          </p:cNvSpPr>
          <p:nvPr>
            <p:ph type="body" sz="quarter" idx="14"/>
          </p:nvPr>
        </p:nvSpPr>
        <p:spPr/>
        <p:txBody>
          <a:bodyPr/>
          <a:lstStyle/>
          <a:p>
            <a:endParaRPr lang="en-US"/>
          </a:p>
        </p:txBody>
      </p:sp>
      <p:sp>
        <p:nvSpPr>
          <p:cNvPr id="17" name="Text Placeholder 16">
            <a:extLst>
              <a:ext uri="{FF2B5EF4-FFF2-40B4-BE49-F238E27FC236}">
                <a16:creationId xmlns:a16="http://schemas.microsoft.com/office/drawing/2014/main" id="{E6E36B57-9901-B2B4-08AE-A31941244CA6}"/>
              </a:ext>
            </a:extLst>
          </p:cNvPr>
          <p:cNvSpPr>
            <a:spLocks noGrp="1"/>
          </p:cNvSpPr>
          <p:nvPr>
            <p:ph type="body" sz="quarter" idx="15"/>
          </p:nvPr>
        </p:nvSpPr>
        <p:spPr/>
        <p:txBody>
          <a:bodyPr/>
          <a:lstStyle/>
          <a:p>
            <a:endParaRPr lang="en-US"/>
          </a:p>
        </p:txBody>
      </p:sp>
      <p:sp>
        <p:nvSpPr>
          <p:cNvPr id="26" name="Picture Placeholder 25">
            <a:extLst>
              <a:ext uri="{FF2B5EF4-FFF2-40B4-BE49-F238E27FC236}">
                <a16:creationId xmlns:a16="http://schemas.microsoft.com/office/drawing/2014/main" id="{5067C779-D7F4-E10A-2C3C-FDB99CEF788C}"/>
              </a:ext>
            </a:extLst>
          </p:cNvPr>
          <p:cNvSpPr>
            <a:spLocks noGrp="1"/>
          </p:cNvSpPr>
          <p:nvPr>
            <p:ph type="pic" sz="quarter" idx="30"/>
          </p:nvPr>
        </p:nvSpPr>
        <p:spPr/>
        <p:txBody>
          <a:bodyPr/>
          <a:lstStyle/>
          <a:p>
            <a:endParaRPr lang="en-US"/>
          </a:p>
        </p:txBody>
      </p:sp>
      <p:sp>
        <p:nvSpPr>
          <p:cNvPr id="20" name="Text Placeholder 19">
            <a:extLst>
              <a:ext uri="{FF2B5EF4-FFF2-40B4-BE49-F238E27FC236}">
                <a16:creationId xmlns:a16="http://schemas.microsoft.com/office/drawing/2014/main" id="{8A1B30A9-AAC8-9902-1B28-046569145CD9}"/>
              </a:ext>
            </a:extLst>
          </p:cNvPr>
          <p:cNvSpPr>
            <a:spLocks noGrp="1"/>
          </p:cNvSpPr>
          <p:nvPr>
            <p:ph type="body" sz="quarter" idx="20"/>
          </p:nvPr>
        </p:nvSpPr>
        <p:spPr/>
        <p:txBody>
          <a:bodyPr/>
          <a:lstStyle/>
          <a:p>
            <a:endParaRPr lang="en-US"/>
          </a:p>
        </p:txBody>
      </p:sp>
      <p:sp>
        <p:nvSpPr>
          <p:cNvPr id="21" name="Text Placeholder 20">
            <a:extLst>
              <a:ext uri="{FF2B5EF4-FFF2-40B4-BE49-F238E27FC236}">
                <a16:creationId xmlns:a16="http://schemas.microsoft.com/office/drawing/2014/main" id="{3E76475C-7B63-DAF4-333A-062022054642}"/>
              </a:ext>
            </a:extLst>
          </p:cNvPr>
          <p:cNvSpPr>
            <a:spLocks noGrp="1"/>
          </p:cNvSpPr>
          <p:nvPr>
            <p:ph type="body" sz="quarter" idx="21"/>
          </p:nvPr>
        </p:nvSpPr>
        <p:spPr/>
        <p:txBody>
          <a:bodyPr/>
          <a:lstStyle/>
          <a:p>
            <a:endParaRPr lang="en-US"/>
          </a:p>
        </p:txBody>
      </p:sp>
      <p:sp>
        <p:nvSpPr>
          <p:cNvPr id="25" name="Picture Placeholder 24">
            <a:extLst>
              <a:ext uri="{FF2B5EF4-FFF2-40B4-BE49-F238E27FC236}">
                <a16:creationId xmlns:a16="http://schemas.microsoft.com/office/drawing/2014/main" id="{2852D1AA-35EF-A985-EE23-61968B192163}"/>
              </a:ext>
            </a:extLst>
          </p:cNvPr>
          <p:cNvSpPr>
            <a:spLocks noGrp="1"/>
          </p:cNvSpPr>
          <p:nvPr>
            <p:ph type="pic" sz="quarter" idx="29"/>
          </p:nvPr>
        </p:nvSpPr>
        <p:spPr/>
        <p:txBody>
          <a:bodyPr/>
          <a:lstStyle/>
          <a:p>
            <a:endParaRPr lang="en-US"/>
          </a:p>
        </p:txBody>
      </p:sp>
      <p:sp>
        <p:nvSpPr>
          <p:cNvPr id="18" name="Text Placeholder 17">
            <a:extLst>
              <a:ext uri="{FF2B5EF4-FFF2-40B4-BE49-F238E27FC236}">
                <a16:creationId xmlns:a16="http://schemas.microsoft.com/office/drawing/2014/main" id="{B605D925-B18B-AE83-597E-BDC370760DC7}"/>
              </a:ext>
            </a:extLst>
          </p:cNvPr>
          <p:cNvSpPr>
            <a:spLocks noGrp="1"/>
          </p:cNvSpPr>
          <p:nvPr>
            <p:ph type="body" sz="quarter" idx="17"/>
          </p:nvPr>
        </p:nvSpPr>
        <p:spPr/>
        <p:txBody>
          <a:bodyPr/>
          <a:lstStyle/>
          <a:p>
            <a:endParaRPr lang="en-US"/>
          </a:p>
        </p:txBody>
      </p:sp>
      <p:sp>
        <p:nvSpPr>
          <p:cNvPr id="19" name="Text Placeholder 18">
            <a:extLst>
              <a:ext uri="{FF2B5EF4-FFF2-40B4-BE49-F238E27FC236}">
                <a16:creationId xmlns:a16="http://schemas.microsoft.com/office/drawing/2014/main" id="{1FA1D3D6-A03E-133F-FD2D-0217DF2EF14D}"/>
              </a:ext>
            </a:extLst>
          </p:cNvPr>
          <p:cNvSpPr>
            <a:spLocks noGrp="1"/>
          </p:cNvSpPr>
          <p:nvPr>
            <p:ph type="body" sz="quarter" idx="18"/>
          </p:nvPr>
        </p:nvSpPr>
        <p:spPr/>
        <p:txBody>
          <a:bodyPr/>
          <a:lstStyle/>
          <a:p>
            <a:endParaRPr lang="en-US"/>
          </a:p>
        </p:txBody>
      </p:sp>
      <p:sp>
        <p:nvSpPr>
          <p:cNvPr id="27" name="Picture Placeholder 26">
            <a:extLst>
              <a:ext uri="{FF2B5EF4-FFF2-40B4-BE49-F238E27FC236}">
                <a16:creationId xmlns:a16="http://schemas.microsoft.com/office/drawing/2014/main" id="{43254414-7948-E7B6-4D64-5120431A46E2}"/>
              </a:ext>
            </a:extLst>
          </p:cNvPr>
          <p:cNvSpPr>
            <a:spLocks noGrp="1"/>
          </p:cNvSpPr>
          <p:nvPr>
            <p:ph type="pic" sz="quarter" idx="31"/>
          </p:nvPr>
        </p:nvSpPr>
        <p:spPr/>
        <p:txBody>
          <a:bodyPr/>
          <a:lstStyle/>
          <a:p>
            <a:endParaRPr lang="en-US"/>
          </a:p>
        </p:txBody>
      </p:sp>
      <p:sp>
        <p:nvSpPr>
          <p:cNvPr id="22" name="Text Placeholder 21">
            <a:extLst>
              <a:ext uri="{FF2B5EF4-FFF2-40B4-BE49-F238E27FC236}">
                <a16:creationId xmlns:a16="http://schemas.microsoft.com/office/drawing/2014/main" id="{E0809989-BB8F-4256-8EFD-01ED2DEA729D}"/>
              </a:ext>
            </a:extLst>
          </p:cNvPr>
          <p:cNvSpPr>
            <a:spLocks noGrp="1"/>
          </p:cNvSpPr>
          <p:nvPr>
            <p:ph type="body" sz="quarter" idx="23"/>
          </p:nvPr>
        </p:nvSpPr>
        <p:spPr/>
        <p:txBody>
          <a:bodyPr/>
          <a:lstStyle/>
          <a:p>
            <a:endParaRPr lang="en-US"/>
          </a:p>
        </p:txBody>
      </p:sp>
      <p:sp>
        <p:nvSpPr>
          <p:cNvPr id="23" name="Text Placeholder 22">
            <a:extLst>
              <a:ext uri="{FF2B5EF4-FFF2-40B4-BE49-F238E27FC236}">
                <a16:creationId xmlns:a16="http://schemas.microsoft.com/office/drawing/2014/main" id="{E53A4910-E4C9-D8CB-2D2C-A07E8C7CB822}"/>
              </a:ext>
            </a:extLst>
          </p:cNvPr>
          <p:cNvSpPr>
            <a:spLocks noGrp="1"/>
          </p:cNvSpPr>
          <p:nvPr>
            <p:ph type="body" sz="quarter" idx="24"/>
          </p:nvPr>
        </p:nvSpPr>
        <p:spPr/>
        <p:txBody>
          <a:bodyPr/>
          <a:lstStyle/>
          <a:p>
            <a:endParaRPr lang="en-US"/>
          </a:p>
        </p:txBody>
      </p:sp>
    </p:spTree>
    <p:extLst>
      <p:ext uri="{BB962C8B-B14F-4D97-AF65-F5344CB8AC3E}">
        <p14:creationId xmlns:p14="http://schemas.microsoft.com/office/powerpoint/2010/main" val="129452133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86C8A5EE-5DF8-F9D4-4D3C-1BA4B2569A18}"/>
              </a:ext>
            </a:extLst>
          </p:cNvPr>
          <p:cNvSpPr>
            <a:spLocks noGrp="1"/>
          </p:cNvSpPr>
          <p:nvPr>
            <p:ph type="pic" sz="quarter" idx="12"/>
          </p:nvPr>
        </p:nvSpPr>
        <p:spPr/>
        <p:txBody>
          <a:bodyPr/>
          <a:lstStyle/>
          <a:p>
            <a:endParaRPr lang="en-US"/>
          </a:p>
        </p:txBody>
      </p:sp>
      <p:sp>
        <p:nvSpPr>
          <p:cNvPr id="3" name="Text Placeholder 2">
            <a:extLst>
              <a:ext uri="{FF2B5EF4-FFF2-40B4-BE49-F238E27FC236}">
                <a16:creationId xmlns:a16="http://schemas.microsoft.com/office/drawing/2014/main" id="{0282A6D1-36AD-128E-C049-5AE1F768D99A}"/>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E29855C1-B22C-5F2C-3829-5673C9F3B5B9}"/>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4208438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DFD0F-4C0E-942D-0A28-9E624113046B}"/>
            </a:ext>
          </a:extLst>
        </p:cNvPr>
        <p:cNvGrpSpPr/>
        <p:nvPr/>
      </p:nvGrpSpPr>
      <p:grpSpPr>
        <a:xfrm>
          <a:off x="0" y="0"/>
          <a:ext cx="0" cy="0"/>
          <a:chOff x="0" y="0"/>
          <a:chExt cx="0" cy="0"/>
        </a:xfrm>
      </p:grpSpPr>
      <p:pic>
        <p:nvPicPr>
          <p:cNvPr id="6" name="Picture Placeholder 5" descr="Central Piedmont Community College campus at night">
            <a:extLst>
              <a:ext uri="{FF2B5EF4-FFF2-40B4-BE49-F238E27FC236}">
                <a16:creationId xmlns:a16="http://schemas.microsoft.com/office/drawing/2014/main" id="{6848F08E-0620-3A4B-61A3-0372480906ED}"/>
              </a:ext>
            </a:extLst>
          </p:cNvPr>
          <p:cNvPicPr>
            <a:picLocks noGrp="1" noChangeAspect="1"/>
          </p:cNvPicPr>
          <p:nvPr>
            <p:ph type="pic" sz="quarter" idx="12"/>
          </p:nvPr>
        </p:nvPicPr>
        <p:blipFill>
          <a:blip r:embed="rId3"/>
          <a:srcRect/>
          <a:stretch>
            <a:fillRect/>
          </a:stretch>
        </p:blipFill>
        <p:spPr/>
      </p:pic>
      <p:sp>
        <p:nvSpPr>
          <p:cNvPr id="2" name="Rectangle 1">
            <a:extLst>
              <a:ext uri="{FF2B5EF4-FFF2-40B4-BE49-F238E27FC236}">
                <a16:creationId xmlns:a16="http://schemas.microsoft.com/office/drawing/2014/main" id="{DCB21259-9A6E-2D76-2B79-952A99DB8E3A}"/>
              </a:ext>
              <a:ext uri="{C183D7F6-B498-43B3-948B-1728B52AA6E4}">
                <adec:decorative xmlns:adec="http://schemas.microsoft.com/office/drawing/2017/decorative" val="1"/>
              </a:ext>
            </a:extLst>
          </p:cNvPr>
          <p:cNvSpPr/>
          <p:nvPr/>
        </p:nvSpPr>
        <p:spPr>
          <a:xfrm>
            <a:off x="-11959" y="0"/>
            <a:ext cx="4114800" cy="6858000"/>
          </a:xfrm>
          <a:prstGeom prst="rect">
            <a:avLst/>
          </a:prstGeom>
          <a:solidFill>
            <a:schemeClr val="accent2">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 Placeholder 3">
            <a:extLst>
              <a:ext uri="{FF2B5EF4-FFF2-40B4-BE49-F238E27FC236}">
                <a16:creationId xmlns:a16="http://schemas.microsoft.com/office/drawing/2014/main" id="{EAF75F2D-D13A-9668-6141-88D0954781BE}"/>
              </a:ext>
            </a:extLst>
          </p:cNvPr>
          <p:cNvSpPr>
            <a:spLocks noGrp="1"/>
          </p:cNvSpPr>
          <p:nvPr>
            <p:ph type="body" sz="quarter" idx="11"/>
          </p:nvPr>
        </p:nvSpPr>
        <p:spPr/>
        <p:txBody>
          <a:bodyPr/>
          <a:lstStyle/>
          <a:p>
            <a:r>
              <a:rPr lang="en-US" dirty="0"/>
              <a:t>Blue overlay over photo</a:t>
            </a:r>
          </a:p>
        </p:txBody>
      </p:sp>
    </p:spTree>
    <p:extLst>
      <p:ext uri="{BB962C8B-B14F-4D97-AF65-F5344CB8AC3E}">
        <p14:creationId xmlns:p14="http://schemas.microsoft.com/office/powerpoint/2010/main" val="114758476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207B7C3F-6665-7363-FC1B-0265FC48800B}"/>
              </a:ext>
            </a:extLst>
          </p:cNvPr>
          <p:cNvSpPr>
            <a:spLocks noGrp="1"/>
          </p:cNvSpPr>
          <p:nvPr>
            <p:ph type="title"/>
          </p:nvPr>
        </p:nvSpPr>
        <p:spPr/>
        <p:txBody>
          <a:bodyPr/>
          <a:lstStyle/>
          <a:p>
            <a:endParaRPr lang="en-US"/>
          </a:p>
        </p:txBody>
      </p:sp>
      <p:sp>
        <p:nvSpPr>
          <p:cNvPr id="13" name="Picture Placeholder 12">
            <a:extLst>
              <a:ext uri="{FF2B5EF4-FFF2-40B4-BE49-F238E27FC236}">
                <a16:creationId xmlns:a16="http://schemas.microsoft.com/office/drawing/2014/main" id="{583167C9-B2B9-CB63-644D-F0582A784076}"/>
              </a:ext>
            </a:extLst>
          </p:cNvPr>
          <p:cNvSpPr>
            <a:spLocks noGrp="1"/>
          </p:cNvSpPr>
          <p:nvPr>
            <p:ph type="pic" sz="quarter" idx="10"/>
          </p:nvPr>
        </p:nvSpPr>
        <p:spPr/>
        <p:txBody>
          <a:bodyPr/>
          <a:lstStyle/>
          <a:p>
            <a:endParaRPr lang="en-US"/>
          </a:p>
        </p:txBody>
      </p:sp>
      <p:sp>
        <p:nvSpPr>
          <p:cNvPr id="22" name="Picture Placeholder 21">
            <a:extLst>
              <a:ext uri="{FF2B5EF4-FFF2-40B4-BE49-F238E27FC236}">
                <a16:creationId xmlns:a16="http://schemas.microsoft.com/office/drawing/2014/main" id="{2D273840-B2F9-4C05-AD58-5A422BBB6276}"/>
              </a:ext>
            </a:extLst>
          </p:cNvPr>
          <p:cNvSpPr>
            <a:spLocks noGrp="1"/>
          </p:cNvSpPr>
          <p:nvPr>
            <p:ph type="pic" sz="quarter" idx="19"/>
          </p:nvPr>
        </p:nvSpPr>
        <p:spPr/>
        <p:txBody>
          <a:bodyPr/>
          <a:lstStyle/>
          <a:p>
            <a:endParaRPr lang="en-US"/>
          </a:p>
        </p:txBody>
      </p:sp>
      <p:sp>
        <p:nvSpPr>
          <p:cNvPr id="19" name="Picture Placeholder 18">
            <a:extLst>
              <a:ext uri="{FF2B5EF4-FFF2-40B4-BE49-F238E27FC236}">
                <a16:creationId xmlns:a16="http://schemas.microsoft.com/office/drawing/2014/main" id="{4B32C643-C399-3F83-7B91-65D394E32078}"/>
              </a:ext>
            </a:extLst>
          </p:cNvPr>
          <p:cNvSpPr>
            <a:spLocks noGrp="1"/>
          </p:cNvSpPr>
          <p:nvPr>
            <p:ph type="pic" sz="quarter" idx="16"/>
          </p:nvPr>
        </p:nvSpPr>
        <p:spPr/>
        <p:txBody>
          <a:bodyPr/>
          <a:lstStyle/>
          <a:p>
            <a:endParaRPr lang="en-US"/>
          </a:p>
        </p:txBody>
      </p:sp>
      <p:sp>
        <p:nvSpPr>
          <p:cNvPr id="20" name="Picture Placeholder 19">
            <a:extLst>
              <a:ext uri="{FF2B5EF4-FFF2-40B4-BE49-F238E27FC236}">
                <a16:creationId xmlns:a16="http://schemas.microsoft.com/office/drawing/2014/main" id="{CBAED9C3-7BF9-1FE1-36FD-54DA87E9EFFF}"/>
              </a:ext>
            </a:extLst>
          </p:cNvPr>
          <p:cNvSpPr>
            <a:spLocks noGrp="1"/>
          </p:cNvSpPr>
          <p:nvPr>
            <p:ph type="pic" sz="quarter" idx="17"/>
          </p:nvPr>
        </p:nvSpPr>
        <p:spPr/>
        <p:txBody>
          <a:bodyPr/>
          <a:lstStyle/>
          <a:p>
            <a:endParaRPr lang="en-US"/>
          </a:p>
        </p:txBody>
      </p:sp>
      <p:sp>
        <p:nvSpPr>
          <p:cNvPr id="14" name="Picture Placeholder 13">
            <a:extLst>
              <a:ext uri="{FF2B5EF4-FFF2-40B4-BE49-F238E27FC236}">
                <a16:creationId xmlns:a16="http://schemas.microsoft.com/office/drawing/2014/main" id="{EB8FD1A9-27E5-481A-1B06-FB9BF2CC08E6}"/>
              </a:ext>
            </a:extLst>
          </p:cNvPr>
          <p:cNvSpPr>
            <a:spLocks noGrp="1"/>
          </p:cNvSpPr>
          <p:nvPr>
            <p:ph type="pic" sz="quarter" idx="11"/>
          </p:nvPr>
        </p:nvSpPr>
        <p:spPr/>
        <p:txBody>
          <a:bodyPr/>
          <a:lstStyle/>
          <a:p>
            <a:endParaRPr lang="en-US"/>
          </a:p>
        </p:txBody>
      </p:sp>
      <p:sp>
        <p:nvSpPr>
          <p:cNvPr id="15" name="Picture Placeholder 14">
            <a:extLst>
              <a:ext uri="{FF2B5EF4-FFF2-40B4-BE49-F238E27FC236}">
                <a16:creationId xmlns:a16="http://schemas.microsoft.com/office/drawing/2014/main" id="{8A6FD0DD-3ECD-07ED-9918-7D1C52E79EC8}"/>
              </a:ext>
            </a:extLst>
          </p:cNvPr>
          <p:cNvSpPr>
            <a:spLocks noGrp="1"/>
          </p:cNvSpPr>
          <p:nvPr>
            <p:ph type="pic" sz="quarter" idx="12"/>
          </p:nvPr>
        </p:nvSpPr>
        <p:spPr/>
        <p:txBody>
          <a:bodyPr/>
          <a:lstStyle/>
          <a:p>
            <a:endParaRPr lang="en-US"/>
          </a:p>
        </p:txBody>
      </p:sp>
      <p:sp>
        <p:nvSpPr>
          <p:cNvPr id="16" name="Picture Placeholder 15">
            <a:extLst>
              <a:ext uri="{FF2B5EF4-FFF2-40B4-BE49-F238E27FC236}">
                <a16:creationId xmlns:a16="http://schemas.microsoft.com/office/drawing/2014/main" id="{78CE18D4-5716-DE38-1221-B284890A376A}"/>
              </a:ext>
            </a:extLst>
          </p:cNvPr>
          <p:cNvSpPr>
            <a:spLocks noGrp="1"/>
          </p:cNvSpPr>
          <p:nvPr>
            <p:ph type="pic" sz="quarter" idx="13"/>
          </p:nvPr>
        </p:nvSpPr>
        <p:spPr/>
        <p:txBody>
          <a:bodyPr/>
          <a:lstStyle/>
          <a:p>
            <a:endParaRPr lang="en-US"/>
          </a:p>
        </p:txBody>
      </p:sp>
      <p:sp>
        <p:nvSpPr>
          <p:cNvPr id="17" name="Picture Placeholder 16">
            <a:extLst>
              <a:ext uri="{FF2B5EF4-FFF2-40B4-BE49-F238E27FC236}">
                <a16:creationId xmlns:a16="http://schemas.microsoft.com/office/drawing/2014/main" id="{0602DB81-CAE2-F664-8B9C-FB03BBEB83AF}"/>
              </a:ext>
            </a:extLst>
          </p:cNvPr>
          <p:cNvSpPr>
            <a:spLocks noGrp="1"/>
          </p:cNvSpPr>
          <p:nvPr>
            <p:ph type="pic" sz="quarter" idx="14"/>
          </p:nvPr>
        </p:nvSpPr>
        <p:spPr/>
        <p:txBody>
          <a:bodyPr/>
          <a:lstStyle/>
          <a:p>
            <a:endParaRPr lang="en-US"/>
          </a:p>
        </p:txBody>
      </p:sp>
      <p:sp>
        <p:nvSpPr>
          <p:cNvPr id="18" name="Picture Placeholder 17">
            <a:extLst>
              <a:ext uri="{FF2B5EF4-FFF2-40B4-BE49-F238E27FC236}">
                <a16:creationId xmlns:a16="http://schemas.microsoft.com/office/drawing/2014/main" id="{E6947CB5-A80F-F0EE-D846-559C027347DA}"/>
              </a:ext>
            </a:extLst>
          </p:cNvPr>
          <p:cNvSpPr>
            <a:spLocks noGrp="1"/>
          </p:cNvSpPr>
          <p:nvPr>
            <p:ph type="pic" sz="quarter" idx="15"/>
          </p:nvPr>
        </p:nvSpPr>
        <p:spPr/>
        <p:txBody>
          <a:bodyPr/>
          <a:lstStyle/>
          <a:p>
            <a:endParaRPr lang="en-US"/>
          </a:p>
        </p:txBody>
      </p:sp>
      <p:sp>
        <p:nvSpPr>
          <p:cNvPr id="21" name="Picture Placeholder 20">
            <a:extLst>
              <a:ext uri="{FF2B5EF4-FFF2-40B4-BE49-F238E27FC236}">
                <a16:creationId xmlns:a16="http://schemas.microsoft.com/office/drawing/2014/main" id="{C74AF7CA-3E4E-DBFD-8C56-13BA85978262}"/>
              </a:ext>
            </a:extLst>
          </p:cNvPr>
          <p:cNvSpPr>
            <a:spLocks noGrp="1"/>
          </p:cNvSpPr>
          <p:nvPr>
            <p:ph type="pic" sz="quarter" idx="18"/>
          </p:nvPr>
        </p:nvSpPr>
        <p:spPr/>
        <p:txBody>
          <a:bodyPr/>
          <a:lstStyle/>
          <a:p>
            <a:endParaRPr lang="en-US"/>
          </a:p>
        </p:txBody>
      </p:sp>
    </p:spTree>
    <p:extLst>
      <p:ext uri="{BB962C8B-B14F-4D97-AF65-F5344CB8AC3E}">
        <p14:creationId xmlns:p14="http://schemas.microsoft.com/office/powerpoint/2010/main" val="49134401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AB76B-DEE1-0912-F230-56239F813902}"/>
              </a:ext>
            </a:extLst>
          </p:cNvPr>
          <p:cNvSpPr>
            <a:spLocks noGrp="1"/>
          </p:cNvSpPr>
          <p:nvPr>
            <p:ph type="title"/>
          </p:nvPr>
        </p:nvSpPr>
        <p:spPr/>
        <p:txBody>
          <a:bodyPr/>
          <a:lstStyle/>
          <a:p>
            <a:endParaRPr lang="en-US"/>
          </a:p>
        </p:txBody>
      </p:sp>
      <p:sp>
        <p:nvSpPr>
          <p:cNvPr id="3" name="Picture Placeholder 2">
            <a:extLst>
              <a:ext uri="{FF2B5EF4-FFF2-40B4-BE49-F238E27FC236}">
                <a16:creationId xmlns:a16="http://schemas.microsoft.com/office/drawing/2014/main" id="{D08C222C-21D7-999A-F840-AEB7DA21E73A}"/>
              </a:ext>
            </a:extLst>
          </p:cNvPr>
          <p:cNvSpPr>
            <a:spLocks noGrp="1"/>
          </p:cNvSpPr>
          <p:nvPr>
            <p:ph type="pic" sz="quarter" idx="10"/>
          </p:nvPr>
        </p:nvSpPr>
        <p:spPr/>
        <p:txBody>
          <a:bodyPr/>
          <a:lstStyle/>
          <a:p>
            <a:endParaRPr lang="en-US"/>
          </a:p>
        </p:txBody>
      </p:sp>
      <p:sp>
        <p:nvSpPr>
          <p:cNvPr id="4" name="Picture Placeholder 3">
            <a:extLst>
              <a:ext uri="{FF2B5EF4-FFF2-40B4-BE49-F238E27FC236}">
                <a16:creationId xmlns:a16="http://schemas.microsoft.com/office/drawing/2014/main" id="{6A471305-72D8-93FD-9F2A-952C697E0B45}"/>
              </a:ext>
            </a:extLst>
          </p:cNvPr>
          <p:cNvSpPr>
            <a:spLocks noGrp="1"/>
          </p:cNvSpPr>
          <p:nvPr>
            <p:ph type="pic" sz="quarter" idx="16"/>
          </p:nvPr>
        </p:nvSpPr>
        <p:spPr/>
        <p:txBody>
          <a:bodyPr/>
          <a:lstStyle/>
          <a:p>
            <a:endParaRPr lang="en-US"/>
          </a:p>
        </p:txBody>
      </p:sp>
      <p:sp>
        <p:nvSpPr>
          <p:cNvPr id="12" name="Picture Placeholder 11">
            <a:extLst>
              <a:ext uri="{FF2B5EF4-FFF2-40B4-BE49-F238E27FC236}">
                <a16:creationId xmlns:a16="http://schemas.microsoft.com/office/drawing/2014/main" id="{B4A02FD1-4C4C-44CC-DBB2-256CDE973B8B}"/>
              </a:ext>
            </a:extLst>
          </p:cNvPr>
          <p:cNvSpPr>
            <a:spLocks noGrp="1"/>
          </p:cNvSpPr>
          <p:nvPr>
            <p:ph type="pic" sz="quarter" idx="19"/>
          </p:nvPr>
        </p:nvSpPr>
        <p:spPr/>
        <p:txBody>
          <a:bodyPr/>
          <a:lstStyle/>
          <a:p>
            <a:endParaRPr lang="en-US"/>
          </a:p>
        </p:txBody>
      </p:sp>
      <p:sp>
        <p:nvSpPr>
          <p:cNvPr id="6" name="Picture Placeholder 5">
            <a:extLst>
              <a:ext uri="{FF2B5EF4-FFF2-40B4-BE49-F238E27FC236}">
                <a16:creationId xmlns:a16="http://schemas.microsoft.com/office/drawing/2014/main" id="{E413D68E-E93E-C68F-4DDB-8C988D3EA5C7}"/>
              </a:ext>
            </a:extLst>
          </p:cNvPr>
          <p:cNvSpPr>
            <a:spLocks noGrp="1"/>
          </p:cNvSpPr>
          <p:nvPr>
            <p:ph type="pic" sz="quarter" idx="18"/>
          </p:nvPr>
        </p:nvSpPr>
        <p:spPr/>
        <p:txBody>
          <a:bodyPr/>
          <a:lstStyle/>
          <a:p>
            <a:endParaRPr lang="en-US"/>
          </a:p>
        </p:txBody>
      </p:sp>
      <p:sp>
        <p:nvSpPr>
          <p:cNvPr id="5" name="Picture Placeholder 4">
            <a:extLst>
              <a:ext uri="{FF2B5EF4-FFF2-40B4-BE49-F238E27FC236}">
                <a16:creationId xmlns:a16="http://schemas.microsoft.com/office/drawing/2014/main" id="{376B3576-F3E1-6EE3-51CA-7E058C91AB1B}"/>
              </a:ext>
            </a:extLst>
          </p:cNvPr>
          <p:cNvSpPr>
            <a:spLocks noGrp="1"/>
          </p:cNvSpPr>
          <p:nvPr>
            <p:ph type="pic" sz="quarter" idx="17"/>
          </p:nvPr>
        </p:nvSpPr>
        <p:spPr/>
        <p:txBody>
          <a:bodyPr/>
          <a:lstStyle/>
          <a:p>
            <a:endParaRPr lang="en-US"/>
          </a:p>
        </p:txBody>
      </p:sp>
    </p:spTree>
    <p:extLst>
      <p:ext uri="{BB962C8B-B14F-4D97-AF65-F5344CB8AC3E}">
        <p14:creationId xmlns:p14="http://schemas.microsoft.com/office/powerpoint/2010/main" val="29011486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0B9F7-CE71-308F-AC5B-1B19AD2CDA4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333BD6C-FC41-81A1-5A65-4764C981B63E}"/>
              </a:ext>
            </a:extLst>
          </p:cNvPr>
          <p:cNvSpPr>
            <a:spLocks noGrp="1"/>
          </p:cNvSpPr>
          <p:nvPr>
            <p:ph type="body" sz="quarter" idx="29"/>
          </p:nvPr>
        </p:nvSpPr>
        <p:spPr/>
        <p:txBody>
          <a:bodyPr/>
          <a:lstStyle/>
          <a:p>
            <a:r>
              <a:rPr lang="en-US" dirty="0"/>
              <a:t>04</a:t>
            </a:r>
          </a:p>
        </p:txBody>
      </p:sp>
      <p:sp>
        <p:nvSpPr>
          <p:cNvPr id="3" name="Title 2">
            <a:extLst>
              <a:ext uri="{FF2B5EF4-FFF2-40B4-BE49-F238E27FC236}">
                <a16:creationId xmlns:a16="http://schemas.microsoft.com/office/drawing/2014/main" id="{C4EE90FC-8BCF-3B7F-B561-7C5667B25782}"/>
              </a:ext>
            </a:extLst>
          </p:cNvPr>
          <p:cNvSpPr>
            <a:spLocks noGrp="1"/>
          </p:cNvSpPr>
          <p:nvPr>
            <p:ph type="ctrTitle"/>
          </p:nvPr>
        </p:nvSpPr>
        <p:spPr/>
        <p:txBody>
          <a:bodyPr/>
          <a:lstStyle/>
          <a:p>
            <a:r>
              <a:rPr lang="en-US" dirty="0"/>
              <a:t>TEAM &amp; LEADERSHIP </a:t>
            </a:r>
            <a:br>
              <a:rPr lang="en-US" dirty="0"/>
            </a:br>
            <a:r>
              <a:rPr lang="en-US" dirty="0"/>
              <a:t>LAYOUT SLIDES</a:t>
            </a:r>
          </a:p>
        </p:txBody>
      </p:sp>
    </p:spTree>
    <p:extLst>
      <p:ext uri="{BB962C8B-B14F-4D97-AF65-F5344CB8AC3E}">
        <p14:creationId xmlns:p14="http://schemas.microsoft.com/office/powerpoint/2010/main" val="30852679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D9CF3-724E-E95F-B9D4-3CA36372C339}"/>
              </a:ext>
            </a:extLst>
          </p:cNvPr>
          <p:cNvSpPr>
            <a:spLocks noGrp="1"/>
          </p:cNvSpPr>
          <p:nvPr>
            <p:ph type="title"/>
          </p:nvPr>
        </p:nvSpPr>
        <p:spPr/>
        <p:txBody>
          <a:bodyPr/>
          <a:lstStyle/>
          <a:p>
            <a:endParaRPr lang="en-US"/>
          </a:p>
        </p:txBody>
      </p:sp>
      <p:sp>
        <p:nvSpPr>
          <p:cNvPr id="11" name="Picture Placeholder 10">
            <a:extLst>
              <a:ext uri="{FF2B5EF4-FFF2-40B4-BE49-F238E27FC236}">
                <a16:creationId xmlns:a16="http://schemas.microsoft.com/office/drawing/2014/main" id="{92D6E004-BFFA-58FF-AA90-EAE1328D7E1C}"/>
              </a:ext>
            </a:extLst>
          </p:cNvPr>
          <p:cNvSpPr>
            <a:spLocks noGrp="1"/>
          </p:cNvSpPr>
          <p:nvPr>
            <p:ph type="pic" sz="quarter" idx="28"/>
          </p:nvPr>
        </p:nvSpPr>
        <p:spPr/>
        <p:txBody>
          <a:bodyPr/>
          <a:lstStyle/>
          <a:p>
            <a:endParaRPr lang="en-US"/>
          </a:p>
        </p:txBody>
      </p:sp>
      <p:sp>
        <p:nvSpPr>
          <p:cNvPr id="3" name="Text Placeholder 2">
            <a:extLst>
              <a:ext uri="{FF2B5EF4-FFF2-40B4-BE49-F238E27FC236}">
                <a16:creationId xmlns:a16="http://schemas.microsoft.com/office/drawing/2014/main" id="{3764FF59-B402-DE09-1D47-E79CE68AB53B}"/>
              </a:ext>
            </a:extLst>
          </p:cNvPr>
          <p:cNvSpPr>
            <a:spLocks noGrp="1"/>
          </p:cNvSpPr>
          <p:nvPr>
            <p:ph type="body" sz="quarter" idx="13"/>
          </p:nvPr>
        </p:nvSpPr>
        <p:spPr/>
        <p:txBody>
          <a:bodyPr/>
          <a:lstStyle/>
          <a:p>
            <a:r>
              <a:rPr lang="en-US" dirty="0"/>
              <a:t>Lead Developer</a:t>
            </a:r>
          </a:p>
        </p:txBody>
      </p:sp>
      <p:sp>
        <p:nvSpPr>
          <p:cNvPr id="4" name="Text Placeholder 3">
            <a:extLst>
              <a:ext uri="{FF2B5EF4-FFF2-40B4-BE49-F238E27FC236}">
                <a16:creationId xmlns:a16="http://schemas.microsoft.com/office/drawing/2014/main" id="{917C9815-C870-E349-EBB3-E0AE59A3A0C8}"/>
              </a:ext>
            </a:extLst>
          </p:cNvPr>
          <p:cNvSpPr>
            <a:spLocks noGrp="1"/>
          </p:cNvSpPr>
          <p:nvPr>
            <p:ph type="body" sz="quarter" idx="14"/>
          </p:nvPr>
        </p:nvSpPr>
        <p:spPr/>
        <p:txBody>
          <a:bodyPr/>
          <a:lstStyle/>
          <a:p>
            <a:endParaRPr lang="en-US"/>
          </a:p>
        </p:txBody>
      </p:sp>
      <p:sp>
        <p:nvSpPr>
          <p:cNvPr id="12" name="Picture Placeholder 11">
            <a:extLst>
              <a:ext uri="{FF2B5EF4-FFF2-40B4-BE49-F238E27FC236}">
                <a16:creationId xmlns:a16="http://schemas.microsoft.com/office/drawing/2014/main" id="{CAB0EA9F-F51C-84B6-8C81-4F0CEC5199E1}"/>
              </a:ext>
            </a:extLst>
          </p:cNvPr>
          <p:cNvSpPr>
            <a:spLocks noGrp="1"/>
          </p:cNvSpPr>
          <p:nvPr>
            <p:ph type="pic" sz="quarter" idx="29"/>
          </p:nvPr>
        </p:nvSpPr>
        <p:spPr/>
        <p:txBody>
          <a:bodyPr/>
          <a:lstStyle/>
          <a:p>
            <a:endParaRPr lang="en-US"/>
          </a:p>
        </p:txBody>
      </p:sp>
      <p:sp>
        <p:nvSpPr>
          <p:cNvPr id="5" name="Text Placeholder 4">
            <a:extLst>
              <a:ext uri="{FF2B5EF4-FFF2-40B4-BE49-F238E27FC236}">
                <a16:creationId xmlns:a16="http://schemas.microsoft.com/office/drawing/2014/main" id="{E21716FE-3C90-6AF2-FA38-C7A9CD00A82F}"/>
              </a:ext>
            </a:extLst>
          </p:cNvPr>
          <p:cNvSpPr>
            <a:spLocks noGrp="1"/>
          </p:cNvSpPr>
          <p:nvPr>
            <p:ph type="body" sz="quarter" idx="15"/>
          </p:nvPr>
        </p:nvSpPr>
        <p:spPr/>
        <p:txBody>
          <a:bodyPr/>
          <a:lstStyle/>
          <a:p>
            <a:r>
              <a:rPr lang="en-US" dirty="0"/>
              <a:t>Concept Refiner</a:t>
            </a:r>
          </a:p>
        </p:txBody>
      </p:sp>
      <p:sp>
        <p:nvSpPr>
          <p:cNvPr id="6" name="Text Placeholder 5">
            <a:extLst>
              <a:ext uri="{FF2B5EF4-FFF2-40B4-BE49-F238E27FC236}">
                <a16:creationId xmlns:a16="http://schemas.microsoft.com/office/drawing/2014/main" id="{2ACF309F-0FAF-5A92-AC31-9B2A9018F616}"/>
              </a:ext>
            </a:extLst>
          </p:cNvPr>
          <p:cNvSpPr>
            <a:spLocks noGrp="1"/>
          </p:cNvSpPr>
          <p:nvPr>
            <p:ph type="body" sz="quarter" idx="16"/>
          </p:nvPr>
        </p:nvSpPr>
        <p:spPr/>
        <p:txBody>
          <a:bodyPr/>
          <a:lstStyle/>
          <a:p>
            <a:endParaRPr lang="en-US"/>
          </a:p>
        </p:txBody>
      </p:sp>
      <p:sp>
        <p:nvSpPr>
          <p:cNvPr id="13" name="Picture Placeholder 12">
            <a:extLst>
              <a:ext uri="{FF2B5EF4-FFF2-40B4-BE49-F238E27FC236}">
                <a16:creationId xmlns:a16="http://schemas.microsoft.com/office/drawing/2014/main" id="{0D6E96B1-371F-F6FB-C329-13F5EDA8E423}"/>
              </a:ext>
            </a:extLst>
          </p:cNvPr>
          <p:cNvSpPr>
            <a:spLocks noGrp="1"/>
          </p:cNvSpPr>
          <p:nvPr>
            <p:ph type="pic" sz="quarter" idx="30"/>
          </p:nvPr>
        </p:nvSpPr>
        <p:spPr/>
        <p:txBody>
          <a:bodyPr/>
          <a:lstStyle/>
          <a:p>
            <a:endParaRPr lang="en-US"/>
          </a:p>
        </p:txBody>
      </p:sp>
      <p:sp>
        <p:nvSpPr>
          <p:cNvPr id="7" name="Text Placeholder 6">
            <a:extLst>
              <a:ext uri="{FF2B5EF4-FFF2-40B4-BE49-F238E27FC236}">
                <a16:creationId xmlns:a16="http://schemas.microsoft.com/office/drawing/2014/main" id="{CD199D67-BDEE-F4B9-E331-5C61CB1C7606}"/>
              </a:ext>
            </a:extLst>
          </p:cNvPr>
          <p:cNvSpPr>
            <a:spLocks noGrp="1"/>
          </p:cNvSpPr>
          <p:nvPr>
            <p:ph type="body" sz="quarter" idx="17"/>
          </p:nvPr>
        </p:nvSpPr>
        <p:spPr/>
        <p:txBody>
          <a:bodyPr/>
          <a:lstStyle/>
          <a:p>
            <a:r>
              <a:rPr lang="en-US" dirty="0"/>
              <a:t>Code Tester </a:t>
            </a:r>
          </a:p>
        </p:txBody>
      </p:sp>
      <p:sp>
        <p:nvSpPr>
          <p:cNvPr id="8" name="Text Placeholder 7">
            <a:extLst>
              <a:ext uri="{FF2B5EF4-FFF2-40B4-BE49-F238E27FC236}">
                <a16:creationId xmlns:a16="http://schemas.microsoft.com/office/drawing/2014/main" id="{AC4B7181-1B39-B1BA-1357-582500524288}"/>
              </a:ext>
            </a:extLst>
          </p:cNvPr>
          <p:cNvSpPr>
            <a:spLocks noGrp="1"/>
          </p:cNvSpPr>
          <p:nvPr>
            <p:ph type="body" sz="quarter" idx="18"/>
          </p:nvPr>
        </p:nvSpPr>
        <p:spPr/>
        <p:txBody>
          <a:bodyPr/>
          <a:lstStyle/>
          <a:p>
            <a:endParaRPr lang="en-US"/>
          </a:p>
        </p:txBody>
      </p:sp>
      <p:sp>
        <p:nvSpPr>
          <p:cNvPr id="14" name="Picture Placeholder 13">
            <a:extLst>
              <a:ext uri="{FF2B5EF4-FFF2-40B4-BE49-F238E27FC236}">
                <a16:creationId xmlns:a16="http://schemas.microsoft.com/office/drawing/2014/main" id="{B91494A4-D595-F178-A9D8-96384D293C7E}"/>
              </a:ext>
            </a:extLst>
          </p:cNvPr>
          <p:cNvSpPr>
            <a:spLocks noGrp="1"/>
          </p:cNvSpPr>
          <p:nvPr>
            <p:ph type="pic" sz="quarter" idx="31"/>
          </p:nvPr>
        </p:nvSpPr>
        <p:spPr/>
        <p:txBody>
          <a:bodyPr/>
          <a:lstStyle/>
          <a:p>
            <a:endParaRPr lang="en-US"/>
          </a:p>
        </p:txBody>
      </p:sp>
      <p:sp>
        <p:nvSpPr>
          <p:cNvPr id="9" name="Text Placeholder 8">
            <a:extLst>
              <a:ext uri="{FF2B5EF4-FFF2-40B4-BE49-F238E27FC236}">
                <a16:creationId xmlns:a16="http://schemas.microsoft.com/office/drawing/2014/main" id="{4678D727-A823-CA22-6FFB-7C70EBE17418}"/>
              </a:ext>
            </a:extLst>
          </p:cNvPr>
          <p:cNvSpPr>
            <a:spLocks noGrp="1"/>
          </p:cNvSpPr>
          <p:nvPr>
            <p:ph type="body" sz="quarter" idx="19"/>
          </p:nvPr>
        </p:nvSpPr>
        <p:spPr/>
        <p:txBody>
          <a:bodyPr/>
          <a:lstStyle/>
          <a:p>
            <a:r>
              <a:rPr lang="en-US" dirty="0"/>
              <a:t>Logistics Coordinator</a:t>
            </a:r>
          </a:p>
        </p:txBody>
      </p:sp>
      <p:sp>
        <p:nvSpPr>
          <p:cNvPr id="10" name="Text Placeholder 9">
            <a:extLst>
              <a:ext uri="{FF2B5EF4-FFF2-40B4-BE49-F238E27FC236}">
                <a16:creationId xmlns:a16="http://schemas.microsoft.com/office/drawing/2014/main" id="{B1BAEBB4-0594-3EB7-C992-14534783E8EE}"/>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192668122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0BFFB59-539B-48B5-2BF9-E19FEA3CB2CB}"/>
              </a:ext>
            </a:extLst>
          </p:cNvPr>
          <p:cNvSpPr>
            <a:spLocks noGrp="1"/>
          </p:cNvSpPr>
          <p:nvPr>
            <p:ph type="title"/>
          </p:nvPr>
        </p:nvSpPr>
        <p:spPr/>
        <p:txBody>
          <a:bodyPr/>
          <a:lstStyle/>
          <a:p>
            <a:endParaRPr lang="en-US"/>
          </a:p>
        </p:txBody>
      </p:sp>
      <p:sp>
        <p:nvSpPr>
          <p:cNvPr id="24" name="Picture Placeholder 23">
            <a:extLst>
              <a:ext uri="{FF2B5EF4-FFF2-40B4-BE49-F238E27FC236}">
                <a16:creationId xmlns:a16="http://schemas.microsoft.com/office/drawing/2014/main" id="{90EF98AA-0EDA-7DED-EDD7-1879C63259D9}"/>
              </a:ext>
            </a:extLst>
          </p:cNvPr>
          <p:cNvSpPr>
            <a:spLocks noGrp="1"/>
          </p:cNvSpPr>
          <p:nvPr>
            <p:ph type="pic" sz="quarter" idx="28"/>
          </p:nvPr>
        </p:nvSpPr>
        <p:spPr/>
        <p:txBody>
          <a:bodyPr/>
          <a:lstStyle/>
          <a:p>
            <a:endParaRPr lang="en-US"/>
          </a:p>
        </p:txBody>
      </p:sp>
      <p:sp>
        <p:nvSpPr>
          <p:cNvPr id="16" name="Text Placeholder 15">
            <a:extLst>
              <a:ext uri="{FF2B5EF4-FFF2-40B4-BE49-F238E27FC236}">
                <a16:creationId xmlns:a16="http://schemas.microsoft.com/office/drawing/2014/main" id="{59266D5A-0E1C-FEC5-8E27-3CC11126A3D0}"/>
              </a:ext>
            </a:extLst>
          </p:cNvPr>
          <p:cNvSpPr>
            <a:spLocks noGrp="1"/>
          </p:cNvSpPr>
          <p:nvPr>
            <p:ph type="body" sz="quarter" idx="13"/>
          </p:nvPr>
        </p:nvSpPr>
        <p:spPr/>
        <p:txBody>
          <a:bodyPr/>
          <a:lstStyle/>
          <a:p>
            <a:endParaRPr lang="en-US"/>
          </a:p>
        </p:txBody>
      </p:sp>
      <p:sp>
        <p:nvSpPr>
          <p:cNvPr id="17" name="Text Placeholder 16">
            <a:extLst>
              <a:ext uri="{FF2B5EF4-FFF2-40B4-BE49-F238E27FC236}">
                <a16:creationId xmlns:a16="http://schemas.microsoft.com/office/drawing/2014/main" id="{271B7AAF-8C26-F5C8-3E1E-AF636744577B}"/>
              </a:ext>
            </a:extLst>
          </p:cNvPr>
          <p:cNvSpPr>
            <a:spLocks noGrp="1"/>
          </p:cNvSpPr>
          <p:nvPr>
            <p:ph type="body" sz="quarter" idx="14"/>
          </p:nvPr>
        </p:nvSpPr>
        <p:spPr/>
        <p:txBody>
          <a:bodyPr/>
          <a:lstStyle/>
          <a:p>
            <a:endParaRPr lang="en-US"/>
          </a:p>
        </p:txBody>
      </p:sp>
      <p:sp>
        <p:nvSpPr>
          <p:cNvPr id="25" name="Picture Placeholder 24">
            <a:extLst>
              <a:ext uri="{FF2B5EF4-FFF2-40B4-BE49-F238E27FC236}">
                <a16:creationId xmlns:a16="http://schemas.microsoft.com/office/drawing/2014/main" id="{8DBCD4D4-547C-547E-2719-9917325CC3BA}"/>
              </a:ext>
            </a:extLst>
          </p:cNvPr>
          <p:cNvSpPr>
            <a:spLocks noGrp="1"/>
          </p:cNvSpPr>
          <p:nvPr>
            <p:ph type="pic" sz="quarter" idx="29"/>
          </p:nvPr>
        </p:nvSpPr>
        <p:spPr/>
        <p:txBody>
          <a:bodyPr/>
          <a:lstStyle/>
          <a:p>
            <a:endParaRPr lang="en-US"/>
          </a:p>
        </p:txBody>
      </p:sp>
      <p:sp>
        <p:nvSpPr>
          <p:cNvPr id="18" name="Text Placeholder 17">
            <a:extLst>
              <a:ext uri="{FF2B5EF4-FFF2-40B4-BE49-F238E27FC236}">
                <a16:creationId xmlns:a16="http://schemas.microsoft.com/office/drawing/2014/main" id="{42D0885E-971C-7260-78E0-E412FE148E55}"/>
              </a:ext>
            </a:extLst>
          </p:cNvPr>
          <p:cNvSpPr>
            <a:spLocks noGrp="1"/>
          </p:cNvSpPr>
          <p:nvPr>
            <p:ph type="body" sz="quarter" idx="15"/>
          </p:nvPr>
        </p:nvSpPr>
        <p:spPr/>
        <p:txBody>
          <a:bodyPr/>
          <a:lstStyle/>
          <a:p>
            <a:endParaRPr lang="en-US"/>
          </a:p>
        </p:txBody>
      </p:sp>
      <p:sp>
        <p:nvSpPr>
          <p:cNvPr id="19" name="Text Placeholder 18">
            <a:extLst>
              <a:ext uri="{FF2B5EF4-FFF2-40B4-BE49-F238E27FC236}">
                <a16:creationId xmlns:a16="http://schemas.microsoft.com/office/drawing/2014/main" id="{EB3D290C-664B-4CFF-9608-CB5899AE5448}"/>
              </a:ext>
            </a:extLst>
          </p:cNvPr>
          <p:cNvSpPr>
            <a:spLocks noGrp="1"/>
          </p:cNvSpPr>
          <p:nvPr>
            <p:ph type="body" sz="quarter" idx="16"/>
          </p:nvPr>
        </p:nvSpPr>
        <p:spPr/>
        <p:txBody>
          <a:bodyPr/>
          <a:lstStyle/>
          <a:p>
            <a:endParaRPr lang="en-US"/>
          </a:p>
        </p:txBody>
      </p:sp>
      <p:sp>
        <p:nvSpPr>
          <p:cNvPr id="26" name="Picture Placeholder 25">
            <a:extLst>
              <a:ext uri="{FF2B5EF4-FFF2-40B4-BE49-F238E27FC236}">
                <a16:creationId xmlns:a16="http://schemas.microsoft.com/office/drawing/2014/main" id="{BB135A51-1510-F7B3-ABFD-81277D30CC4F}"/>
              </a:ext>
            </a:extLst>
          </p:cNvPr>
          <p:cNvSpPr>
            <a:spLocks noGrp="1"/>
          </p:cNvSpPr>
          <p:nvPr>
            <p:ph type="pic" sz="quarter" idx="30"/>
          </p:nvPr>
        </p:nvSpPr>
        <p:spPr/>
        <p:txBody>
          <a:bodyPr/>
          <a:lstStyle/>
          <a:p>
            <a:endParaRPr lang="en-US"/>
          </a:p>
        </p:txBody>
      </p:sp>
      <p:sp>
        <p:nvSpPr>
          <p:cNvPr id="20" name="Text Placeholder 19">
            <a:extLst>
              <a:ext uri="{FF2B5EF4-FFF2-40B4-BE49-F238E27FC236}">
                <a16:creationId xmlns:a16="http://schemas.microsoft.com/office/drawing/2014/main" id="{FF33C1F9-0A28-A441-BD62-2F9ED5A6ECAF}"/>
              </a:ext>
            </a:extLst>
          </p:cNvPr>
          <p:cNvSpPr>
            <a:spLocks noGrp="1"/>
          </p:cNvSpPr>
          <p:nvPr>
            <p:ph type="body" sz="quarter" idx="17"/>
          </p:nvPr>
        </p:nvSpPr>
        <p:spPr/>
        <p:txBody>
          <a:bodyPr/>
          <a:lstStyle/>
          <a:p>
            <a:endParaRPr lang="en-US"/>
          </a:p>
        </p:txBody>
      </p:sp>
      <p:sp>
        <p:nvSpPr>
          <p:cNvPr id="21" name="Text Placeholder 20">
            <a:extLst>
              <a:ext uri="{FF2B5EF4-FFF2-40B4-BE49-F238E27FC236}">
                <a16:creationId xmlns:a16="http://schemas.microsoft.com/office/drawing/2014/main" id="{3B3DFA04-F06B-52CC-FCE8-8FAF0B720DBF}"/>
              </a:ext>
            </a:extLst>
          </p:cNvPr>
          <p:cNvSpPr>
            <a:spLocks noGrp="1"/>
          </p:cNvSpPr>
          <p:nvPr>
            <p:ph type="body" sz="quarter" idx="18"/>
          </p:nvPr>
        </p:nvSpPr>
        <p:spPr/>
        <p:txBody>
          <a:bodyPr/>
          <a:lstStyle/>
          <a:p>
            <a:endParaRPr lang="en-US"/>
          </a:p>
        </p:txBody>
      </p:sp>
      <p:sp>
        <p:nvSpPr>
          <p:cNvPr id="27" name="Picture Placeholder 26">
            <a:extLst>
              <a:ext uri="{FF2B5EF4-FFF2-40B4-BE49-F238E27FC236}">
                <a16:creationId xmlns:a16="http://schemas.microsoft.com/office/drawing/2014/main" id="{A9433043-F42D-D614-158E-D3CDCC58258A}"/>
              </a:ext>
            </a:extLst>
          </p:cNvPr>
          <p:cNvSpPr>
            <a:spLocks noGrp="1"/>
          </p:cNvSpPr>
          <p:nvPr>
            <p:ph type="pic" sz="quarter" idx="31"/>
          </p:nvPr>
        </p:nvSpPr>
        <p:spPr/>
        <p:txBody>
          <a:bodyPr/>
          <a:lstStyle/>
          <a:p>
            <a:endParaRPr lang="en-US"/>
          </a:p>
        </p:txBody>
      </p:sp>
      <p:sp>
        <p:nvSpPr>
          <p:cNvPr id="22" name="Text Placeholder 21">
            <a:extLst>
              <a:ext uri="{FF2B5EF4-FFF2-40B4-BE49-F238E27FC236}">
                <a16:creationId xmlns:a16="http://schemas.microsoft.com/office/drawing/2014/main" id="{F3AD0538-3B37-9C4F-0F66-40BCE816B2F5}"/>
              </a:ext>
            </a:extLst>
          </p:cNvPr>
          <p:cNvSpPr>
            <a:spLocks noGrp="1"/>
          </p:cNvSpPr>
          <p:nvPr>
            <p:ph type="body" sz="quarter" idx="19"/>
          </p:nvPr>
        </p:nvSpPr>
        <p:spPr/>
        <p:txBody>
          <a:bodyPr/>
          <a:lstStyle/>
          <a:p>
            <a:endParaRPr lang="en-US"/>
          </a:p>
        </p:txBody>
      </p:sp>
      <p:sp>
        <p:nvSpPr>
          <p:cNvPr id="23" name="Text Placeholder 22">
            <a:extLst>
              <a:ext uri="{FF2B5EF4-FFF2-40B4-BE49-F238E27FC236}">
                <a16:creationId xmlns:a16="http://schemas.microsoft.com/office/drawing/2014/main" id="{0D0DCD06-F223-70B7-DF41-E3E6BCB5EB43}"/>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154201585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B085F9F8-4AB5-A7FB-DB66-59B551EC41B7}"/>
              </a:ext>
            </a:extLst>
          </p:cNvPr>
          <p:cNvSpPr>
            <a:spLocks noGrp="1"/>
          </p:cNvSpPr>
          <p:nvPr>
            <p:ph type="title"/>
          </p:nvPr>
        </p:nvSpPr>
        <p:spPr/>
        <p:txBody>
          <a:bodyPr/>
          <a:lstStyle/>
          <a:p>
            <a:endParaRPr lang="en-US"/>
          </a:p>
        </p:txBody>
      </p:sp>
      <p:sp>
        <p:nvSpPr>
          <p:cNvPr id="36" name="Picture Placeholder 35">
            <a:extLst>
              <a:ext uri="{FF2B5EF4-FFF2-40B4-BE49-F238E27FC236}">
                <a16:creationId xmlns:a16="http://schemas.microsoft.com/office/drawing/2014/main" id="{35A0FD1F-E1D8-B800-8603-F896EC307259}"/>
              </a:ext>
            </a:extLst>
          </p:cNvPr>
          <p:cNvSpPr>
            <a:spLocks noGrp="1"/>
          </p:cNvSpPr>
          <p:nvPr>
            <p:ph type="pic" sz="quarter" idx="21"/>
          </p:nvPr>
        </p:nvSpPr>
        <p:spPr/>
        <p:txBody>
          <a:bodyPr/>
          <a:lstStyle/>
          <a:p>
            <a:endParaRPr lang="en-US"/>
          </a:p>
        </p:txBody>
      </p:sp>
      <p:sp>
        <p:nvSpPr>
          <p:cNvPr id="28" name="Text Placeholder 27">
            <a:extLst>
              <a:ext uri="{FF2B5EF4-FFF2-40B4-BE49-F238E27FC236}">
                <a16:creationId xmlns:a16="http://schemas.microsoft.com/office/drawing/2014/main" id="{53DFDEE1-E688-8D4E-49A1-3462CCBCB7BC}"/>
              </a:ext>
            </a:extLst>
          </p:cNvPr>
          <p:cNvSpPr>
            <a:spLocks noGrp="1"/>
          </p:cNvSpPr>
          <p:nvPr>
            <p:ph type="body" sz="quarter" idx="13"/>
          </p:nvPr>
        </p:nvSpPr>
        <p:spPr/>
        <p:txBody>
          <a:bodyPr/>
          <a:lstStyle/>
          <a:p>
            <a:endParaRPr lang="en-US"/>
          </a:p>
        </p:txBody>
      </p:sp>
      <p:sp>
        <p:nvSpPr>
          <p:cNvPr id="29" name="Text Placeholder 28">
            <a:extLst>
              <a:ext uri="{FF2B5EF4-FFF2-40B4-BE49-F238E27FC236}">
                <a16:creationId xmlns:a16="http://schemas.microsoft.com/office/drawing/2014/main" id="{133DBEA6-AD99-56BF-538D-2C3272F13918}"/>
              </a:ext>
            </a:extLst>
          </p:cNvPr>
          <p:cNvSpPr>
            <a:spLocks noGrp="1"/>
          </p:cNvSpPr>
          <p:nvPr>
            <p:ph type="body" sz="quarter" idx="14"/>
          </p:nvPr>
        </p:nvSpPr>
        <p:spPr/>
        <p:txBody>
          <a:bodyPr/>
          <a:lstStyle/>
          <a:p>
            <a:endParaRPr lang="en-US"/>
          </a:p>
        </p:txBody>
      </p:sp>
      <p:sp>
        <p:nvSpPr>
          <p:cNvPr id="46" name="Picture Placeholder 45">
            <a:extLst>
              <a:ext uri="{FF2B5EF4-FFF2-40B4-BE49-F238E27FC236}">
                <a16:creationId xmlns:a16="http://schemas.microsoft.com/office/drawing/2014/main" id="{EAA1E122-773F-9263-A809-E74744404B5B}"/>
              </a:ext>
            </a:extLst>
          </p:cNvPr>
          <p:cNvSpPr>
            <a:spLocks noGrp="1"/>
          </p:cNvSpPr>
          <p:nvPr>
            <p:ph type="pic" sz="quarter" idx="38"/>
          </p:nvPr>
        </p:nvSpPr>
        <p:spPr/>
        <p:txBody>
          <a:bodyPr/>
          <a:lstStyle/>
          <a:p>
            <a:endParaRPr lang="en-US"/>
          </a:p>
        </p:txBody>
      </p:sp>
      <p:sp>
        <p:nvSpPr>
          <p:cNvPr id="30" name="Text Placeholder 29">
            <a:extLst>
              <a:ext uri="{FF2B5EF4-FFF2-40B4-BE49-F238E27FC236}">
                <a16:creationId xmlns:a16="http://schemas.microsoft.com/office/drawing/2014/main" id="{2960D65A-E801-317D-4A26-D85E27F397B1}"/>
              </a:ext>
            </a:extLst>
          </p:cNvPr>
          <p:cNvSpPr>
            <a:spLocks noGrp="1"/>
          </p:cNvSpPr>
          <p:nvPr>
            <p:ph type="body" sz="quarter" idx="15"/>
          </p:nvPr>
        </p:nvSpPr>
        <p:spPr/>
        <p:txBody>
          <a:bodyPr/>
          <a:lstStyle/>
          <a:p>
            <a:endParaRPr lang="en-US"/>
          </a:p>
        </p:txBody>
      </p:sp>
      <p:sp>
        <p:nvSpPr>
          <p:cNvPr id="31" name="Text Placeholder 30">
            <a:extLst>
              <a:ext uri="{FF2B5EF4-FFF2-40B4-BE49-F238E27FC236}">
                <a16:creationId xmlns:a16="http://schemas.microsoft.com/office/drawing/2014/main" id="{F87D8F70-9B24-F394-DFC7-B8F51B322CEE}"/>
              </a:ext>
            </a:extLst>
          </p:cNvPr>
          <p:cNvSpPr>
            <a:spLocks noGrp="1"/>
          </p:cNvSpPr>
          <p:nvPr>
            <p:ph type="body" sz="quarter" idx="16"/>
          </p:nvPr>
        </p:nvSpPr>
        <p:spPr/>
        <p:txBody>
          <a:bodyPr/>
          <a:lstStyle/>
          <a:p>
            <a:endParaRPr lang="en-US"/>
          </a:p>
        </p:txBody>
      </p:sp>
      <p:sp>
        <p:nvSpPr>
          <p:cNvPr id="48" name="Picture Placeholder 47">
            <a:extLst>
              <a:ext uri="{FF2B5EF4-FFF2-40B4-BE49-F238E27FC236}">
                <a16:creationId xmlns:a16="http://schemas.microsoft.com/office/drawing/2014/main" id="{8C4893E2-7A6E-89CC-6222-2F00468C27ED}"/>
              </a:ext>
            </a:extLst>
          </p:cNvPr>
          <p:cNvSpPr>
            <a:spLocks noGrp="1"/>
          </p:cNvSpPr>
          <p:nvPr>
            <p:ph type="pic" sz="quarter" idx="40"/>
          </p:nvPr>
        </p:nvSpPr>
        <p:spPr/>
        <p:txBody>
          <a:bodyPr/>
          <a:lstStyle/>
          <a:p>
            <a:endParaRPr lang="en-US"/>
          </a:p>
        </p:txBody>
      </p:sp>
      <p:sp>
        <p:nvSpPr>
          <p:cNvPr id="32" name="Text Placeholder 31">
            <a:extLst>
              <a:ext uri="{FF2B5EF4-FFF2-40B4-BE49-F238E27FC236}">
                <a16:creationId xmlns:a16="http://schemas.microsoft.com/office/drawing/2014/main" id="{516F4FC0-253B-39DC-8F5E-E05F1D89E828}"/>
              </a:ext>
            </a:extLst>
          </p:cNvPr>
          <p:cNvSpPr>
            <a:spLocks noGrp="1"/>
          </p:cNvSpPr>
          <p:nvPr>
            <p:ph type="body" sz="quarter" idx="17"/>
          </p:nvPr>
        </p:nvSpPr>
        <p:spPr/>
        <p:txBody>
          <a:bodyPr/>
          <a:lstStyle/>
          <a:p>
            <a:endParaRPr lang="en-US"/>
          </a:p>
        </p:txBody>
      </p:sp>
      <p:sp>
        <p:nvSpPr>
          <p:cNvPr id="33" name="Text Placeholder 32">
            <a:extLst>
              <a:ext uri="{FF2B5EF4-FFF2-40B4-BE49-F238E27FC236}">
                <a16:creationId xmlns:a16="http://schemas.microsoft.com/office/drawing/2014/main" id="{E5CC37CB-DE58-4C08-42E2-80B548C94666}"/>
              </a:ext>
            </a:extLst>
          </p:cNvPr>
          <p:cNvSpPr>
            <a:spLocks noGrp="1"/>
          </p:cNvSpPr>
          <p:nvPr>
            <p:ph type="body" sz="quarter" idx="18"/>
          </p:nvPr>
        </p:nvSpPr>
        <p:spPr/>
        <p:txBody>
          <a:bodyPr/>
          <a:lstStyle/>
          <a:p>
            <a:endParaRPr lang="en-US"/>
          </a:p>
        </p:txBody>
      </p:sp>
      <p:sp>
        <p:nvSpPr>
          <p:cNvPr id="50" name="Picture Placeholder 49">
            <a:extLst>
              <a:ext uri="{FF2B5EF4-FFF2-40B4-BE49-F238E27FC236}">
                <a16:creationId xmlns:a16="http://schemas.microsoft.com/office/drawing/2014/main" id="{E08D9848-DC29-3507-E259-1874EC32A276}"/>
              </a:ext>
            </a:extLst>
          </p:cNvPr>
          <p:cNvSpPr>
            <a:spLocks noGrp="1"/>
          </p:cNvSpPr>
          <p:nvPr>
            <p:ph type="pic" sz="quarter" idx="42"/>
          </p:nvPr>
        </p:nvSpPr>
        <p:spPr/>
        <p:txBody>
          <a:bodyPr/>
          <a:lstStyle/>
          <a:p>
            <a:endParaRPr lang="en-US"/>
          </a:p>
        </p:txBody>
      </p:sp>
      <p:sp>
        <p:nvSpPr>
          <p:cNvPr id="34" name="Text Placeholder 33">
            <a:extLst>
              <a:ext uri="{FF2B5EF4-FFF2-40B4-BE49-F238E27FC236}">
                <a16:creationId xmlns:a16="http://schemas.microsoft.com/office/drawing/2014/main" id="{E5EB060B-31B8-2817-04E0-B116AAEFFC9F}"/>
              </a:ext>
            </a:extLst>
          </p:cNvPr>
          <p:cNvSpPr>
            <a:spLocks noGrp="1"/>
          </p:cNvSpPr>
          <p:nvPr>
            <p:ph type="body" sz="quarter" idx="19"/>
          </p:nvPr>
        </p:nvSpPr>
        <p:spPr/>
        <p:txBody>
          <a:bodyPr/>
          <a:lstStyle/>
          <a:p>
            <a:endParaRPr lang="en-US"/>
          </a:p>
        </p:txBody>
      </p:sp>
      <p:sp>
        <p:nvSpPr>
          <p:cNvPr id="35" name="Text Placeholder 34">
            <a:extLst>
              <a:ext uri="{FF2B5EF4-FFF2-40B4-BE49-F238E27FC236}">
                <a16:creationId xmlns:a16="http://schemas.microsoft.com/office/drawing/2014/main" id="{7BA149BA-58A5-040C-B417-6A7AD4ECB97D}"/>
              </a:ext>
            </a:extLst>
          </p:cNvPr>
          <p:cNvSpPr>
            <a:spLocks noGrp="1"/>
          </p:cNvSpPr>
          <p:nvPr>
            <p:ph type="body" sz="quarter" idx="20"/>
          </p:nvPr>
        </p:nvSpPr>
        <p:spPr/>
        <p:txBody>
          <a:bodyPr/>
          <a:lstStyle/>
          <a:p>
            <a:endParaRPr lang="en-US"/>
          </a:p>
        </p:txBody>
      </p:sp>
      <p:sp>
        <p:nvSpPr>
          <p:cNvPr id="45" name="Picture Placeholder 44">
            <a:extLst>
              <a:ext uri="{FF2B5EF4-FFF2-40B4-BE49-F238E27FC236}">
                <a16:creationId xmlns:a16="http://schemas.microsoft.com/office/drawing/2014/main" id="{51CD09B4-E2F4-586B-D3AA-CF6A0DEB7368}"/>
              </a:ext>
            </a:extLst>
          </p:cNvPr>
          <p:cNvSpPr>
            <a:spLocks noGrp="1"/>
          </p:cNvSpPr>
          <p:nvPr>
            <p:ph type="pic" sz="quarter" idx="37"/>
          </p:nvPr>
        </p:nvSpPr>
        <p:spPr/>
        <p:txBody>
          <a:bodyPr/>
          <a:lstStyle/>
          <a:p>
            <a:endParaRPr lang="en-US"/>
          </a:p>
        </p:txBody>
      </p:sp>
      <p:sp>
        <p:nvSpPr>
          <p:cNvPr id="37" name="Text Placeholder 36">
            <a:extLst>
              <a:ext uri="{FF2B5EF4-FFF2-40B4-BE49-F238E27FC236}">
                <a16:creationId xmlns:a16="http://schemas.microsoft.com/office/drawing/2014/main" id="{7EA669FC-9ACE-963D-768D-C3E210703152}"/>
              </a:ext>
            </a:extLst>
          </p:cNvPr>
          <p:cNvSpPr>
            <a:spLocks noGrp="1"/>
          </p:cNvSpPr>
          <p:nvPr>
            <p:ph type="body" sz="quarter" idx="29"/>
          </p:nvPr>
        </p:nvSpPr>
        <p:spPr/>
        <p:txBody>
          <a:bodyPr/>
          <a:lstStyle/>
          <a:p>
            <a:endParaRPr lang="en-US"/>
          </a:p>
        </p:txBody>
      </p:sp>
      <p:sp>
        <p:nvSpPr>
          <p:cNvPr id="38" name="Text Placeholder 37">
            <a:extLst>
              <a:ext uri="{FF2B5EF4-FFF2-40B4-BE49-F238E27FC236}">
                <a16:creationId xmlns:a16="http://schemas.microsoft.com/office/drawing/2014/main" id="{05028958-C1C5-C8DD-5BA6-585141E61111}"/>
              </a:ext>
            </a:extLst>
          </p:cNvPr>
          <p:cNvSpPr>
            <a:spLocks noGrp="1"/>
          </p:cNvSpPr>
          <p:nvPr>
            <p:ph type="body" sz="quarter" idx="30"/>
          </p:nvPr>
        </p:nvSpPr>
        <p:spPr/>
        <p:txBody>
          <a:bodyPr/>
          <a:lstStyle/>
          <a:p>
            <a:endParaRPr lang="en-US"/>
          </a:p>
        </p:txBody>
      </p:sp>
      <p:sp>
        <p:nvSpPr>
          <p:cNvPr id="47" name="Picture Placeholder 46">
            <a:extLst>
              <a:ext uri="{FF2B5EF4-FFF2-40B4-BE49-F238E27FC236}">
                <a16:creationId xmlns:a16="http://schemas.microsoft.com/office/drawing/2014/main" id="{CB317BFE-929D-7C93-FB13-771C7C7064A0}"/>
              </a:ext>
            </a:extLst>
          </p:cNvPr>
          <p:cNvSpPr>
            <a:spLocks noGrp="1"/>
          </p:cNvSpPr>
          <p:nvPr>
            <p:ph type="pic" sz="quarter" idx="39"/>
          </p:nvPr>
        </p:nvSpPr>
        <p:spPr/>
        <p:txBody>
          <a:bodyPr/>
          <a:lstStyle/>
          <a:p>
            <a:endParaRPr lang="en-US"/>
          </a:p>
        </p:txBody>
      </p:sp>
      <p:sp>
        <p:nvSpPr>
          <p:cNvPr id="39" name="Text Placeholder 38">
            <a:extLst>
              <a:ext uri="{FF2B5EF4-FFF2-40B4-BE49-F238E27FC236}">
                <a16:creationId xmlns:a16="http://schemas.microsoft.com/office/drawing/2014/main" id="{FA2739A6-E2EE-19C1-2649-3F504F87207F}"/>
              </a:ext>
            </a:extLst>
          </p:cNvPr>
          <p:cNvSpPr>
            <a:spLocks noGrp="1"/>
          </p:cNvSpPr>
          <p:nvPr>
            <p:ph type="body" sz="quarter" idx="31"/>
          </p:nvPr>
        </p:nvSpPr>
        <p:spPr/>
        <p:txBody>
          <a:bodyPr/>
          <a:lstStyle/>
          <a:p>
            <a:endParaRPr lang="en-US"/>
          </a:p>
        </p:txBody>
      </p:sp>
      <p:sp>
        <p:nvSpPr>
          <p:cNvPr id="40" name="Text Placeholder 39">
            <a:extLst>
              <a:ext uri="{FF2B5EF4-FFF2-40B4-BE49-F238E27FC236}">
                <a16:creationId xmlns:a16="http://schemas.microsoft.com/office/drawing/2014/main" id="{82CDFA18-0580-AC0A-18B3-9D74BE1DC8C0}"/>
              </a:ext>
            </a:extLst>
          </p:cNvPr>
          <p:cNvSpPr>
            <a:spLocks noGrp="1"/>
          </p:cNvSpPr>
          <p:nvPr>
            <p:ph type="body" sz="quarter" idx="32"/>
          </p:nvPr>
        </p:nvSpPr>
        <p:spPr/>
        <p:txBody>
          <a:bodyPr/>
          <a:lstStyle/>
          <a:p>
            <a:endParaRPr lang="en-US"/>
          </a:p>
        </p:txBody>
      </p:sp>
      <p:sp>
        <p:nvSpPr>
          <p:cNvPr id="49" name="Picture Placeholder 48">
            <a:extLst>
              <a:ext uri="{FF2B5EF4-FFF2-40B4-BE49-F238E27FC236}">
                <a16:creationId xmlns:a16="http://schemas.microsoft.com/office/drawing/2014/main" id="{3DAF02AB-1616-28D7-70ED-4F29C785A743}"/>
              </a:ext>
            </a:extLst>
          </p:cNvPr>
          <p:cNvSpPr>
            <a:spLocks noGrp="1"/>
          </p:cNvSpPr>
          <p:nvPr>
            <p:ph type="pic" sz="quarter" idx="41"/>
          </p:nvPr>
        </p:nvSpPr>
        <p:spPr/>
        <p:txBody>
          <a:bodyPr/>
          <a:lstStyle/>
          <a:p>
            <a:endParaRPr lang="en-US"/>
          </a:p>
        </p:txBody>
      </p:sp>
      <p:sp>
        <p:nvSpPr>
          <p:cNvPr id="41" name="Text Placeholder 40">
            <a:extLst>
              <a:ext uri="{FF2B5EF4-FFF2-40B4-BE49-F238E27FC236}">
                <a16:creationId xmlns:a16="http://schemas.microsoft.com/office/drawing/2014/main" id="{BC180985-8F1F-BE73-431A-B366FE1AE604}"/>
              </a:ext>
            </a:extLst>
          </p:cNvPr>
          <p:cNvSpPr>
            <a:spLocks noGrp="1"/>
          </p:cNvSpPr>
          <p:nvPr>
            <p:ph type="body" sz="quarter" idx="33"/>
          </p:nvPr>
        </p:nvSpPr>
        <p:spPr/>
        <p:txBody>
          <a:bodyPr/>
          <a:lstStyle/>
          <a:p>
            <a:endParaRPr lang="en-US"/>
          </a:p>
        </p:txBody>
      </p:sp>
      <p:sp>
        <p:nvSpPr>
          <p:cNvPr id="42" name="Text Placeholder 41">
            <a:extLst>
              <a:ext uri="{FF2B5EF4-FFF2-40B4-BE49-F238E27FC236}">
                <a16:creationId xmlns:a16="http://schemas.microsoft.com/office/drawing/2014/main" id="{8C868E06-2E99-954F-F045-CEC1B04FD3C2}"/>
              </a:ext>
            </a:extLst>
          </p:cNvPr>
          <p:cNvSpPr>
            <a:spLocks noGrp="1"/>
          </p:cNvSpPr>
          <p:nvPr>
            <p:ph type="body" sz="quarter" idx="34"/>
          </p:nvPr>
        </p:nvSpPr>
        <p:spPr/>
        <p:txBody>
          <a:bodyPr/>
          <a:lstStyle/>
          <a:p>
            <a:endParaRPr lang="en-US"/>
          </a:p>
        </p:txBody>
      </p:sp>
      <p:sp>
        <p:nvSpPr>
          <p:cNvPr id="51" name="Picture Placeholder 50">
            <a:extLst>
              <a:ext uri="{FF2B5EF4-FFF2-40B4-BE49-F238E27FC236}">
                <a16:creationId xmlns:a16="http://schemas.microsoft.com/office/drawing/2014/main" id="{CD94C4C8-32D6-1E01-65A6-E65A9E6CEA51}"/>
              </a:ext>
            </a:extLst>
          </p:cNvPr>
          <p:cNvSpPr>
            <a:spLocks noGrp="1"/>
          </p:cNvSpPr>
          <p:nvPr>
            <p:ph type="pic" sz="quarter" idx="43"/>
          </p:nvPr>
        </p:nvSpPr>
        <p:spPr/>
        <p:txBody>
          <a:bodyPr/>
          <a:lstStyle/>
          <a:p>
            <a:endParaRPr lang="en-US"/>
          </a:p>
        </p:txBody>
      </p:sp>
      <p:sp>
        <p:nvSpPr>
          <p:cNvPr id="43" name="Text Placeholder 42">
            <a:extLst>
              <a:ext uri="{FF2B5EF4-FFF2-40B4-BE49-F238E27FC236}">
                <a16:creationId xmlns:a16="http://schemas.microsoft.com/office/drawing/2014/main" id="{718FD164-23A5-875D-9C74-71B1D43C3764}"/>
              </a:ext>
            </a:extLst>
          </p:cNvPr>
          <p:cNvSpPr>
            <a:spLocks noGrp="1"/>
          </p:cNvSpPr>
          <p:nvPr>
            <p:ph type="body" sz="quarter" idx="35"/>
          </p:nvPr>
        </p:nvSpPr>
        <p:spPr/>
        <p:txBody>
          <a:bodyPr/>
          <a:lstStyle/>
          <a:p>
            <a:endParaRPr lang="en-US"/>
          </a:p>
        </p:txBody>
      </p:sp>
      <p:sp>
        <p:nvSpPr>
          <p:cNvPr id="44" name="Text Placeholder 43">
            <a:extLst>
              <a:ext uri="{FF2B5EF4-FFF2-40B4-BE49-F238E27FC236}">
                <a16:creationId xmlns:a16="http://schemas.microsoft.com/office/drawing/2014/main" id="{1170A091-D0B9-5BC7-359C-F9851AA2218D}"/>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146942935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C134F9D2-B213-6F6C-08A2-DFA6CB4F783D}"/>
              </a:ext>
            </a:extLst>
          </p:cNvPr>
          <p:cNvSpPr>
            <a:spLocks noGrp="1"/>
          </p:cNvSpPr>
          <p:nvPr>
            <p:ph type="title"/>
          </p:nvPr>
        </p:nvSpPr>
        <p:spPr/>
        <p:txBody>
          <a:bodyPr/>
          <a:lstStyle/>
          <a:p>
            <a:endParaRPr lang="en-US"/>
          </a:p>
        </p:txBody>
      </p:sp>
      <p:sp>
        <p:nvSpPr>
          <p:cNvPr id="36" name="Picture Placeholder 35">
            <a:extLst>
              <a:ext uri="{FF2B5EF4-FFF2-40B4-BE49-F238E27FC236}">
                <a16:creationId xmlns:a16="http://schemas.microsoft.com/office/drawing/2014/main" id="{E17DC1A0-922A-AFFE-4152-4816A6FE9E01}"/>
              </a:ext>
            </a:extLst>
          </p:cNvPr>
          <p:cNvSpPr>
            <a:spLocks noGrp="1"/>
          </p:cNvSpPr>
          <p:nvPr>
            <p:ph type="pic" sz="quarter" idx="21"/>
          </p:nvPr>
        </p:nvSpPr>
        <p:spPr/>
        <p:txBody>
          <a:bodyPr/>
          <a:lstStyle/>
          <a:p>
            <a:endParaRPr lang="en-US"/>
          </a:p>
        </p:txBody>
      </p:sp>
      <p:sp>
        <p:nvSpPr>
          <p:cNvPr id="28" name="Text Placeholder 27">
            <a:extLst>
              <a:ext uri="{FF2B5EF4-FFF2-40B4-BE49-F238E27FC236}">
                <a16:creationId xmlns:a16="http://schemas.microsoft.com/office/drawing/2014/main" id="{0F08F1C3-09C5-00A7-D5B5-D75048950588}"/>
              </a:ext>
            </a:extLst>
          </p:cNvPr>
          <p:cNvSpPr>
            <a:spLocks noGrp="1"/>
          </p:cNvSpPr>
          <p:nvPr>
            <p:ph type="body" sz="quarter" idx="13"/>
          </p:nvPr>
        </p:nvSpPr>
        <p:spPr/>
        <p:txBody>
          <a:bodyPr/>
          <a:lstStyle/>
          <a:p>
            <a:endParaRPr lang="en-US"/>
          </a:p>
        </p:txBody>
      </p:sp>
      <p:sp>
        <p:nvSpPr>
          <p:cNvPr id="29" name="Text Placeholder 28">
            <a:extLst>
              <a:ext uri="{FF2B5EF4-FFF2-40B4-BE49-F238E27FC236}">
                <a16:creationId xmlns:a16="http://schemas.microsoft.com/office/drawing/2014/main" id="{C0C22847-936E-9D57-1672-AC52C442E976}"/>
              </a:ext>
            </a:extLst>
          </p:cNvPr>
          <p:cNvSpPr>
            <a:spLocks noGrp="1"/>
          </p:cNvSpPr>
          <p:nvPr>
            <p:ph type="body" sz="quarter" idx="14"/>
          </p:nvPr>
        </p:nvSpPr>
        <p:spPr/>
        <p:txBody>
          <a:bodyPr/>
          <a:lstStyle/>
          <a:p>
            <a:endParaRPr lang="en-US"/>
          </a:p>
        </p:txBody>
      </p:sp>
      <p:sp>
        <p:nvSpPr>
          <p:cNvPr id="45" name="Picture Placeholder 44">
            <a:extLst>
              <a:ext uri="{FF2B5EF4-FFF2-40B4-BE49-F238E27FC236}">
                <a16:creationId xmlns:a16="http://schemas.microsoft.com/office/drawing/2014/main" id="{ECF4EAF9-B04B-7381-F82A-932C93522723}"/>
              </a:ext>
            </a:extLst>
          </p:cNvPr>
          <p:cNvSpPr>
            <a:spLocks noGrp="1"/>
          </p:cNvSpPr>
          <p:nvPr>
            <p:ph type="pic" sz="quarter" idx="38"/>
          </p:nvPr>
        </p:nvSpPr>
        <p:spPr/>
        <p:txBody>
          <a:bodyPr/>
          <a:lstStyle/>
          <a:p>
            <a:endParaRPr lang="en-US"/>
          </a:p>
        </p:txBody>
      </p:sp>
      <p:sp>
        <p:nvSpPr>
          <p:cNvPr id="30" name="Text Placeholder 29">
            <a:extLst>
              <a:ext uri="{FF2B5EF4-FFF2-40B4-BE49-F238E27FC236}">
                <a16:creationId xmlns:a16="http://schemas.microsoft.com/office/drawing/2014/main" id="{6E90B6ED-B6F9-F59A-A2CF-DBA7713DCA81}"/>
              </a:ext>
            </a:extLst>
          </p:cNvPr>
          <p:cNvSpPr>
            <a:spLocks noGrp="1"/>
          </p:cNvSpPr>
          <p:nvPr>
            <p:ph type="body" sz="quarter" idx="15"/>
          </p:nvPr>
        </p:nvSpPr>
        <p:spPr/>
        <p:txBody>
          <a:bodyPr/>
          <a:lstStyle/>
          <a:p>
            <a:endParaRPr lang="en-US"/>
          </a:p>
        </p:txBody>
      </p:sp>
      <p:sp>
        <p:nvSpPr>
          <p:cNvPr id="31" name="Text Placeholder 30">
            <a:extLst>
              <a:ext uri="{FF2B5EF4-FFF2-40B4-BE49-F238E27FC236}">
                <a16:creationId xmlns:a16="http://schemas.microsoft.com/office/drawing/2014/main" id="{47CDC8A3-3421-CD0D-5641-F3311C44F3CB}"/>
              </a:ext>
            </a:extLst>
          </p:cNvPr>
          <p:cNvSpPr>
            <a:spLocks noGrp="1"/>
          </p:cNvSpPr>
          <p:nvPr>
            <p:ph type="body" sz="quarter" idx="16"/>
          </p:nvPr>
        </p:nvSpPr>
        <p:spPr/>
        <p:txBody>
          <a:bodyPr/>
          <a:lstStyle/>
          <a:p>
            <a:endParaRPr lang="en-US"/>
          </a:p>
        </p:txBody>
      </p:sp>
      <p:sp>
        <p:nvSpPr>
          <p:cNvPr id="47" name="Picture Placeholder 46">
            <a:extLst>
              <a:ext uri="{FF2B5EF4-FFF2-40B4-BE49-F238E27FC236}">
                <a16:creationId xmlns:a16="http://schemas.microsoft.com/office/drawing/2014/main" id="{A0A4F366-FCC7-F973-9A69-3EEB9BE75BF3}"/>
              </a:ext>
            </a:extLst>
          </p:cNvPr>
          <p:cNvSpPr>
            <a:spLocks noGrp="1"/>
          </p:cNvSpPr>
          <p:nvPr>
            <p:ph type="pic" sz="quarter" idx="40"/>
          </p:nvPr>
        </p:nvSpPr>
        <p:spPr/>
        <p:txBody>
          <a:bodyPr/>
          <a:lstStyle/>
          <a:p>
            <a:endParaRPr lang="en-US"/>
          </a:p>
        </p:txBody>
      </p:sp>
      <p:sp>
        <p:nvSpPr>
          <p:cNvPr id="32" name="Text Placeholder 31">
            <a:extLst>
              <a:ext uri="{FF2B5EF4-FFF2-40B4-BE49-F238E27FC236}">
                <a16:creationId xmlns:a16="http://schemas.microsoft.com/office/drawing/2014/main" id="{EE5E128F-1E91-D003-B2C1-D59BF6871D58}"/>
              </a:ext>
            </a:extLst>
          </p:cNvPr>
          <p:cNvSpPr>
            <a:spLocks noGrp="1"/>
          </p:cNvSpPr>
          <p:nvPr>
            <p:ph type="body" sz="quarter" idx="17"/>
          </p:nvPr>
        </p:nvSpPr>
        <p:spPr/>
        <p:txBody>
          <a:bodyPr/>
          <a:lstStyle/>
          <a:p>
            <a:endParaRPr lang="en-US"/>
          </a:p>
        </p:txBody>
      </p:sp>
      <p:sp>
        <p:nvSpPr>
          <p:cNvPr id="33" name="Text Placeholder 32">
            <a:extLst>
              <a:ext uri="{FF2B5EF4-FFF2-40B4-BE49-F238E27FC236}">
                <a16:creationId xmlns:a16="http://schemas.microsoft.com/office/drawing/2014/main" id="{6CF8C8DB-4DA4-09C8-757A-6A48FEC9DC71}"/>
              </a:ext>
            </a:extLst>
          </p:cNvPr>
          <p:cNvSpPr>
            <a:spLocks noGrp="1"/>
          </p:cNvSpPr>
          <p:nvPr>
            <p:ph type="body" sz="quarter" idx="18"/>
          </p:nvPr>
        </p:nvSpPr>
        <p:spPr/>
        <p:txBody>
          <a:bodyPr/>
          <a:lstStyle/>
          <a:p>
            <a:endParaRPr lang="en-US"/>
          </a:p>
        </p:txBody>
      </p:sp>
      <p:sp>
        <p:nvSpPr>
          <p:cNvPr id="49" name="Picture Placeholder 48">
            <a:extLst>
              <a:ext uri="{FF2B5EF4-FFF2-40B4-BE49-F238E27FC236}">
                <a16:creationId xmlns:a16="http://schemas.microsoft.com/office/drawing/2014/main" id="{A3A839A1-94D4-3038-BA18-62699FACBA1E}"/>
              </a:ext>
            </a:extLst>
          </p:cNvPr>
          <p:cNvSpPr>
            <a:spLocks noGrp="1"/>
          </p:cNvSpPr>
          <p:nvPr>
            <p:ph type="pic" sz="quarter" idx="42"/>
          </p:nvPr>
        </p:nvSpPr>
        <p:spPr/>
        <p:txBody>
          <a:bodyPr/>
          <a:lstStyle/>
          <a:p>
            <a:endParaRPr lang="en-US"/>
          </a:p>
        </p:txBody>
      </p:sp>
      <p:sp>
        <p:nvSpPr>
          <p:cNvPr id="34" name="Text Placeholder 33">
            <a:extLst>
              <a:ext uri="{FF2B5EF4-FFF2-40B4-BE49-F238E27FC236}">
                <a16:creationId xmlns:a16="http://schemas.microsoft.com/office/drawing/2014/main" id="{8003E3AC-1759-7BDC-EDDC-E4E971CBD304}"/>
              </a:ext>
            </a:extLst>
          </p:cNvPr>
          <p:cNvSpPr>
            <a:spLocks noGrp="1"/>
          </p:cNvSpPr>
          <p:nvPr>
            <p:ph type="body" sz="quarter" idx="19"/>
          </p:nvPr>
        </p:nvSpPr>
        <p:spPr/>
        <p:txBody>
          <a:bodyPr/>
          <a:lstStyle/>
          <a:p>
            <a:endParaRPr lang="en-US"/>
          </a:p>
        </p:txBody>
      </p:sp>
      <p:sp>
        <p:nvSpPr>
          <p:cNvPr id="35" name="Text Placeholder 34">
            <a:extLst>
              <a:ext uri="{FF2B5EF4-FFF2-40B4-BE49-F238E27FC236}">
                <a16:creationId xmlns:a16="http://schemas.microsoft.com/office/drawing/2014/main" id="{8C33924D-1B47-9A98-9331-6EC6CEA3AB47}"/>
              </a:ext>
            </a:extLst>
          </p:cNvPr>
          <p:cNvSpPr>
            <a:spLocks noGrp="1"/>
          </p:cNvSpPr>
          <p:nvPr>
            <p:ph type="body" sz="quarter" idx="20"/>
          </p:nvPr>
        </p:nvSpPr>
        <p:spPr/>
        <p:txBody>
          <a:bodyPr/>
          <a:lstStyle/>
          <a:p>
            <a:endParaRPr lang="en-US"/>
          </a:p>
        </p:txBody>
      </p:sp>
      <p:sp>
        <p:nvSpPr>
          <p:cNvPr id="44" name="Picture Placeholder 43">
            <a:extLst>
              <a:ext uri="{FF2B5EF4-FFF2-40B4-BE49-F238E27FC236}">
                <a16:creationId xmlns:a16="http://schemas.microsoft.com/office/drawing/2014/main" id="{A9195AC7-69E9-843F-18DE-B43A72EC916D}"/>
              </a:ext>
            </a:extLst>
          </p:cNvPr>
          <p:cNvSpPr>
            <a:spLocks noGrp="1"/>
          </p:cNvSpPr>
          <p:nvPr>
            <p:ph type="pic" sz="quarter" idx="37"/>
          </p:nvPr>
        </p:nvSpPr>
        <p:spPr/>
        <p:txBody>
          <a:bodyPr/>
          <a:lstStyle/>
          <a:p>
            <a:endParaRPr lang="en-US"/>
          </a:p>
        </p:txBody>
      </p:sp>
      <p:sp>
        <p:nvSpPr>
          <p:cNvPr id="37" name="Text Placeholder 36">
            <a:extLst>
              <a:ext uri="{FF2B5EF4-FFF2-40B4-BE49-F238E27FC236}">
                <a16:creationId xmlns:a16="http://schemas.microsoft.com/office/drawing/2014/main" id="{CD8A9C20-7A9B-9215-ED63-15CE6921F064}"/>
              </a:ext>
            </a:extLst>
          </p:cNvPr>
          <p:cNvSpPr>
            <a:spLocks noGrp="1"/>
          </p:cNvSpPr>
          <p:nvPr>
            <p:ph type="body" sz="quarter" idx="29"/>
          </p:nvPr>
        </p:nvSpPr>
        <p:spPr/>
        <p:txBody>
          <a:bodyPr/>
          <a:lstStyle/>
          <a:p>
            <a:endParaRPr lang="en-US"/>
          </a:p>
        </p:txBody>
      </p:sp>
      <p:sp>
        <p:nvSpPr>
          <p:cNvPr id="38" name="Text Placeholder 37">
            <a:extLst>
              <a:ext uri="{FF2B5EF4-FFF2-40B4-BE49-F238E27FC236}">
                <a16:creationId xmlns:a16="http://schemas.microsoft.com/office/drawing/2014/main" id="{DC644EED-6AF7-9E2D-C903-7AB2178D992F}"/>
              </a:ext>
            </a:extLst>
          </p:cNvPr>
          <p:cNvSpPr>
            <a:spLocks noGrp="1"/>
          </p:cNvSpPr>
          <p:nvPr>
            <p:ph type="body" sz="quarter" idx="30"/>
          </p:nvPr>
        </p:nvSpPr>
        <p:spPr/>
        <p:txBody>
          <a:bodyPr/>
          <a:lstStyle/>
          <a:p>
            <a:endParaRPr lang="en-US"/>
          </a:p>
        </p:txBody>
      </p:sp>
      <p:sp>
        <p:nvSpPr>
          <p:cNvPr id="46" name="Picture Placeholder 45">
            <a:extLst>
              <a:ext uri="{FF2B5EF4-FFF2-40B4-BE49-F238E27FC236}">
                <a16:creationId xmlns:a16="http://schemas.microsoft.com/office/drawing/2014/main" id="{E8B9C13A-B661-93A7-E793-AA7566A11EEB}"/>
              </a:ext>
            </a:extLst>
          </p:cNvPr>
          <p:cNvSpPr>
            <a:spLocks noGrp="1"/>
          </p:cNvSpPr>
          <p:nvPr>
            <p:ph type="pic" sz="quarter" idx="39"/>
          </p:nvPr>
        </p:nvSpPr>
        <p:spPr/>
        <p:txBody>
          <a:bodyPr/>
          <a:lstStyle/>
          <a:p>
            <a:endParaRPr lang="en-US"/>
          </a:p>
        </p:txBody>
      </p:sp>
      <p:sp>
        <p:nvSpPr>
          <p:cNvPr id="39" name="Text Placeholder 38">
            <a:extLst>
              <a:ext uri="{FF2B5EF4-FFF2-40B4-BE49-F238E27FC236}">
                <a16:creationId xmlns:a16="http://schemas.microsoft.com/office/drawing/2014/main" id="{1BC1CA8B-9D40-3864-7BC5-C26D5D4D7124}"/>
              </a:ext>
            </a:extLst>
          </p:cNvPr>
          <p:cNvSpPr>
            <a:spLocks noGrp="1"/>
          </p:cNvSpPr>
          <p:nvPr>
            <p:ph type="body" sz="quarter" idx="31"/>
          </p:nvPr>
        </p:nvSpPr>
        <p:spPr/>
        <p:txBody>
          <a:bodyPr/>
          <a:lstStyle/>
          <a:p>
            <a:endParaRPr lang="en-US"/>
          </a:p>
        </p:txBody>
      </p:sp>
      <p:sp>
        <p:nvSpPr>
          <p:cNvPr id="40" name="Text Placeholder 39">
            <a:extLst>
              <a:ext uri="{FF2B5EF4-FFF2-40B4-BE49-F238E27FC236}">
                <a16:creationId xmlns:a16="http://schemas.microsoft.com/office/drawing/2014/main" id="{4BA5C36E-6F0A-7682-B2F6-E30CC3491605}"/>
              </a:ext>
            </a:extLst>
          </p:cNvPr>
          <p:cNvSpPr>
            <a:spLocks noGrp="1"/>
          </p:cNvSpPr>
          <p:nvPr>
            <p:ph type="body" sz="quarter" idx="32"/>
          </p:nvPr>
        </p:nvSpPr>
        <p:spPr/>
        <p:txBody>
          <a:bodyPr/>
          <a:lstStyle/>
          <a:p>
            <a:endParaRPr lang="en-US"/>
          </a:p>
        </p:txBody>
      </p:sp>
      <p:sp>
        <p:nvSpPr>
          <p:cNvPr id="48" name="Picture Placeholder 47">
            <a:extLst>
              <a:ext uri="{FF2B5EF4-FFF2-40B4-BE49-F238E27FC236}">
                <a16:creationId xmlns:a16="http://schemas.microsoft.com/office/drawing/2014/main" id="{60BB3BD8-E14C-83E3-5F2E-FF18E5E2733E}"/>
              </a:ext>
            </a:extLst>
          </p:cNvPr>
          <p:cNvSpPr>
            <a:spLocks noGrp="1"/>
          </p:cNvSpPr>
          <p:nvPr>
            <p:ph type="pic" sz="quarter" idx="41"/>
          </p:nvPr>
        </p:nvSpPr>
        <p:spPr/>
        <p:txBody>
          <a:bodyPr/>
          <a:lstStyle/>
          <a:p>
            <a:endParaRPr lang="en-US"/>
          </a:p>
        </p:txBody>
      </p:sp>
      <p:sp>
        <p:nvSpPr>
          <p:cNvPr id="41" name="Text Placeholder 40">
            <a:extLst>
              <a:ext uri="{FF2B5EF4-FFF2-40B4-BE49-F238E27FC236}">
                <a16:creationId xmlns:a16="http://schemas.microsoft.com/office/drawing/2014/main" id="{89287D54-D0E5-75C0-4AEB-4CA14E5BDD9B}"/>
              </a:ext>
            </a:extLst>
          </p:cNvPr>
          <p:cNvSpPr>
            <a:spLocks noGrp="1"/>
          </p:cNvSpPr>
          <p:nvPr>
            <p:ph type="body" sz="quarter" idx="33"/>
          </p:nvPr>
        </p:nvSpPr>
        <p:spPr/>
        <p:txBody>
          <a:bodyPr/>
          <a:lstStyle/>
          <a:p>
            <a:endParaRPr lang="en-US"/>
          </a:p>
        </p:txBody>
      </p:sp>
      <p:sp>
        <p:nvSpPr>
          <p:cNvPr id="42" name="Text Placeholder 41">
            <a:extLst>
              <a:ext uri="{FF2B5EF4-FFF2-40B4-BE49-F238E27FC236}">
                <a16:creationId xmlns:a16="http://schemas.microsoft.com/office/drawing/2014/main" id="{5120CEA9-982E-8CDB-5239-57AD5E8C3D1C}"/>
              </a:ext>
            </a:extLst>
          </p:cNvPr>
          <p:cNvSpPr>
            <a:spLocks noGrp="1"/>
          </p:cNvSpPr>
          <p:nvPr>
            <p:ph type="body" sz="quarter" idx="34"/>
          </p:nvPr>
        </p:nvSpPr>
        <p:spPr/>
        <p:txBody>
          <a:bodyPr/>
          <a:lstStyle/>
          <a:p>
            <a:endParaRPr lang="en-US"/>
          </a:p>
        </p:txBody>
      </p:sp>
      <p:sp>
        <p:nvSpPr>
          <p:cNvPr id="50" name="Picture Placeholder 49">
            <a:extLst>
              <a:ext uri="{FF2B5EF4-FFF2-40B4-BE49-F238E27FC236}">
                <a16:creationId xmlns:a16="http://schemas.microsoft.com/office/drawing/2014/main" id="{803263FC-504E-B0CC-7383-8ADC15940846}"/>
              </a:ext>
            </a:extLst>
          </p:cNvPr>
          <p:cNvSpPr>
            <a:spLocks noGrp="1"/>
          </p:cNvSpPr>
          <p:nvPr>
            <p:ph type="pic" sz="quarter" idx="43"/>
          </p:nvPr>
        </p:nvSpPr>
        <p:spPr/>
        <p:txBody>
          <a:bodyPr/>
          <a:lstStyle/>
          <a:p>
            <a:endParaRPr lang="en-US"/>
          </a:p>
        </p:txBody>
      </p:sp>
      <p:sp>
        <p:nvSpPr>
          <p:cNvPr id="51" name="Text Placeholder 50">
            <a:extLst>
              <a:ext uri="{FF2B5EF4-FFF2-40B4-BE49-F238E27FC236}">
                <a16:creationId xmlns:a16="http://schemas.microsoft.com/office/drawing/2014/main" id="{60954CDF-32E2-8C1B-3C09-402221FE9653}"/>
              </a:ext>
            </a:extLst>
          </p:cNvPr>
          <p:cNvSpPr>
            <a:spLocks noGrp="1"/>
          </p:cNvSpPr>
          <p:nvPr>
            <p:ph type="body" sz="quarter" idx="44"/>
          </p:nvPr>
        </p:nvSpPr>
        <p:spPr/>
        <p:txBody>
          <a:bodyPr/>
          <a:lstStyle/>
          <a:p>
            <a:endParaRPr lang="en-US"/>
          </a:p>
        </p:txBody>
      </p:sp>
      <p:sp>
        <p:nvSpPr>
          <p:cNvPr id="43" name="Text Placeholder 42">
            <a:extLst>
              <a:ext uri="{FF2B5EF4-FFF2-40B4-BE49-F238E27FC236}">
                <a16:creationId xmlns:a16="http://schemas.microsoft.com/office/drawing/2014/main" id="{DFCC445A-EC2B-DEE6-92CE-A8D35EE7B549}"/>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330200252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03F20-0C3E-BFB4-0D69-0FE45E74C3D0}"/>
              </a:ext>
            </a:extLst>
          </p:cNvPr>
          <p:cNvSpPr>
            <a:spLocks noGrp="1"/>
          </p:cNvSpPr>
          <p:nvPr>
            <p:ph type="title"/>
          </p:nvPr>
        </p:nvSpPr>
        <p:spPr/>
        <p:txBody>
          <a:bodyPr/>
          <a:lstStyle/>
          <a:p>
            <a:endParaRPr lang="en-US"/>
          </a:p>
        </p:txBody>
      </p:sp>
      <p:sp>
        <p:nvSpPr>
          <p:cNvPr id="5" name="Picture Placeholder 4">
            <a:extLst>
              <a:ext uri="{FF2B5EF4-FFF2-40B4-BE49-F238E27FC236}">
                <a16:creationId xmlns:a16="http://schemas.microsoft.com/office/drawing/2014/main" id="{1A7C5428-743E-3C66-8B54-9C6C26540072}"/>
              </a:ext>
            </a:extLst>
          </p:cNvPr>
          <p:cNvSpPr>
            <a:spLocks noGrp="1"/>
          </p:cNvSpPr>
          <p:nvPr>
            <p:ph type="pic" sz="quarter" idx="25"/>
          </p:nvPr>
        </p:nvSpPr>
        <p:spPr/>
        <p:txBody>
          <a:bodyPr/>
          <a:lstStyle/>
          <a:p>
            <a:endParaRPr lang="en-US"/>
          </a:p>
        </p:txBody>
      </p:sp>
      <p:sp>
        <p:nvSpPr>
          <p:cNvPr id="3" name="Text Placeholder 2">
            <a:extLst>
              <a:ext uri="{FF2B5EF4-FFF2-40B4-BE49-F238E27FC236}">
                <a16:creationId xmlns:a16="http://schemas.microsoft.com/office/drawing/2014/main" id="{CD09F5DC-2E5A-9D83-FE63-3BCBD57B3598}"/>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43AC114D-D521-23AD-ECF3-4A05B9406C5E}"/>
              </a:ext>
            </a:extLst>
          </p:cNvPr>
          <p:cNvSpPr>
            <a:spLocks noGrp="1"/>
          </p:cNvSpPr>
          <p:nvPr>
            <p:ph type="body" sz="quarter" idx="15"/>
          </p:nvPr>
        </p:nvSpPr>
        <p:spPr/>
        <p:txBody>
          <a:bodyPr/>
          <a:lstStyle/>
          <a:p>
            <a:endParaRPr lang="en-US"/>
          </a:p>
        </p:txBody>
      </p:sp>
      <p:sp>
        <p:nvSpPr>
          <p:cNvPr id="37" name="Picture Placeholder 36">
            <a:extLst>
              <a:ext uri="{FF2B5EF4-FFF2-40B4-BE49-F238E27FC236}">
                <a16:creationId xmlns:a16="http://schemas.microsoft.com/office/drawing/2014/main" id="{B8265D27-AF5C-4438-2EFA-B6E41AC22940}"/>
              </a:ext>
            </a:extLst>
          </p:cNvPr>
          <p:cNvSpPr>
            <a:spLocks noGrp="1"/>
          </p:cNvSpPr>
          <p:nvPr>
            <p:ph type="pic" sz="quarter" idx="43"/>
          </p:nvPr>
        </p:nvSpPr>
        <p:spPr/>
        <p:txBody>
          <a:bodyPr/>
          <a:lstStyle/>
          <a:p>
            <a:endParaRPr lang="en-US"/>
          </a:p>
        </p:txBody>
      </p:sp>
      <p:sp>
        <p:nvSpPr>
          <p:cNvPr id="10" name="Text Placeholder 9">
            <a:extLst>
              <a:ext uri="{FF2B5EF4-FFF2-40B4-BE49-F238E27FC236}">
                <a16:creationId xmlns:a16="http://schemas.microsoft.com/office/drawing/2014/main" id="{568E5EDA-3F00-685C-F39E-BB7611894291}"/>
              </a:ext>
            </a:extLst>
          </p:cNvPr>
          <p:cNvSpPr>
            <a:spLocks noGrp="1"/>
          </p:cNvSpPr>
          <p:nvPr>
            <p:ph type="body" sz="quarter" idx="32"/>
          </p:nvPr>
        </p:nvSpPr>
        <p:spPr/>
        <p:txBody>
          <a:bodyPr/>
          <a:lstStyle/>
          <a:p>
            <a:endParaRPr lang="en-US"/>
          </a:p>
        </p:txBody>
      </p:sp>
      <p:sp>
        <p:nvSpPr>
          <p:cNvPr id="11" name="Text Placeholder 10">
            <a:extLst>
              <a:ext uri="{FF2B5EF4-FFF2-40B4-BE49-F238E27FC236}">
                <a16:creationId xmlns:a16="http://schemas.microsoft.com/office/drawing/2014/main" id="{1EBCCE9C-4A25-794F-0A4D-3DF3818582E2}"/>
              </a:ext>
            </a:extLst>
          </p:cNvPr>
          <p:cNvSpPr>
            <a:spLocks noGrp="1"/>
          </p:cNvSpPr>
          <p:nvPr>
            <p:ph type="body" sz="quarter" idx="33"/>
          </p:nvPr>
        </p:nvSpPr>
        <p:spPr/>
        <p:txBody>
          <a:bodyPr/>
          <a:lstStyle/>
          <a:p>
            <a:endParaRPr lang="en-US"/>
          </a:p>
        </p:txBody>
      </p:sp>
      <p:sp>
        <p:nvSpPr>
          <p:cNvPr id="35" name="Picture Placeholder 34">
            <a:extLst>
              <a:ext uri="{FF2B5EF4-FFF2-40B4-BE49-F238E27FC236}">
                <a16:creationId xmlns:a16="http://schemas.microsoft.com/office/drawing/2014/main" id="{EC1A505A-ED62-2204-54F0-A21F6C5DA081}"/>
              </a:ext>
            </a:extLst>
          </p:cNvPr>
          <p:cNvSpPr>
            <a:spLocks noGrp="1"/>
          </p:cNvSpPr>
          <p:nvPr>
            <p:ph type="pic" sz="quarter" idx="41"/>
          </p:nvPr>
        </p:nvSpPr>
        <p:spPr/>
        <p:txBody>
          <a:bodyPr/>
          <a:lstStyle/>
          <a:p>
            <a:endParaRPr lang="en-US"/>
          </a:p>
        </p:txBody>
      </p:sp>
      <p:sp>
        <p:nvSpPr>
          <p:cNvPr id="6" name="Text Placeholder 5">
            <a:extLst>
              <a:ext uri="{FF2B5EF4-FFF2-40B4-BE49-F238E27FC236}">
                <a16:creationId xmlns:a16="http://schemas.microsoft.com/office/drawing/2014/main" id="{1B7DFB8B-C95C-61EF-EF42-BA485FC57FF8}"/>
              </a:ext>
            </a:extLst>
          </p:cNvPr>
          <p:cNvSpPr>
            <a:spLocks noGrp="1"/>
          </p:cNvSpPr>
          <p:nvPr>
            <p:ph type="body" sz="quarter" idx="26"/>
          </p:nvPr>
        </p:nvSpPr>
        <p:spPr/>
        <p:txBody>
          <a:bodyPr/>
          <a:lstStyle/>
          <a:p>
            <a:endParaRPr lang="en-US"/>
          </a:p>
        </p:txBody>
      </p:sp>
      <p:sp>
        <p:nvSpPr>
          <p:cNvPr id="7" name="Text Placeholder 6">
            <a:extLst>
              <a:ext uri="{FF2B5EF4-FFF2-40B4-BE49-F238E27FC236}">
                <a16:creationId xmlns:a16="http://schemas.microsoft.com/office/drawing/2014/main" id="{59475095-7733-1E10-0E7F-B3EAA4726352}"/>
              </a:ext>
            </a:extLst>
          </p:cNvPr>
          <p:cNvSpPr>
            <a:spLocks noGrp="1"/>
          </p:cNvSpPr>
          <p:nvPr>
            <p:ph type="body" sz="quarter" idx="27"/>
          </p:nvPr>
        </p:nvSpPr>
        <p:spPr/>
        <p:txBody>
          <a:bodyPr/>
          <a:lstStyle/>
          <a:p>
            <a:endParaRPr lang="en-US"/>
          </a:p>
        </p:txBody>
      </p:sp>
      <p:sp>
        <p:nvSpPr>
          <p:cNvPr id="38" name="Picture Placeholder 37">
            <a:extLst>
              <a:ext uri="{FF2B5EF4-FFF2-40B4-BE49-F238E27FC236}">
                <a16:creationId xmlns:a16="http://schemas.microsoft.com/office/drawing/2014/main" id="{0DF9151E-6342-DD26-6F76-E918502B7709}"/>
              </a:ext>
            </a:extLst>
          </p:cNvPr>
          <p:cNvSpPr>
            <a:spLocks noGrp="1"/>
          </p:cNvSpPr>
          <p:nvPr>
            <p:ph type="pic" sz="quarter" idx="44"/>
          </p:nvPr>
        </p:nvSpPr>
        <p:spPr/>
        <p:txBody>
          <a:bodyPr/>
          <a:lstStyle/>
          <a:p>
            <a:endParaRPr lang="en-US"/>
          </a:p>
        </p:txBody>
      </p:sp>
      <p:sp>
        <p:nvSpPr>
          <p:cNvPr id="12" name="Text Placeholder 11">
            <a:extLst>
              <a:ext uri="{FF2B5EF4-FFF2-40B4-BE49-F238E27FC236}">
                <a16:creationId xmlns:a16="http://schemas.microsoft.com/office/drawing/2014/main" id="{E1D8AFB5-CA1F-E2E1-DC2B-D3B3978014E4}"/>
              </a:ext>
            </a:extLst>
          </p:cNvPr>
          <p:cNvSpPr>
            <a:spLocks noGrp="1"/>
          </p:cNvSpPr>
          <p:nvPr>
            <p:ph type="body" sz="quarter" idx="35"/>
          </p:nvPr>
        </p:nvSpPr>
        <p:spPr/>
        <p:txBody>
          <a:bodyPr/>
          <a:lstStyle/>
          <a:p>
            <a:endParaRPr lang="en-US"/>
          </a:p>
        </p:txBody>
      </p:sp>
      <p:sp>
        <p:nvSpPr>
          <p:cNvPr id="13" name="Text Placeholder 12">
            <a:extLst>
              <a:ext uri="{FF2B5EF4-FFF2-40B4-BE49-F238E27FC236}">
                <a16:creationId xmlns:a16="http://schemas.microsoft.com/office/drawing/2014/main" id="{E3A81A19-C7C3-C3B6-950F-A7E154258740}"/>
              </a:ext>
            </a:extLst>
          </p:cNvPr>
          <p:cNvSpPr>
            <a:spLocks noGrp="1"/>
          </p:cNvSpPr>
          <p:nvPr>
            <p:ph type="body" sz="quarter" idx="36"/>
          </p:nvPr>
        </p:nvSpPr>
        <p:spPr/>
        <p:txBody>
          <a:bodyPr/>
          <a:lstStyle/>
          <a:p>
            <a:endParaRPr lang="en-US"/>
          </a:p>
        </p:txBody>
      </p:sp>
      <p:sp>
        <p:nvSpPr>
          <p:cNvPr id="36" name="Picture Placeholder 35">
            <a:extLst>
              <a:ext uri="{FF2B5EF4-FFF2-40B4-BE49-F238E27FC236}">
                <a16:creationId xmlns:a16="http://schemas.microsoft.com/office/drawing/2014/main" id="{F9665123-8C2F-6208-6964-951CB85590A0}"/>
              </a:ext>
            </a:extLst>
          </p:cNvPr>
          <p:cNvSpPr>
            <a:spLocks noGrp="1"/>
          </p:cNvSpPr>
          <p:nvPr>
            <p:ph type="pic" sz="quarter" idx="42"/>
          </p:nvPr>
        </p:nvSpPr>
        <p:spPr/>
        <p:txBody>
          <a:bodyPr/>
          <a:lstStyle/>
          <a:p>
            <a:endParaRPr lang="en-US"/>
          </a:p>
        </p:txBody>
      </p:sp>
      <p:sp>
        <p:nvSpPr>
          <p:cNvPr id="8" name="Text Placeholder 7">
            <a:extLst>
              <a:ext uri="{FF2B5EF4-FFF2-40B4-BE49-F238E27FC236}">
                <a16:creationId xmlns:a16="http://schemas.microsoft.com/office/drawing/2014/main" id="{931AE2A6-065D-1104-9C41-2001B040DED9}"/>
              </a:ext>
            </a:extLst>
          </p:cNvPr>
          <p:cNvSpPr>
            <a:spLocks noGrp="1"/>
          </p:cNvSpPr>
          <p:nvPr>
            <p:ph type="body" sz="quarter" idx="29"/>
          </p:nvPr>
        </p:nvSpPr>
        <p:spPr/>
        <p:txBody>
          <a:bodyPr/>
          <a:lstStyle/>
          <a:p>
            <a:endParaRPr lang="en-US"/>
          </a:p>
        </p:txBody>
      </p:sp>
      <p:sp>
        <p:nvSpPr>
          <p:cNvPr id="9" name="Text Placeholder 8">
            <a:extLst>
              <a:ext uri="{FF2B5EF4-FFF2-40B4-BE49-F238E27FC236}">
                <a16:creationId xmlns:a16="http://schemas.microsoft.com/office/drawing/2014/main" id="{ABB1CD81-38A3-ED26-2E95-414CC4FEEFCF}"/>
              </a:ext>
            </a:extLst>
          </p:cNvPr>
          <p:cNvSpPr>
            <a:spLocks noGrp="1"/>
          </p:cNvSpPr>
          <p:nvPr>
            <p:ph type="body" sz="quarter" idx="30"/>
          </p:nvPr>
        </p:nvSpPr>
        <p:spPr/>
        <p:txBody>
          <a:bodyPr/>
          <a:lstStyle/>
          <a:p>
            <a:endParaRPr lang="en-US"/>
          </a:p>
        </p:txBody>
      </p:sp>
      <p:sp>
        <p:nvSpPr>
          <p:cNvPr id="39" name="Picture Placeholder 38">
            <a:extLst>
              <a:ext uri="{FF2B5EF4-FFF2-40B4-BE49-F238E27FC236}">
                <a16:creationId xmlns:a16="http://schemas.microsoft.com/office/drawing/2014/main" id="{575A7641-B828-5C6F-483F-548B290A4ACD}"/>
              </a:ext>
            </a:extLst>
          </p:cNvPr>
          <p:cNvSpPr>
            <a:spLocks noGrp="1"/>
          </p:cNvSpPr>
          <p:nvPr>
            <p:ph type="pic" sz="quarter" idx="45"/>
          </p:nvPr>
        </p:nvSpPr>
        <p:spPr/>
        <p:txBody>
          <a:bodyPr/>
          <a:lstStyle/>
          <a:p>
            <a:endParaRPr lang="en-US"/>
          </a:p>
        </p:txBody>
      </p:sp>
      <p:sp>
        <p:nvSpPr>
          <p:cNvPr id="14" name="Text Placeholder 13">
            <a:extLst>
              <a:ext uri="{FF2B5EF4-FFF2-40B4-BE49-F238E27FC236}">
                <a16:creationId xmlns:a16="http://schemas.microsoft.com/office/drawing/2014/main" id="{D68EE731-1135-DA61-FB05-D92DCAB57136}"/>
              </a:ext>
            </a:extLst>
          </p:cNvPr>
          <p:cNvSpPr>
            <a:spLocks noGrp="1"/>
          </p:cNvSpPr>
          <p:nvPr>
            <p:ph type="body" sz="quarter" idx="38"/>
          </p:nvPr>
        </p:nvSpPr>
        <p:spPr/>
        <p:txBody>
          <a:bodyPr/>
          <a:lstStyle/>
          <a:p>
            <a:endParaRPr lang="en-US"/>
          </a:p>
        </p:txBody>
      </p:sp>
      <p:sp>
        <p:nvSpPr>
          <p:cNvPr id="34" name="Text Placeholder 33">
            <a:extLst>
              <a:ext uri="{FF2B5EF4-FFF2-40B4-BE49-F238E27FC236}">
                <a16:creationId xmlns:a16="http://schemas.microsoft.com/office/drawing/2014/main" id="{BFFE5A93-DA0B-F580-865B-341986D7427D}"/>
              </a:ext>
            </a:extLst>
          </p:cNvPr>
          <p:cNvSpPr>
            <a:spLocks noGrp="1"/>
          </p:cNvSpPr>
          <p:nvPr>
            <p:ph type="body" sz="quarter" idx="39"/>
          </p:nvPr>
        </p:nvSpPr>
        <p:spPr/>
        <p:txBody>
          <a:bodyPr/>
          <a:lstStyle/>
          <a:p>
            <a:endParaRPr lang="en-US"/>
          </a:p>
        </p:txBody>
      </p:sp>
    </p:spTree>
    <p:extLst>
      <p:ext uri="{BB962C8B-B14F-4D97-AF65-F5344CB8AC3E}">
        <p14:creationId xmlns:p14="http://schemas.microsoft.com/office/powerpoint/2010/main" val="195909711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0C0AA-00A3-2A2C-C9F5-FA8459B3F79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D67E869-C0E6-BB0B-C822-18612D8E73E9}"/>
              </a:ext>
            </a:extLst>
          </p:cNvPr>
          <p:cNvSpPr>
            <a:spLocks noGrp="1"/>
          </p:cNvSpPr>
          <p:nvPr>
            <p:ph type="body" sz="quarter" idx="29"/>
          </p:nvPr>
        </p:nvSpPr>
        <p:spPr/>
        <p:txBody>
          <a:bodyPr/>
          <a:lstStyle/>
          <a:p>
            <a:r>
              <a:rPr lang="en-US" dirty="0"/>
              <a:t>05</a:t>
            </a:r>
          </a:p>
        </p:txBody>
      </p:sp>
      <p:sp>
        <p:nvSpPr>
          <p:cNvPr id="3" name="Title 2">
            <a:extLst>
              <a:ext uri="{FF2B5EF4-FFF2-40B4-BE49-F238E27FC236}">
                <a16:creationId xmlns:a16="http://schemas.microsoft.com/office/drawing/2014/main" id="{47F65B2E-847B-F2F3-6DC2-E80D24435029}"/>
              </a:ext>
            </a:extLst>
          </p:cNvPr>
          <p:cNvSpPr>
            <a:spLocks noGrp="1"/>
          </p:cNvSpPr>
          <p:nvPr>
            <p:ph type="ctrTitle"/>
          </p:nvPr>
        </p:nvSpPr>
        <p:spPr/>
        <p:txBody>
          <a:bodyPr/>
          <a:lstStyle/>
          <a:p>
            <a:r>
              <a:rPr lang="en-US"/>
              <a:t>EXECUTIVE SUMMARY &amp; </a:t>
            </a:r>
            <a:br>
              <a:rPr lang="en-US"/>
            </a:br>
            <a:r>
              <a:rPr lang="en-US"/>
              <a:t>BY THE NUMBERS SLIDES</a:t>
            </a:r>
          </a:p>
        </p:txBody>
      </p:sp>
    </p:spTree>
    <p:extLst>
      <p:ext uri="{BB962C8B-B14F-4D97-AF65-F5344CB8AC3E}">
        <p14:creationId xmlns:p14="http://schemas.microsoft.com/office/powerpoint/2010/main" val="191917599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34">
            <a:extLst>
              <a:ext uri="{FF2B5EF4-FFF2-40B4-BE49-F238E27FC236}">
                <a16:creationId xmlns:a16="http://schemas.microsoft.com/office/drawing/2014/main" id="{E4219DB6-8B07-8891-B4BA-031E544D9A47}"/>
              </a:ext>
            </a:extLst>
          </p:cNvPr>
          <p:cNvSpPr>
            <a:spLocks noGrp="1"/>
          </p:cNvSpPr>
          <p:nvPr>
            <p:ph type="title"/>
          </p:nvPr>
        </p:nvSpPr>
        <p:spPr/>
        <p:txBody>
          <a:bodyPr/>
          <a:lstStyle/>
          <a:p>
            <a:endParaRPr lang="en-US"/>
          </a:p>
        </p:txBody>
      </p:sp>
      <p:sp>
        <p:nvSpPr>
          <p:cNvPr id="42" name="Content Placeholder 41">
            <a:extLst>
              <a:ext uri="{FF2B5EF4-FFF2-40B4-BE49-F238E27FC236}">
                <a16:creationId xmlns:a16="http://schemas.microsoft.com/office/drawing/2014/main" id="{74FCCDBF-23C3-B977-C488-ADCB94E05382}"/>
              </a:ext>
            </a:extLst>
          </p:cNvPr>
          <p:cNvSpPr>
            <a:spLocks noGrp="1"/>
          </p:cNvSpPr>
          <p:nvPr>
            <p:ph sz="half" idx="30"/>
          </p:nvPr>
        </p:nvSpPr>
        <p:spPr/>
        <p:txBody>
          <a:bodyPr/>
          <a:lstStyle/>
          <a:p>
            <a:endParaRPr lang="en-US"/>
          </a:p>
        </p:txBody>
      </p:sp>
      <p:sp>
        <p:nvSpPr>
          <p:cNvPr id="40" name="Text Placeholder 39">
            <a:extLst>
              <a:ext uri="{FF2B5EF4-FFF2-40B4-BE49-F238E27FC236}">
                <a16:creationId xmlns:a16="http://schemas.microsoft.com/office/drawing/2014/main" id="{8C5B3789-B57C-8930-9C6A-0310593EBEE7}"/>
              </a:ext>
            </a:extLst>
          </p:cNvPr>
          <p:cNvSpPr>
            <a:spLocks noGrp="1"/>
          </p:cNvSpPr>
          <p:nvPr>
            <p:ph type="body" sz="quarter" idx="28"/>
          </p:nvPr>
        </p:nvSpPr>
        <p:spPr/>
        <p:txBody>
          <a:bodyPr/>
          <a:lstStyle/>
          <a:p>
            <a:endParaRPr lang="en-US"/>
          </a:p>
        </p:txBody>
      </p:sp>
      <p:sp>
        <p:nvSpPr>
          <p:cNvPr id="38" name="Content Placeholder 37">
            <a:extLst>
              <a:ext uri="{FF2B5EF4-FFF2-40B4-BE49-F238E27FC236}">
                <a16:creationId xmlns:a16="http://schemas.microsoft.com/office/drawing/2014/main" id="{193495F6-C790-2519-E10A-B0371CBC713A}"/>
              </a:ext>
            </a:extLst>
          </p:cNvPr>
          <p:cNvSpPr>
            <a:spLocks noGrp="1"/>
          </p:cNvSpPr>
          <p:nvPr>
            <p:ph sz="half" idx="14"/>
          </p:nvPr>
        </p:nvSpPr>
        <p:spPr/>
        <p:txBody>
          <a:bodyPr/>
          <a:lstStyle/>
          <a:p>
            <a:endParaRPr lang="en-US"/>
          </a:p>
        </p:txBody>
      </p:sp>
      <p:sp>
        <p:nvSpPr>
          <p:cNvPr id="43" name="Content Placeholder 42">
            <a:extLst>
              <a:ext uri="{FF2B5EF4-FFF2-40B4-BE49-F238E27FC236}">
                <a16:creationId xmlns:a16="http://schemas.microsoft.com/office/drawing/2014/main" id="{A2DB6554-F6F5-97FF-9E79-90A1CA2C9418}"/>
              </a:ext>
            </a:extLst>
          </p:cNvPr>
          <p:cNvSpPr>
            <a:spLocks noGrp="1"/>
          </p:cNvSpPr>
          <p:nvPr>
            <p:ph sz="half" idx="31"/>
          </p:nvPr>
        </p:nvSpPr>
        <p:spPr/>
        <p:txBody>
          <a:bodyPr/>
          <a:lstStyle/>
          <a:p>
            <a:endParaRPr lang="en-US"/>
          </a:p>
        </p:txBody>
      </p:sp>
      <p:sp>
        <p:nvSpPr>
          <p:cNvPr id="41" name="Text Placeholder 40">
            <a:extLst>
              <a:ext uri="{FF2B5EF4-FFF2-40B4-BE49-F238E27FC236}">
                <a16:creationId xmlns:a16="http://schemas.microsoft.com/office/drawing/2014/main" id="{17D1758C-CC9C-BCA3-8B66-5DBDEEEAAA9C}"/>
              </a:ext>
            </a:extLst>
          </p:cNvPr>
          <p:cNvSpPr>
            <a:spLocks noGrp="1"/>
          </p:cNvSpPr>
          <p:nvPr>
            <p:ph type="body" sz="quarter" idx="29"/>
          </p:nvPr>
        </p:nvSpPr>
        <p:spPr/>
        <p:txBody>
          <a:bodyPr/>
          <a:lstStyle/>
          <a:p>
            <a:endParaRPr lang="en-US"/>
          </a:p>
        </p:txBody>
      </p:sp>
      <p:sp>
        <p:nvSpPr>
          <p:cNvPr id="36" name="Content Placeholder 35">
            <a:extLst>
              <a:ext uri="{FF2B5EF4-FFF2-40B4-BE49-F238E27FC236}">
                <a16:creationId xmlns:a16="http://schemas.microsoft.com/office/drawing/2014/main" id="{A614B4B0-44FF-5C1E-9371-3EEB281CA5E0}"/>
              </a:ext>
            </a:extLst>
          </p:cNvPr>
          <p:cNvSpPr>
            <a:spLocks noGrp="1"/>
          </p:cNvSpPr>
          <p:nvPr>
            <p:ph sz="half" idx="12"/>
          </p:nvPr>
        </p:nvSpPr>
        <p:spPr/>
        <p:txBody>
          <a:bodyPr/>
          <a:lstStyle/>
          <a:p>
            <a:pPr marL="137160" indent="-137160"/>
            <a:endParaRPr lang="en-US" dirty="0"/>
          </a:p>
        </p:txBody>
      </p:sp>
      <p:sp>
        <p:nvSpPr>
          <p:cNvPr id="44" name="Content Placeholder 43">
            <a:extLst>
              <a:ext uri="{FF2B5EF4-FFF2-40B4-BE49-F238E27FC236}">
                <a16:creationId xmlns:a16="http://schemas.microsoft.com/office/drawing/2014/main" id="{17E4355B-8198-50CE-BBCD-F99BC61C9E5E}"/>
              </a:ext>
            </a:extLst>
          </p:cNvPr>
          <p:cNvSpPr>
            <a:spLocks noGrp="1"/>
          </p:cNvSpPr>
          <p:nvPr>
            <p:ph sz="half" idx="32"/>
          </p:nvPr>
        </p:nvSpPr>
        <p:spPr/>
        <p:txBody>
          <a:bodyPr/>
          <a:lstStyle/>
          <a:p>
            <a:endParaRPr lang="en-US"/>
          </a:p>
        </p:txBody>
      </p:sp>
      <p:sp>
        <p:nvSpPr>
          <p:cNvPr id="39" name="Text Placeholder 38">
            <a:extLst>
              <a:ext uri="{FF2B5EF4-FFF2-40B4-BE49-F238E27FC236}">
                <a16:creationId xmlns:a16="http://schemas.microsoft.com/office/drawing/2014/main" id="{13FF113C-2F2F-8F40-1E69-41EF02FE6C19}"/>
              </a:ext>
            </a:extLst>
          </p:cNvPr>
          <p:cNvSpPr>
            <a:spLocks noGrp="1"/>
          </p:cNvSpPr>
          <p:nvPr>
            <p:ph type="body" sz="quarter" idx="22"/>
          </p:nvPr>
        </p:nvSpPr>
        <p:spPr/>
        <p:txBody>
          <a:bodyPr/>
          <a:lstStyle/>
          <a:p>
            <a:endParaRPr lang="en-US"/>
          </a:p>
        </p:txBody>
      </p:sp>
      <p:sp>
        <p:nvSpPr>
          <p:cNvPr id="37" name="Content Placeholder 36">
            <a:extLst>
              <a:ext uri="{FF2B5EF4-FFF2-40B4-BE49-F238E27FC236}">
                <a16:creationId xmlns:a16="http://schemas.microsoft.com/office/drawing/2014/main" id="{B27DB99E-9D91-248D-B96B-926944D4E1E2}"/>
              </a:ext>
            </a:extLst>
          </p:cNvPr>
          <p:cNvSpPr>
            <a:spLocks noGrp="1"/>
          </p:cNvSpPr>
          <p:nvPr>
            <p:ph sz="half" idx="13"/>
          </p:nvPr>
        </p:nvSpPr>
        <p:spPr/>
        <p:txBody>
          <a:bodyPr/>
          <a:lstStyle/>
          <a:p>
            <a:pPr marL="137160" indent="-137160"/>
            <a:endParaRPr lang="en-US" dirty="0"/>
          </a:p>
        </p:txBody>
      </p:sp>
    </p:spTree>
    <p:extLst>
      <p:ext uri="{BB962C8B-B14F-4D97-AF65-F5344CB8AC3E}">
        <p14:creationId xmlns:p14="http://schemas.microsoft.com/office/powerpoint/2010/main" val="205389451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F532A41F-45FD-9569-8D21-6BB67F505F81}"/>
              </a:ext>
            </a:extLst>
          </p:cNvPr>
          <p:cNvSpPr>
            <a:spLocks noGrp="1"/>
          </p:cNvSpPr>
          <p:nvPr>
            <p:ph type="title"/>
          </p:nvPr>
        </p:nvSpPr>
        <p:spPr/>
        <p:txBody>
          <a:bodyPr/>
          <a:lstStyle/>
          <a:p>
            <a:endParaRPr lang="en-US"/>
          </a:p>
        </p:txBody>
      </p:sp>
      <p:sp>
        <p:nvSpPr>
          <p:cNvPr id="31" name="Content Placeholder 30">
            <a:extLst>
              <a:ext uri="{FF2B5EF4-FFF2-40B4-BE49-F238E27FC236}">
                <a16:creationId xmlns:a16="http://schemas.microsoft.com/office/drawing/2014/main" id="{87CD5FC2-9836-2010-9DDA-E108413C3E88}"/>
              </a:ext>
            </a:extLst>
          </p:cNvPr>
          <p:cNvSpPr>
            <a:spLocks noGrp="1"/>
          </p:cNvSpPr>
          <p:nvPr>
            <p:ph sz="half" idx="30"/>
          </p:nvPr>
        </p:nvSpPr>
        <p:spPr/>
        <p:txBody>
          <a:bodyPr/>
          <a:lstStyle/>
          <a:p>
            <a:endParaRPr lang="en-US"/>
          </a:p>
        </p:txBody>
      </p:sp>
      <p:sp>
        <p:nvSpPr>
          <p:cNvPr id="30" name="Text Placeholder 29">
            <a:extLst>
              <a:ext uri="{FF2B5EF4-FFF2-40B4-BE49-F238E27FC236}">
                <a16:creationId xmlns:a16="http://schemas.microsoft.com/office/drawing/2014/main" id="{58F09D40-AF6B-AB89-AD31-FB6311297FA2}"/>
              </a:ext>
            </a:extLst>
          </p:cNvPr>
          <p:cNvSpPr>
            <a:spLocks noGrp="1"/>
          </p:cNvSpPr>
          <p:nvPr>
            <p:ph type="body" sz="quarter" idx="21"/>
          </p:nvPr>
        </p:nvSpPr>
        <p:spPr/>
        <p:txBody>
          <a:bodyPr/>
          <a:lstStyle/>
          <a:p>
            <a:endParaRPr lang="en-US"/>
          </a:p>
        </p:txBody>
      </p:sp>
      <p:sp>
        <p:nvSpPr>
          <p:cNvPr id="29" name="Content Placeholder 28">
            <a:extLst>
              <a:ext uri="{FF2B5EF4-FFF2-40B4-BE49-F238E27FC236}">
                <a16:creationId xmlns:a16="http://schemas.microsoft.com/office/drawing/2014/main" id="{9E548B00-DAD9-4ABB-007F-8AEC2FC45DEF}"/>
              </a:ext>
            </a:extLst>
          </p:cNvPr>
          <p:cNvSpPr>
            <a:spLocks noGrp="1"/>
          </p:cNvSpPr>
          <p:nvPr>
            <p:ph sz="half" idx="19"/>
          </p:nvPr>
        </p:nvSpPr>
        <p:spPr/>
        <p:txBody>
          <a:bodyPr/>
          <a:lstStyle/>
          <a:p>
            <a:pPr marL="137160" indent="-137160"/>
            <a:endParaRPr lang="en-US" dirty="0"/>
          </a:p>
        </p:txBody>
      </p:sp>
      <p:sp>
        <p:nvSpPr>
          <p:cNvPr id="39" name="Content Placeholder 38">
            <a:extLst>
              <a:ext uri="{FF2B5EF4-FFF2-40B4-BE49-F238E27FC236}">
                <a16:creationId xmlns:a16="http://schemas.microsoft.com/office/drawing/2014/main" id="{CCDF0AEC-2CCA-561C-4588-E1D43DF4EE60}"/>
              </a:ext>
            </a:extLst>
          </p:cNvPr>
          <p:cNvSpPr>
            <a:spLocks noGrp="1"/>
          </p:cNvSpPr>
          <p:nvPr>
            <p:ph sz="half" idx="44"/>
          </p:nvPr>
        </p:nvSpPr>
        <p:spPr/>
        <p:txBody>
          <a:bodyPr/>
          <a:lstStyle/>
          <a:p>
            <a:endParaRPr lang="en-US"/>
          </a:p>
        </p:txBody>
      </p:sp>
      <p:sp>
        <p:nvSpPr>
          <p:cNvPr id="35" name="Text Placeholder 34">
            <a:extLst>
              <a:ext uri="{FF2B5EF4-FFF2-40B4-BE49-F238E27FC236}">
                <a16:creationId xmlns:a16="http://schemas.microsoft.com/office/drawing/2014/main" id="{98E4D3FC-747E-0034-BAC2-CCB5A3F0C478}"/>
              </a:ext>
            </a:extLst>
          </p:cNvPr>
          <p:cNvSpPr>
            <a:spLocks noGrp="1"/>
          </p:cNvSpPr>
          <p:nvPr>
            <p:ph type="body" sz="quarter" idx="39"/>
          </p:nvPr>
        </p:nvSpPr>
        <p:spPr/>
        <p:txBody>
          <a:bodyPr/>
          <a:lstStyle/>
          <a:p>
            <a:endParaRPr lang="en-US"/>
          </a:p>
        </p:txBody>
      </p:sp>
      <p:sp>
        <p:nvSpPr>
          <p:cNvPr id="34" name="Content Placeholder 33">
            <a:extLst>
              <a:ext uri="{FF2B5EF4-FFF2-40B4-BE49-F238E27FC236}">
                <a16:creationId xmlns:a16="http://schemas.microsoft.com/office/drawing/2014/main" id="{B2D6AE66-66AB-508F-6F49-9C67E7309461}"/>
              </a:ext>
            </a:extLst>
          </p:cNvPr>
          <p:cNvSpPr>
            <a:spLocks noGrp="1"/>
          </p:cNvSpPr>
          <p:nvPr>
            <p:ph sz="half" idx="37"/>
          </p:nvPr>
        </p:nvSpPr>
        <p:spPr/>
        <p:txBody>
          <a:bodyPr/>
          <a:lstStyle/>
          <a:p>
            <a:pPr marL="137160" indent="-137160"/>
            <a:endParaRPr lang="en-US" dirty="0"/>
          </a:p>
        </p:txBody>
      </p:sp>
      <p:sp>
        <p:nvSpPr>
          <p:cNvPr id="38" name="Content Placeholder 37">
            <a:extLst>
              <a:ext uri="{FF2B5EF4-FFF2-40B4-BE49-F238E27FC236}">
                <a16:creationId xmlns:a16="http://schemas.microsoft.com/office/drawing/2014/main" id="{F1D48282-698C-275F-8BA6-D6A749E160AC}"/>
              </a:ext>
            </a:extLst>
          </p:cNvPr>
          <p:cNvSpPr>
            <a:spLocks noGrp="1"/>
          </p:cNvSpPr>
          <p:nvPr>
            <p:ph sz="half" idx="43"/>
          </p:nvPr>
        </p:nvSpPr>
        <p:spPr/>
        <p:txBody>
          <a:bodyPr/>
          <a:lstStyle/>
          <a:p>
            <a:endParaRPr lang="en-US"/>
          </a:p>
        </p:txBody>
      </p:sp>
      <p:sp>
        <p:nvSpPr>
          <p:cNvPr id="33" name="Text Placeholder 32">
            <a:extLst>
              <a:ext uri="{FF2B5EF4-FFF2-40B4-BE49-F238E27FC236}">
                <a16:creationId xmlns:a16="http://schemas.microsoft.com/office/drawing/2014/main" id="{A4C9BD89-55D5-C348-8182-E99877C5475C}"/>
              </a:ext>
            </a:extLst>
          </p:cNvPr>
          <p:cNvSpPr>
            <a:spLocks noGrp="1"/>
          </p:cNvSpPr>
          <p:nvPr>
            <p:ph type="body" sz="quarter" idx="36"/>
          </p:nvPr>
        </p:nvSpPr>
        <p:spPr/>
        <p:txBody>
          <a:bodyPr/>
          <a:lstStyle/>
          <a:p>
            <a:endParaRPr lang="en-US"/>
          </a:p>
        </p:txBody>
      </p:sp>
      <p:sp>
        <p:nvSpPr>
          <p:cNvPr id="32" name="Content Placeholder 31">
            <a:extLst>
              <a:ext uri="{FF2B5EF4-FFF2-40B4-BE49-F238E27FC236}">
                <a16:creationId xmlns:a16="http://schemas.microsoft.com/office/drawing/2014/main" id="{FDF71896-2BB5-4DE2-4321-F70CF49FBF53}"/>
              </a:ext>
            </a:extLst>
          </p:cNvPr>
          <p:cNvSpPr>
            <a:spLocks noGrp="1"/>
          </p:cNvSpPr>
          <p:nvPr>
            <p:ph sz="half" idx="34"/>
          </p:nvPr>
        </p:nvSpPr>
        <p:spPr/>
        <p:txBody>
          <a:bodyPr/>
          <a:lstStyle/>
          <a:p>
            <a:pPr marL="137160" indent="-137160"/>
            <a:endParaRPr lang="en-US" dirty="0"/>
          </a:p>
        </p:txBody>
      </p:sp>
      <p:sp>
        <p:nvSpPr>
          <p:cNvPr id="40" name="Content Placeholder 39">
            <a:extLst>
              <a:ext uri="{FF2B5EF4-FFF2-40B4-BE49-F238E27FC236}">
                <a16:creationId xmlns:a16="http://schemas.microsoft.com/office/drawing/2014/main" id="{72306D95-850D-6EEF-8DD1-E3E4FECC437F}"/>
              </a:ext>
            </a:extLst>
          </p:cNvPr>
          <p:cNvSpPr>
            <a:spLocks noGrp="1"/>
          </p:cNvSpPr>
          <p:nvPr>
            <p:ph sz="half" idx="45"/>
          </p:nvPr>
        </p:nvSpPr>
        <p:spPr/>
        <p:txBody>
          <a:bodyPr/>
          <a:lstStyle/>
          <a:p>
            <a:endParaRPr lang="en-US"/>
          </a:p>
        </p:txBody>
      </p:sp>
      <p:sp>
        <p:nvSpPr>
          <p:cNvPr id="37" name="Text Placeholder 36">
            <a:extLst>
              <a:ext uri="{FF2B5EF4-FFF2-40B4-BE49-F238E27FC236}">
                <a16:creationId xmlns:a16="http://schemas.microsoft.com/office/drawing/2014/main" id="{EA59288D-F38B-FC00-AF2A-DAD76E4D880A}"/>
              </a:ext>
            </a:extLst>
          </p:cNvPr>
          <p:cNvSpPr>
            <a:spLocks noGrp="1"/>
          </p:cNvSpPr>
          <p:nvPr>
            <p:ph type="body" sz="quarter" idx="42"/>
          </p:nvPr>
        </p:nvSpPr>
        <p:spPr/>
        <p:txBody>
          <a:bodyPr/>
          <a:lstStyle/>
          <a:p>
            <a:endParaRPr lang="en-US"/>
          </a:p>
        </p:txBody>
      </p:sp>
      <p:sp>
        <p:nvSpPr>
          <p:cNvPr id="36" name="Content Placeholder 35">
            <a:extLst>
              <a:ext uri="{FF2B5EF4-FFF2-40B4-BE49-F238E27FC236}">
                <a16:creationId xmlns:a16="http://schemas.microsoft.com/office/drawing/2014/main" id="{F24D139B-69EE-BCF1-5A18-225DE5EAA1FA}"/>
              </a:ext>
            </a:extLst>
          </p:cNvPr>
          <p:cNvSpPr>
            <a:spLocks noGrp="1"/>
          </p:cNvSpPr>
          <p:nvPr>
            <p:ph sz="half" idx="40"/>
          </p:nvPr>
        </p:nvSpPr>
        <p:spPr/>
        <p:txBody>
          <a:bodyPr/>
          <a:lstStyle/>
          <a:p>
            <a:pPr marL="137160" indent="-137160"/>
            <a:endParaRPr lang="en-US" dirty="0"/>
          </a:p>
        </p:txBody>
      </p:sp>
    </p:spTree>
    <p:extLst>
      <p:ext uri="{BB962C8B-B14F-4D97-AF65-F5344CB8AC3E}">
        <p14:creationId xmlns:p14="http://schemas.microsoft.com/office/powerpoint/2010/main" val="216703967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4C968-A194-D62C-3546-E63ED0E5B49C}"/>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09634C98-AAB4-FBC9-2CAD-1432A79ECBF9}"/>
              </a:ext>
            </a:extLst>
          </p:cNvPr>
          <p:cNvSpPr>
            <a:spLocks noGrp="1"/>
          </p:cNvSpPr>
          <p:nvPr>
            <p:ph type="body" sz="quarter" idx="53"/>
          </p:nvPr>
        </p:nvSpPr>
        <p:spPr/>
        <p:txBody>
          <a:bodyPr/>
          <a:lstStyle/>
          <a:p>
            <a:endParaRPr lang="en-US"/>
          </a:p>
        </p:txBody>
      </p:sp>
      <p:sp>
        <p:nvSpPr>
          <p:cNvPr id="3" name="Content Placeholder 2">
            <a:extLst>
              <a:ext uri="{FF2B5EF4-FFF2-40B4-BE49-F238E27FC236}">
                <a16:creationId xmlns:a16="http://schemas.microsoft.com/office/drawing/2014/main" id="{CA2115D7-8EDB-E6B5-4071-677E66B46DE8}"/>
              </a:ext>
            </a:extLst>
          </p:cNvPr>
          <p:cNvSpPr>
            <a:spLocks noGrp="1"/>
          </p:cNvSpPr>
          <p:nvPr>
            <p:ph sz="half" idx="51"/>
          </p:nvPr>
        </p:nvSpPr>
        <p:spPr/>
        <p:txBody>
          <a:bodyPr/>
          <a:lstStyle/>
          <a:p>
            <a:pPr marL="137160" indent="-137160"/>
            <a:endParaRPr lang="en-US" dirty="0"/>
          </a:p>
        </p:txBody>
      </p:sp>
      <p:sp>
        <p:nvSpPr>
          <p:cNvPr id="6" name="Text Placeholder 5">
            <a:extLst>
              <a:ext uri="{FF2B5EF4-FFF2-40B4-BE49-F238E27FC236}">
                <a16:creationId xmlns:a16="http://schemas.microsoft.com/office/drawing/2014/main" id="{B7C0070B-FBF7-7AFB-4E5F-C18D7F90DECC}"/>
              </a:ext>
            </a:extLst>
          </p:cNvPr>
          <p:cNvSpPr>
            <a:spLocks noGrp="1"/>
          </p:cNvSpPr>
          <p:nvPr>
            <p:ph type="body" sz="quarter" idx="55"/>
          </p:nvPr>
        </p:nvSpPr>
        <p:spPr/>
        <p:txBody>
          <a:bodyPr/>
          <a:lstStyle/>
          <a:p>
            <a:endParaRPr lang="en-US"/>
          </a:p>
        </p:txBody>
      </p:sp>
      <p:sp>
        <p:nvSpPr>
          <p:cNvPr id="5" name="Content Placeholder 4">
            <a:extLst>
              <a:ext uri="{FF2B5EF4-FFF2-40B4-BE49-F238E27FC236}">
                <a16:creationId xmlns:a16="http://schemas.microsoft.com/office/drawing/2014/main" id="{359176E8-F916-E233-996E-02D5B517EA23}"/>
              </a:ext>
            </a:extLst>
          </p:cNvPr>
          <p:cNvSpPr>
            <a:spLocks noGrp="1"/>
          </p:cNvSpPr>
          <p:nvPr>
            <p:ph sz="half" idx="54"/>
          </p:nvPr>
        </p:nvSpPr>
        <p:spPr/>
        <p:txBody>
          <a:bodyPr/>
          <a:lstStyle/>
          <a:p>
            <a:pPr marL="137160" indent="-137160"/>
            <a:endParaRPr lang="en-US" dirty="0"/>
          </a:p>
        </p:txBody>
      </p:sp>
      <p:sp>
        <p:nvSpPr>
          <p:cNvPr id="8" name="Text Placeholder 7">
            <a:extLst>
              <a:ext uri="{FF2B5EF4-FFF2-40B4-BE49-F238E27FC236}">
                <a16:creationId xmlns:a16="http://schemas.microsoft.com/office/drawing/2014/main" id="{F0D83472-3CE6-62A6-5214-B4023C27E70A}"/>
              </a:ext>
            </a:extLst>
          </p:cNvPr>
          <p:cNvSpPr>
            <a:spLocks noGrp="1"/>
          </p:cNvSpPr>
          <p:nvPr>
            <p:ph type="body" sz="quarter" idx="57"/>
          </p:nvPr>
        </p:nvSpPr>
        <p:spPr/>
        <p:txBody>
          <a:bodyPr/>
          <a:lstStyle/>
          <a:p>
            <a:endParaRPr lang="en-US"/>
          </a:p>
        </p:txBody>
      </p:sp>
      <p:sp>
        <p:nvSpPr>
          <p:cNvPr id="7" name="Content Placeholder 6">
            <a:extLst>
              <a:ext uri="{FF2B5EF4-FFF2-40B4-BE49-F238E27FC236}">
                <a16:creationId xmlns:a16="http://schemas.microsoft.com/office/drawing/2014/main" id="{503FE276-75D9-7F6D-54B1-928FA932A65B}"/>
              </a:ext>
            </a:extLst>
          </p:cNvPr>
          <p:cNvSpPr>
            <a:spLocks noGrp="1"/>
          </p:cNvSpPr>
          <p:nvPr>
            <p:ph sz="half" idx="56"/>
          </p:nvPr>
        </p:nvSpPr>
        <p:spPr/>
        <p:txBody>
          <a:bodyPr/>
          <a:lstStyle/>
          <a:p>
            <a:pPr marL="137160" indent="-137160"/>
            <a:endParaRPr lang="en-US" dirty="0"/>
          </a:p>
        </p:txBody>
      </p:sp>
      <p:sp>
        <p:nvSpPr>
          <p:cNvPr id="10" name="Text Placeholder 9">
            <a:extLst>
              <a:ext uri="{FF2B5EF4-FFF2-40B4-BE49-F238E27FC236}">
                <a16:creationId xmlns:a16="http://schemas.microsoft.com/office/drawing/2014/main" id="{461AD982-3483-E1C9-DB6F-1336B58D1777}"/>
              </a:ext>
            </a:extLst>
          </p:cNvPr>
          <p:cNvSpPr>
            <a:spLocks noGrp="1"/>
          </p:cNvSpPr>
          <p:nvPr>
            <p:ph type="body" sz="quarter" idx="59"/>
          </p:nvPr>
        </p:nvSpPr>
        <p:spPr/>
        <p:txBody>
          <a:bodyPr/>
          <a:lstStyle/>
          <a:p>
            <a:endParaRPr lang="en-US"/>
          </a:p>
        </p:txBody>
      </p:sp>
      <p:sp>
        <p:nvSpPr>
          <p:cNvPr id="9" name="Content Placeholder 8">
            <a:extLst>
              <a:ext uri="{FF2B5EF4-FFF2-40B4-BE49-F238E27FC236}">
                <a16:creationId xmlns:a16="http://schemas.microsoft.com/office/drawing/2014/main" id="{87D9044D-81F3-DA11-E0BE-A2E969884AB4}"/>
              </a:ext>
            </a:extLst>
          </p:cNvPr>
          <p:cNvSpPr>
            <a:spLocks noGrp="1"/>
          </p:cNvSpPr>
          <p:nvPr>
            <p:ph sz="half" idx="58"/>
          </p:nvPr>
        </p:nvSpPr>
        <p:spPr/>
        <p:txBody>
          <a:bodyPr/>
          <a:lstStyle/>
          <a:p>
            <a:pPr marL="137160" indent="-137160"/>
            <a:endParaRPr lang="en-US" dirty="0"/>
          </a:p>
        </p:txBody>
      </p:sp>
    </p:spTree>
    <p:extLst>
      <p:ext uri="{BB962C8B-B14F-4D97-AF65-F5344CB8AC3E}">
        <p14:creationId xmlns:p14="http://schemas.microsoft.com/office/powerpoint/2010/main" val="324326568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5F11E-88B1-C584-BDD0-20157B837FFE}"/>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A1367BBE-31C6-B1B5-A182-24ADADBB60B9}"/>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3B0C556F-9E8E-3C6F-B788-1193B5ADF549}"/>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A31C00BD-30C5-9A44-3926-20F3A96F3E42}"/>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EBB20B8B-7596-4D8A-D128-692F4658FE7F}"/>
              </a:ext>
            </a:extLst>
          </p:cNvPr>
          <p:cNvSpPr>
            <a:spLocks noGrp="1"/>
          </p:cNvSpPr>
          <p:nvPr>
            <p:ph type="body" sz="quarter" idx="24"/>
          </p:nvPr>
        </p:nvSpPr>
        <p:spPr/>
        <p:txBody>
          <a:bodyPr/>
          <a:lstStyle/>
          <a:p>
            <a:endParaRPr lang="en-US"/>
          </a:p>
        </p:txBody>
      </p:sp>
      <p:sp>
        <p:nvSpPr>
          <p:cNvPr id="11" name="Text Placeholder 10">
            <a:extLst>
              <a:ext uri="{FF2B5EF4-FFF2-40B4-BE49-F238E27FC236}">
                <a16:creationId xmlns:a16="http://schemas.microsoft.com/office/drawing/2014/main" id="{2D9A926C-BD8B-37FF-ED5B-555C2F2CE908}"/>
              </a:ext>
            </a:extLst>
          </p:cNvPr>
          <p:cNvSpPr>
            <a:spLocks noGrp="1"/>
          </p:cNvSpPr>
          <p:nvPr>
            <p:ph type="body" sz="quarter" idx="31"/>
          </p:nvPr>
        </p:nvSpPr>
        <p:spPr/>
        <p:txBody>
          <a:bodyPr/>
          <a:lstStyle/>
          <a:p>
            <a:endParaRPr lang="en-US"/>
          </a:p>
        </p:txBody>
      </p:sp>
      <p:sp>
        <p:nvSpPr>
          <p:cNvPr id="12" name="Text Placeholder 11">
            <a:extLst>
              <a:ext uri="{FF2B5EF4-FFF2-40B4-BE49-F238E27FC236}">
                <a16:creationId xmlns:a16="http://schemas.microsoft.com/office/drawing/2014/main" id="{71FA957A-EC09-C3B0-FBFD-62D7F01C4879}"/>
              </a:ext>
            </a:extLst>
          </p:cNvPr>
          <p:cNvSpPr>
            <a:spLocks noGrp="1"/>
          </p:cNvSpPr>
          <p:nvPr>
            <p:ph type="body" sz="quarter" idx="32"/>
          </p:nvPr>
        </p:nvSpPr>
        <p:spPr/>
        <p:txBody>
          <a:bodyPr/>
          <a:lstStyle/>
          <a:p>
            <a:endParaRPr lang="en-US"/>
          </a:p>
        </p:txBody>
      </p:sp>
      <p:sp>
        <p:nvSpPr>
          <p:cNvPr id="7" name="Text Placeholder 6">
            <a:extLst>
              <a:ext uri="{FF2B5EF4-FFF2-40B4-BE49-F238E27FC236}">
                <a16:creationId xmlns:a16="http://schemas.microsoft.com/office/drawing/2014/main" id="{98C6DDDE-C4B8-53A7-78EA-5A43C338C11F}"/>
              </a:ext>
            </a:extLst>
          </p:cNvPr>
          <p:cNvSpPr>
            <a:spLocks noGrp="1"/>
          </p:cNvSpPr>
          <p:nvPr>
            <p:ph type="body" sz="quarter" idx="25"/>
          </p:nvPr>
        </p:nvSpPr>
        <p:spPr/>
        <p:txBody>
          <a:bodyPr/>
          <a:lstStyle/>
          <a:p>
            <a:endParaRPr lang="en-US"/>
          </a:p>
        </p:txBody>
      </p:sp>
      <p:sp>
        <p:nvSpPr>
          <p:cNvPr id="8" name="Text Placeholder 7">
            <a:extLst>
              <a:ext uri="{FF2B5EF4-FFF2-40B4-BE49-F238E27FC236}">
                <a16:creationId xmlns:a16="http://schemas.microsoft.com/office/drawing/2014/main" id="{E9A4A9AC-BE36-440F-A3DB-7E0D8F9D4DA8}"/>
              </a:ext>
            </a:extLst>
          </p:cNvPr>
          <p:cNvSpPr>
            <a:spLocks noGrp="1"/>
          </p:cNvSpPr>
          <p:nvPr>
            <p:ph type="body" sz="quarter" idx="26"/>
          </p:nvPr>
        </p:nvSpPr>
        <p:spPr/>
        <p:txBody>
          <a:bodyPr/>
          <a:lstStyle/>
          <a:p>
            <a:endParaRPr lang="en-US"/>
          </a:p>
        </p:txBody>
      </p:sp>
      <p:sp>
        <p:nvSpPr>
          <p:cNvPr id="13" name="Text Placeholder 12">
            <a:extLst>
              <a:ext uri="{FF2B5EF4-FFF2-40B4-BE49-F238E27FC236}">
                <a16:creationId xmlns:a16="http://schemas.microsoft.com/office/drawing/2014/main" id="{8886E50D-2E66-63DE-5565-CAE50579DA72}"/>
              </a:ext>
            </a:extLst>
          </p:cNvPr>
          <p:cNvSpPr>
            <a:spLocks noGrp="1"/>
          </p:cNvSpPr>
          <p:nvPr>
            <p:ph type="body" sz="quarter" idx="33"/>
          </p:nvPr>
        </p:nvSpPr>
        <p:spPr/>
        <p:txBody>
          <a:bodyPr/>
          <a:lstStyle/>
          <a:p>
            <a:endParaRPr lang="en-US"/>
          </a:p>
        </p:txBody>
      </p:sp>
      <p:sp>
        <p:nvSpPr>
          <p:cNvPr id="14" name="Text Placeholder 13">
            <a:extLst>
              <a:ext uri="{FF2B5EF4-FFF2-40B4-BE49-F238E27FC236}">
                <a16:creationId xmlns:a16="http://schemas.microsoft.com/office/drawing/2014/main" id="{0F4597E9-E495-6BB9-7A2E-2E8420C3F2D6}"/>
              </a:ext>
            </a:extLst>
          </p:cNvPr>
          <p:cNvSpPr>
            <a:spLocks noGrp="1"/>
          </p:cNvSpPr>
          <p:nvPr>
            <p:ph type="body" sz="quarter" idx="34"/>
          </p:nvPr>
        </p:nvSpPr>
        <p:spPr/>
        <p:txBody>
          <a:bodyPr/>
          <a:lstStyle/>
          <a:p>
            <a:endParaRPr lang="en-US"/>
          </a:p>
        </p:txBody>
      </p:sp>
      <p:sp>
        <p:nvSpPr>
          <p:cNvPr id="15" name="Text Placeholder 14">
            <a:extLst>
              <a:ext uri="{FF2B5EF4-FFF2-40B4-BE49-F238E27FC236}">
                <a16:creationId xmlns:a16="http://schemas.microsoft.com/office/drawing/2014/main" id="{5E28E359-F0F3-37C3-BE46-E1FCFB605F9D}"/>
              </a:ext>
            </a:extLst>
          </p:cNvPr>
          <p:cNvSpPr>
            <a:spLocks noGrp="1"/>
          </p:cNvSpPr>
          <p:nvPr>
            <p:ph type="body" sz="quarter" idx="35"/>
          </p:nvPr>
        </p:nvSpPr>
        <p:spPr/>
        <p:txBody>
          <a:bodyPr/>
          <a:lstStyle/>
          <a:p>
            <a:endParaRPr lang="en-US"/>
          </a:p>
        </p:txBody>
      </p:sp>
      <p:sp>
        <p:nvSpPr>
          <p:cNvPr id="16" name="Text Placeholder 15">
            <a:extLst>
              <a:ext uri="{FF2B5EF4-FFF2-40B4-BE49-F238E27FC236}">
                <a16:creationId xmlns:a16="http://schemas.microsoft.com/office/drawing/2014/main" id="{CD0CA4D7-33C9-4A82-5953-8B5BFE94B050}"/>
              </a:ext>
            </a:extLst>
          </p:cNvPr>
          <p:cNvSpPr>
            <a:spLocks noGrp="1"/>
          </p:cNvSpPr>
          <p:nvPr>
            <p:ph type="body" sz="quarter" idx="36"/>
          </p:nvPr>
        </p:nvSpPr>
        <p:spPr/>
        <p:txBody>
          <a:bodyPr/>
          <a:lstStyle/>
          <a:p>
            <a:endParaRPr lang="en-US"/>
          </a:p>
        </p:txBody>
      </p:sp>
      <p:sp>
        <p:nvSpPr>
          <p:cNvPr id="9" name="Text Placeholder 8">
            <a:extLst>
              <a:ext uri="{FF2B5EF4-FFF2-40B4-BE49-F238E27FC236}">
                <a16:creationId xmlns:a16="http://schemas.microsoft.com/office/drawing/2014/main" id="{51035E66-4A24-38DB-3FA0-F32D1D52D058}"/>
              </a:ext>
            </a:extLst>
          </p:cNvPr>
          <p:cNvSpPr>
            <a:spLocks noGrp="1"/>
          </p:cNvSpPr>
          <p:nvPr>
            <p:ph type="body" sz="quarter" idx="29"/>
          </p:nvPr>
        </p:nvSpPr>
        <p:spPr/>
        <p:txBody>
          <a:bodyPr/>
          <a:lstStyle/>
          <a:p>
            <a:endParaRPr lang="en-US"/>
          </a:p>
        </p:txBody>
      </p:sp>
      <p:sp>
        <p:nvSpPr>
          <p:cNvPr id="10" name="Text Placeholder 9">
            <a:extLst>
              <a:ext uri="{FF2B5EF4-FFF2-40B4-BE49-F238E27FC236}">
                <a16:creationId xmlns:a16="http://schemas.microsoft.com/office/drawing/2014/main" id="{53328E29-0A59-4310-08FA-A5B4BB27AE8D}"/>
              </a:ext>
            </a:extLst>
          </p:cNvPr>
          <p:cNvSpPr>
            <a:spLocks noGrp="1"/>
          </p:cNvSpPr>
          <p:nvPr>
            <p:ph type="body" sz="quarter" idx="30"/>
          </p:nvPr>
        </p:nvSpPr>
        <p:spPr/>
        <p:txBody>
          <a:bodyPr/>
          <a:lstStyle/>
          <a:p>
            <a:endParaRPr lang="en-US"/>
          </a:p>
        </p:txBody>
      </p:sp>
    </p:spTree>
    <p:extLst>
      <p:ext uri="{BB962C8B-B14F-4D97-AF65-F5344CB8AC3E}">
        <p14:creationId xmlns:p14="http://schemas.microsoft.com/office/powerpoint/2010/main" val="278372366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0BFC2-E38D-7B0F-5BA1-EB97D0AEE527}"/>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28F49D3D-0155-093F-C7A2-3803DFA601B8}"/>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E0F51868-2F04-16EC-96B7-CCD034BDB5F2}"/>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4AEC281D-5BF1-7201-E936-ABBF29B0F8CA}"/>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79F9DA25-19BD-3B9A-A7FB-268957624BDB}"/>
              </a:ext>
            </a:extLst>
          </p:cNvPr>
          <p:cNvSpPr>
            <a:spLocks noGrp="1"/>
          </p:cNvSpPr>
          <p:nvPr>
            <p:ph type="body" sz="quarter" idx="24"/>
          </p:nvPr>
        </p:nvSpPr>
        <p:spPr/>
        <p:txBody>
          <a:bodyPr/>
          <a:lstStyle/>
          <a:p>
            <a:endParaRPr lang="en-US"/>
          </a:p>
        </p:txBody>
      </p:sp>
      <p:sp>
        <p:nvSpPr>
          <p:cNvPr id="11" name="Text Placeholder 10">
            <a:extLst>
              <a:ext uri="{FF2B5EF4-FFF2-40B4-BE49-F238E27FC236}">
                <a16:creationId xmlns:a16="http://schemas.microsoft.com/office/drawing/2014/main" id="{3AE0606C-283D-FAA5-18F1-7380924040E1}"/>
              </a:ext>
            </a:extLst>
          </p:cNvPr>
          <p:cNvSpPr>
            <a:spLocks noGrp="1"/>
          </p:cNvSpPr>
          <p:nvPr>
            <p:ph type="body" sz="quarter" idx="31"/>
          </p:nvPr>
        </p:nvSpPr>
        <p:spPr/>
        <p:txBody>
          <a:bodyPr/>
          <a:lstStyle/>
          <a:p>
            <a:endParaRPr lang="en-US"/>
          </a:p>
        </p:txBody>
      </p:sp>
      <p:sp>
        <p:nvSpPr>
          <p:cNvPr id="12" name="Text Placeholder 11">
            <a:extLst>
              <a:ext uri="{FF2B5EF4-FFF2-40B4-BE49-F238E27FC236}">
                <a16:creationId xmlns:a16="http://schemas.microsoft.com/office/drawing/2014/main" id="{101E6517-7E63-8062-5C3E-F1886DCDCACB}"/>
              </a:ext>
            </a:extLst>
          </p:cNvPr>
          <p:cNvSpPr>
            <a:spLocks noGrp="1"/>
          </p:cNvSpPr>
          <p:nvPr>
            <p:ph type="body" sz="quarter" idx="32"/>
          </p:nvPr>
        </p:nvSpPr>
        <p:spPr/>
        <p:txBody>
          <a:bodyPr/>
          <a:lstStyle/>
          <a:p>
            <a:endParaRPr lang="en-US"/>
          </a:p>
        </p:txBody>
      </p:sp>
      <p:sp>
        <p:nvSpPr>
          <p:cNvPr id="7" name="Text Placeholder 6">
            <a:extLst>
              <a:ext uri="{FF2B5EF4-FFF2-40B4-BE49-F238E27FC236}">
                <a16:creationId xmlns:a16="http://schemas.microsoft.com/office/drawing/2014/main" id="{7037E329-852D-04A2-F87E-29CAE9B5A209}"/>
              </a:ext>
            </a:extLst>
          </p:cNvPr>
          <p:cNvSpPr>
            <a:spLocks noGrp="1"/>
          </p:cNvSpPr>
          <p:nvPr>
            <p:ph type="body" sz="quarter" idx="25"/>
          </p:nvPr>
        </p:nvSpPr>
        <p:spPr/>
        <p:txBody>
          <a:bodyPr/>
          <a:lstStyle/>
          <a:p>
            <a:endParaRPr lang="en-US"/>
          </a:p>
        </p:txBody>
      </p:sp>
      <p:sp>
        <p:nvSpPr>
          <p:cNvPr id="8" name="Text Placeholder 7">
            <a:extLst>
              <a:ext uri="{FF2B5EF4-FFF2-40B4-BE49-F238E27FC236}">
                <a16:creationId xmlns:a16="http://schemas.microsoft.com/office/drawing/2014/main" id="{2ADAA04F-A5A1-E7EC-9678-074BE4F63728}"/>
              </a:ext>
            </a:extLst>
          </p:cNvPr>
          <p:cNvSpPr>
            <a:spLocks noGrp="1"/>
          </p:cNvSpPr>
          <p:nvPr>
            <p:ph type="body" sz="quarter" idx="26"/>
          </p:nvPr>
        </p:nvSpPr>
        <p:spPr/>
        <p:txBody>
          <a:bodyPr/>
          <a:lstStyle/>
          <a:p>
            <a:endParaRPr lang="en-US"/>
          </a:p>
        </p:txBody>
      </p:sp>
      <p:sp>
        <p:nvSpPr>
          <p:cNvPr id="13" name="Text Placeholder 12">
            <a:extLst>
              <a:ext uri="{FF2B5EF4-FFF2-40B4-BE49-F238E27FC236}">
                <a16:creationId xmlns:a16="http://schemas.microsoft.com/office/drawing/2014/main" id="{22C1C363-E1F5-97E1-EC70-D7CC8C8D1FEF}"/>
              </a:ext>
            </a:extLst>
          </p:cNvPr>
          <p:cNvSpPr>
            <a:spLocks noGrp="1"/>
          </p:cNvSpPr>
          <p:nvPr>
            <p:ph type="body" sz="quarter" idx="33"/>
          </p:nvPr>
        </p:nvSpPr>
        <p:spPr/>
        <p:txBody>
          <a:bodyPr/>
          <a:lstStyle/>
          <a:p>
            <a:endParaRPr lang="en-US"/>
          </a:p>
        </p:txBody>
      </p:sp>
      <p:sp>
        <p:nvSpPr>
          <p:cNvPr id="14" name="Text Placeholder 13">
            <a:extLst>
              <a:ext uri="{FF2B5EF4-FFF2-40B4-BE49-F238E27FC236}">
                <a16:creationId xmlns:a16="http://schemas.microsoft.com/office/drawing/2014/main" id="{6C4712BE-27E6-BB04-BE59-650583928B67}"/>
              </a:ext>
            </a:extLst>
          </p:cNvPr>
          <p:cNvSpPr>
            <a:spLocks noGrp="1"/>
          </p:cNvSpPr>
          <p:nvPr>
            <p:ph type="body" sz="quarter" idx="34"/>
          </p:nvPr>
        </p:nvSpPr>
        <p:spPr/>
        <p:txBody>
          <a:bodyPr/>
          <a:lstStyle/>
          <a:p>
            <a:endParaRPr lang="en-US"/>
          </a:p>
        </p:txBody>
      </p:sp>
      <p:sp>
        <p:nvSpPr>
          <p:cNvPr id="15" name="Text Placeholder 14">
            <a:extLst>
              <a:ext uri="{FF2B5EF4-FFF2-40B4-BE49-F238E27FC236}">
                <a16:creationId xmlns:a16="http://schemas.microsoft.com/office/drawing/2014/main" id="{689949D7-704D-077A-34D3-59DCB08ED889}"/>
              </a:ext>
            </a:extLst>
          </p:cNvPr>
          <p:cNvSpPr>
            <a:spLocks noGrp="1"/>
          </p:cNvSpPr>
          <p:nvPr>
            <p:ph type="body" sz="quarter" idx="35"/>
          </p:nvPr>
        </p:nvSpPr>
        <p:spPr/>
        <p:txBody>
          <a:bodyPr/>
          <a:lstStyle/>
          <a:p>
            <a:endParaRPr lang="en-US"/>
          </a:p>
        </p:txBody>
      </p:sp>
      <p:sp>
        <p:nvSpPr>
          <p:cNvPr id="16" name="Text Placeholder 15">
            <a:extLst>
              <a:ext uri="{FF2B5EF4-FFF2-40B4-BE49-F238E27FC236}">
                <a16:creationId xmlns:a16="http://schemas.microsoft.com/office/drawing/2014/main" id="{1BECB30E-6FCE-E75F-874D-834C886DFF3B}"/>
              </a:ext>
            </a:extLst>
          </p:cNvPr>
          <p:cNvSpPr>
            <a:spLocks noGrp="1"/>
          </p:cNvSpPr>
          <p:nvPr>
            <p:ph type="body" sz="quarter" idx="36"/>
          </p:nvPr>
        </p:nvSpPr>
        <p:spPr/>
        <p:txBody>
          <a:bodyPr/>
          <a:lstStyle/>
          <a:p>
            <a:endParaRPr lang="en-US"/>
          </a:p>
        </p:txBody>
      </p:sp>
      <p:sp>
        <p:nvSpPr>
          <p:cNvPr id="9" name="Text Placeholder 8">
            <a:extLst>
              <a:ext uri="{FF2B5EF4-FFF2-40B4-BE49-F238E27FC236}">
                <a16:creationId xmlns:a16="http://schemas.microsoft.com/office/drawing/2014/main" id="{92DC0915-AE25-D2AD-DB58-A6DDCE0D6880}"/>
              </a:ext>
            </a:extLst>
          </p:cNvPr>
          <p:cNvSpPr>
            <a:spLocks noGrp="1"/>
          </p:cNvSpPr>
          <p:nvPr>
            <p:ph type="body" sz="quarter" idx="29"/>
          </p:nvPr>
        </p:nvSpPr>
        <p:spPr/>
        <p:txBody>
          <a:bodyPr/>
          <a:lstStyle/>
          <a:p>
            <a:endParaRPr lang="en-US"/>
          </a:p>
        </p:txBody>
      </p:sp>
      <p:sp>
        <p:nvSpPr>
          <p:cNvPr id="10" name="Text Placeholder 9">
            <a:extLst>
              <a:ext uri="{FF2B5EF4-FFF2-40B4-BE49-F238E27FC236}">
                <a16:creationId xmlns:a16="http://schemas.microsoft.com/office/drawing/2014/main" id="{338557CF-AFA8-8BEA-549C-A454BC469735}"/>
              </a:ext>
            </a:extLst>
          </p:cNvPr>
          <p:cNvSpPr>
            <a:spLocks noGrp="1"/>
          </p:cNvSpPr>
          <p:nvPr>
            <p:ph type="body" sz="quarter" idx="30"/>
          </p:nvPr>
        </p:nvSpPr>
        <p:spPr/>
        <p:txBody>
          <a:bodyPr/>
          <a:lstStyle/>
          <a:p>
            <a:endParaRPr lang="en-US"/>
          </a:p>
        </p:txBody>
      </p:sp>
    </p:spTree>
    <p:extLst>
      <p:ext uri="{BB962C8B-B14F-4D97-AF65-F5344CB8AC3E}">
        <p14:creationId xmlns:p14="http://schemas.microsoft.com/office/powerpoint/2010/main" val="92235691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9E729-2998-23FD-DFC7-66914158D967}"/>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6C5A7DED-AA70-F781-B0B7-6267EBE2678B}"/>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CB7FBAF3-4FCA-7142-FDB2-C08748B0CF26}"/>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078FDD00-0836-2EF5-8CFE-71AC7CC0D766}"/>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26EFE58D-1D88-E490-11E9-B861A027E1E5}"/>
              </a:ext>
            </a:extLst>
          </p:cNvPr>
          <p:cNvSpPr>
            <a:spLocks noGrp="1"/>
          </p:cNvSpPr>
          <p:nvPr>
            <p:ph type="body" sz="quarter" idx="24"/>
          </p:nvPr>
        </p:nvSpPr>
        <p:spPr/>
        <p:txBody>
          <a:bodyPr/>
          <a:lstStyle/>
          <a:p>
            <a:endParaRPr lang="en-US"/>
          </a:p>
        </p:txBody>
      </p:sp>
      <p:sp>
        <p:nvSpPr>
          <p:cNvPr id="7" name="Text Placeholder 6">
            <a:extLst>
              <a:ext uri="{FF2B5EF4-FFF2-40B4-BE49-F238E27FC236}">
                <a16:creationId xmlns:a16="http://schemas.microsoft.com/office/drawing/2014/main" id="{089CFDD9-A543-39F4-116D-06F0FD7F72DC}"/>
              </a:ext>
            </a:extLst>
          </p:cNvPr>
          <p:cNvSpPr>
            <a:spLocks noGrp="1"/>
          </p:cNvSpPr>
          <p:nvPr>
            <p:ph type="body" sz="quarter" idx="25"/>
          </p:nvPr>
        </p:nvSpPr>
        <p:spPr/>
        <p:txBody>
          <a:bodyPr/>
          <a:lstStyle/>
          <a:p>
            <a:endParaRPr lang="en-US"/>
          </a:p>
        </p:txBody>
      </p:sp>
      <p:sp>
        <p:nvSpPr>
          <p:cNvPr id="8" name="Text Placeholder 7">
            <a:extLst>
              <a:ext uri="{FF2B5EF4-FFF2-40B4-BE49-F238E27FC236}">
                <a16:creationId xmlns:a16="http://schemas.microsoft.com/office/drawing/2014/main" id="{0C629D79-093A-78A9-25E5-6B0B38C41CE5}"/>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94033080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A0C39-8C50-887C-AE6F-2FF2BB89E507}"/>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0FB88C68-63F0-D311-EB9B-EECED3BC4EA2}"/>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2A4E5522-75C9-D19B-132F-B8762BD940AA}"/>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964EB9AA-1337-05EA-C1E8-96D56B2ED9E9}"/>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F26B536D-4F25-FEBE-50B1-D5F7BC28EF9D}"/>
              </a:ext>
            </a:extLst>
          </p:cNvPr>
          <p:cNvSpPr>
            <a:spLocks noGrp="1"/>
          </p:cNvSpPr>
          <p:nvPr>
            <p:ph type="body" sz="quarter" idx="24"/>
          </p:nvPr>
        </p:nvSpPr>
        <p:spPr/>
        <p:txBody>
          <a:bodyPr/>
          <a:lstStyle/>
          <a:p>
            <a:endParaRPr lang="en-US"/>
          </a:p>
        </p:txBody>
      </p:sp>
      <p:sp>
        <p:nvSpPr>
          <p:cNvPr id="7" name="Text Placeholder 6">
            <a:extLst>
              <a:ext uri="{FF2B5EF4-FFF2-40B4-BE49-F238E27FC236}">
                <a16:creationId xmlns:a16="http://schemas.microsoft.com/office/drawing/2014/main" id="{FB9ED280-4225-B7D7-0429-B608E2EDDE57}"/>
              </a:ext>
            </a:extLst>
          </p:cNvPr>
          <p:cNvSpPr>
            <a:spLocks noGrp="1"/>
          </p:cNvSpPr>
          <p:nvPr>
            <p:ph type="body" sz="quarter" idx="25"/>
          </p:nvPr>
        </p:nvSpPr>
        <p:spPr/>
        <p:txBody>
          <a:bodyPr/>
          <a:lstStyle/>
          <a:p>
            <a:endParaRPr lang="en-US"/>
          </a:p>
        </p:txBody>
      </p:sp>
      <p:sp>
        <p:nvSpPr>
          <p:cNvPr id="8" name="Text Placeholder 7">
            <a:extLst>
              <a:ext uri="{FF2B5EF4-FFF2-40B4-BE49-F238E27FC236}">
                <a16:creationId xmlns:a16="http://schemas.microsoft.com/office/drawing/2014/main" id="{AB513F06-EB15-8834-341A-D44CB5DC0022}"/>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401974053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F7CA4-1DBE-01F2-5C04-EDF78C009537}"/>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D68A7DCA-498A-40B9-6249-97F1F10A2C5F}"/>
              </a:ext>
            </a:extLst>
          </p:cNvPr>
          <p:cNvSpPr>
            <a:spLocks noGrp="1"/>
          </p:cNvSpPr>
          <p:nvPr>
            <p:ph type="title"/>
          </p:nvPr>
        </p:nvSpPr>
        <p:spPr/>
        <p:txBody>
          <a:bodyPr/>
          <a:lstStyle/>
          <a:p>
            <a:endParaRPr lang="en-US"/>
          </a:p>
        </p:txBody>
      </p:sp>
      <p:sp>
        <p:nvSpPr>
          <p:cNvPr id="11" name="Text Placeholder 10">
            <a:extLst>
              <a:ext uri="{FF2B5EF4-FFF2-40B4-BE49-F238E27FC236}">
                <a16:creationId xmlns:a16="http://schemas.microsoft.com/office/drawing/2014/main" id="{1A875871-22A7-EB92-319D-A7BC5CF5CBE7}"/>
              </a:ext>
            </a:extLst>
          </p:cNvPr>
          <p:cNvSpPr>
            <a:spLocks noGrp="1"/>
          </p:cNvSpPr>
          <p:nvPr>
            <p:ph type="body" sz="quarter" idx="22"/>
          </p:nvPr>
        </p:nvSpPr>
        <p:spPr/>
        <p:txBody>
          <a:bodyPr/>
          <a:lstStyle/>
          <a:p>
            <a:endParaRPr lang="en-US"/>
          </a:p>
        </p:txBody>
      </p:sp>
      <p:sp>
        <p:nvSpPr>
          <p:cNvPr id="10" name="Text Placeholder 9">
            <a:extLst>
              <a:ext uri="{FF2B5EF4-FFF2-40B4-BE49-F238E27FC236}">
                <a16:creationId xmlns:a16="http://schemas.microsoft.com/office/drawing/2014/main" id="{117331F4-705B-D64A-BFF6-2CA2F2EAAAC8}"/>
              </a:ext>
            </a:extLst>
          </p:cNvPr>
          <p:cNvSpPr>
            <a:spLocks noGrp="1"/>
          </p:cNvSpPr>
          <p:nvPr>
            <p:ph type="body" sz="quarter" idx="21"/>
          </p:nvPr>
        </p:nvSpPr>
        <p:spPr/>
        <p:txBody>
          <a:bodyPr/>
          <a:lstStyle/>
          <a:p>
            <a:endParaRPr lang="en-US"/>
          </a:p>
        </p:txBody>
      </p:sp>
      <p:sp>
        <p:nvSpPr>
          <p:cNvPr id="12" name="Text Placeholder 11">
            <a:extLst>
              <a:ext uri="{FF2B5EF4-FFF2-40B4-BE49-F238E27FC236}">
                <a16:creationId xmlns:a16="http://schemas.microsoft.com/office/drawing/2014/main" id="{61DBA2E7-C6CF-BB42-DF73-85A8C0CD8716}"/>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C200CADD-30F5-A90E-657F-E36455F3F71E}"/>
              </a:ext>
            </a:extLst>
          </p:cNvPr>
          <p:cNvSpPr>
            <a:spLocks noGrp="1"/>
          </p:cNvSpPr>
          <p:nvPr>
            <p:ph type="body" sz="quarter" idx="24"/>
          </p:nvPr>
        </p:nvSpPr>
        <p:spPr/>
        <p:txBody>
          <a:bodyPr/>
          <a:lstStyle/>
          <a:p>
            <a:endParaRPr lang="en-US"/>
          </a:p>
        </p:txBody>
      </p:sp>
      <p:sp>
        <p:nvSpPr>
          <p:cNvPr id="14" name="Text Placeholder 13">
            <a:extLst>
              <a:ext uri="{FF2B5EF4-FFF2-40B4-BE49-F238E27FC236}">
                <a16:creationId xmlns:a16="http://schemas.microsoft.com/office/drawing/2014/main" id="{415110BD-86E5-FF2D-63D8-F7E4E790029B}"/>
              </a:ext>
            </a:extLst>
          </p:cNvPr>
          <p:cNvSpPr>
            <a:spLocks noGrp="1"/>
          </p:cNvSpPr>
          <p:nvPr>
            <p:ph type="body" sz="quarter" idx="25"/>
          </p:nvPr>
        </p:nvSpPr>
        <p:spPr/>
        <p:txBody>
          <a:bodyPr/>
          <a:lstStyle/>
          <a:p>
            <a:endParaRPr lang="en-US"/>
          </a:p>
        </p:txBody>
      </p:sp>
      <p:sp>
        <p:nvSpPr>
          <p:cNvPr id="15" name="Text Placeholder 14">
            <a:extLst>
              <a:ext uri="{FF2B5EF4-FFF2-40B4-BE49-F238E27FC236}">
                <a16:creationId xmlns:a16="http://schemas.microsoft.com/office/drawing/2014/main" id="{731D97EF-96AD-D9A2-70D4-2ED3F7C3F7DC}"/>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126645475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94CD6-56C0-574A-AFD6-9942B4196340}"/>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C5118C7A-7F8E-B136-084B-E18C605FD9F7}"/>
              </a:ext>
            </a:extLst>
          </p:cNvPr>
          <p:cNvSpPr>
            <a:spLocks noGrp="1"/>
          </p:cNvSpPr>
          <p:nvPr>
            <p:ph type="title"/>
          </p:nvPr>
        </p:nvSpPr>
        <p:spPr/>
        <p:txBody>
          <a:bodyPr/>
          <a:lstStyle/>
          <a:p>
            <a:endParaRPr lang="en-US"/>
          </a:p>
        </p:txBody>
      </p:sp>
      <p:sp>
        <p:nvSpPr>
          <p:cNvPr id="16" name="Text Placeholder 15">
            <a:extLst>
              <a:ext uri="{FF2B5EF4-FFF2-40B4-BE49-F238E27FC236}">
                <a16:creationId xmlns:a16="http://schemas.microsoft.com/office/drawing/2014/main" id="{A3E74F41-D2B7-0745-376D-A1E30356BF12}"/>
              </a:ext>
            </a:extLst>
          </p:cNvPr>
          <p:cNvSpPr>
            <a:spLocks noGrp="1"/>
          </p:cNvSpPr>
          <p:nvPr>
            <p:ph type="body" sz="quarter" idx="22"/>
          </p:nvPr>
        </p:nvSpPr>
        <p:spPr/>
        <p:txBody>
          <a:bodyPr/>
          <a:lstStyle/>
          <a:p>
            <a:endParaRPr lang="en-US"/>
          </a:p>
        </p:txBody>
      </p:sp>
      <p:sp>
        <p:nvSpPr>
          <p:cNvPr id="15" name="Text Placeholder 14">
            <a:extLst>
              <a:ext uri="{FF2B5EF4-FFF2-40B4-BE49-F238E27FC236}">
                <a16:creationId xmlns:a16="http://schemas.microsoft.com/office/drawing/2014/main" id="{205DBF3B-B7BB-FA93-772C-9F5A8FD80C92}"/>
              </a:ext>
            </a:extLst>
          </p:cNvPr>
          <p:cNvSpPr>
            <a:spLocks noGrp="1"/>
          </p:cNvSpPr>
          <p:nvPr>
            <p:ph type="body" sz="quarter" idx="21"/>
          </p:nvPr>
        </p:nvSpPr>
        <p:spPr/>
        <p:txBody>
          <a:bodyPr/>
          <a:lstStyle/>
          <a:p>
            <a:endParaRPr lang="en-US"/>
          </a:p>
        </p:txBody>
      </p:sp>
      <p:sp>
        <p:nvSpPr>
          <p:cNvPr id="17" name="Text Placeholder 16">
            <a:extLst>
              <a:ext uri="{FF2B5EF4-FFF2-40B4-BE49-F238E27FC236}">
                <a16:creationId xmlns:a16="http://schemas.microsoft.com/office/drawing/2014/main" id="{1EDFDEA7-6DBB-AA7A-A079-6667D538AF87}"/>
              </a:ext>
            </a:extLst>
          </p:cNvPr>
          <p:cNvSpPr>
            <a:spLocks noGrp="1"/>
          </p:cNvSpPr>
          <p:nvPr>
            <p:ph type="body" sz="quarter" idx="23"/>
          </p:nvPr>
        </p:nvSpPr>
        <p:spPr/>
        <p:txBody>
          <a:bodyPr/>
          <a:lstStyle/>
          <a:p>
            <a:endParaRPr lang="en-US"/>
          </a:p>
        </p:txBody>
      </p:sp>
      <p:sp>
        <p:nvSpPr>
          <p:cNvPr id="18" name="Text Placeholder 17">
            <a:extLst>
              <a:ext uri="{FF2B5EF4-FFF2-40B4-BE49-F238E27FC236}">
                <a16:creationId xmlns:a16="http://schemas.microsoft.com/office/drawing/2014/main" id="{E505CE4F-69B9-D7C7-3D45-F16ED42242DE}"/>
              </a:ext>
            </a:extLst>
          </p:cNvPr>
          <p:cNvSpPr>
            <a:spLocks noGrp="1"/>
          </p:cNvSpPr>
          <p:nvPr>
            <p:ph type="body" sz="quarter" idx="24"/>
          </p:nvPr>
        </p:nvSpPr>
        <p:spPr/>
        <p:txBody>
          <a:bodyPr/>
          <a:lstStyle/>
          <a:p>
            <a:endParaRPr lang="en-US"/>
          </a:p>
        </p:txBody>
      </p:sp>
      <p:sp>
        <p:nvSpPr>
          <p:cNvPr id="19" name="Text Placeholder 18">
            <a:extLst>
              <a:ext uri="{FF2B5EF4-FFF2-40B4-BE49-F238E27FC236}">
                <a16:creationId xmlns:a16="http://schemas.microsoft.com/office/drawing/2014/main" id="{4919EB4D-AE6A-F9D6-90B1-388FD1558A4B}"/>
              </a:ext>
            </a:extLst>
          </p:cNvPr>
          <p:cNvSpPr>
            <a:spLocks noGrp="1"/>
          </p:cNvSpPr>
          <p:nvPr>
            <p:ph type="body" sz="quarter" idx="25"/>
          </p:nvPr>
        </p:nvSpPr>
        <p:spPr/>
        <p:txBody>
          <a:bodyPr/>
          <a:lstStyle/>
          <a:p>
            <a:endParaRPr lang="en-US"/>
          </a:p>
        </p:txBody>
      </p:sp>
      <p:sp>
        <p:nvSpPr>
          <p:cNvPr id="20" name="Text Placeholder 19">
            <a:extLst>
              <a:ext uri="{FF2B5EF4-FFF2-40B4-BE49-F238E27FC236}">
                <a16:creationId xmlns:a16="http://schemas.microsoft.com/office/drawing/2014/main" id="{A2B6FCCF-EE9D-7AF0-1CF0-5D22391FA339}"/>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365345597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A80EC5B-1CE8-C833-E241-4CC7AB4F5325}"/>
              </a:ext>
            </a:extLst>
          </p:cNvPr>
          <p:cNvSpPr>
            <a:spLocks noGrp="1"/>
          </p:cNvSpPr>
          <p:nvPr>
            <p:ph type="title"/>
          </p:nvPr>
        </p:nvSpPr>
        <p:spPr/>
        <p:txBody>
          <a:bodyPr/>
          <a:lstStyle/>
          <a:p>
            <a:endParaRPr lang="en-US"/>
          </a:p>
        </p:txBody>
      </p:sp>
      <p:sp>
        <p:nvSpPr>
          <p:cNvPr id="11" name="Text Placeholder 10">
            <a:extLst>
              <a:ext uri="{FF2B5EF4-FFF2-40B4-BE49-F238E27FC236}">
                <a16:creationId xmlns:a16="http://schemas.microsoft.com/office/drawing/2014/main" id="{4E771321-0F8B-B09A-7F42-DD2DE68C9B0B}"/>
              </a:ext>
            </a:extLst>
          </p:cNvPr>
          <p:cNvSpPr>
            <a:spLocks noGrp="1"/>
          </p:cNvSpPr>
          <p:nvPr>
            <p:ph type="body" sz="quarter" idx="22"/>
          </p:nvPr>
        </p:nvSpPr>
        <p:spPr/>
        <p:txBody>
          <a:bodyPr/>
          <a:lstStyle/>
          <a:p>
            <a:endParaRPr lang="en-US"/>
          </a:p>
        </p:txBody>
      </p:sp>
      <p:sp>
        <p:nvSpPr>
          <p:cNvPr id="10" name="Text Placeholder 9">
            <a:extLst>
              <a:ext uri="{FF2B5EF4-FFF2-40B4-BE49-F238E27FC236}">
                <a16:creationId xmlns:a16="http://schemas.microsoft.com/office/drawing/2014/main" id="{70831D6B-2EB6-07B0-9A17-38E014857083}"/>
              </a:ext>
            </a:extLst>
          </p:cNvPr>
          <p:cNvSpPr>
            <a:spLocks noGrp="1"/>
          </p:cNvSpPr>
          <p:nvPr>
            <p:ph type="body" sz="quarter" idx="21"/>
          </p:nvPr>
        </p:nvSpPr>
        <p:spPr/>
        <p:txBody>
          <a:bodyPr/>
          <a:lstStyle/>
          <a:p>
            <a:endParaRPr lang="en-US"/>
          </a:p>
        </p:txBody>
      </p:sp>
      <p:sp>
        <p:nvSpPr>
          <p:cNvPr id="12" name="Text Placeholder 11">
            <a:extLst>
              <a:ext uri="{FF2B5EF4-FFF2-40B4-BE49-F238E27FC236}">
                <a16:creationId xmlns:a16="http://schemas.microsoft.com/office/drawing/2014/main" id="{CBDC906E-5846-73E9-B0E5-D46A604C94E2}"/>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261ABE1D-E3F8-B12B-C661-BDD99ADD0410}"/>
              </a:ext>
            </a:extLst>
          </p:cNvPr>
          <p:cNvSpPr>
            <a:spLocks noGrp="1"/>
          </p:cNvSpPr>
          <p:nvPr>
            <p:ph type="body" sz="quarter" idx="24"/>
          </p:nvPr>
        </p:nvSpPr>
        <p:spPr/>
        <p:txBody>
          <a:bodyPr/>
          <a:lstStyle/>
          <a:p>
            <a:endParaRPr lang="en-US"/>
          </a:p>
        </p:txBody>
      </p:sp>
      <p:sp>
        <p:nvSpPr>
          <p:cNvPr id="14" name="Text Placeholder 13">
            <a:extLst>
              <a:ext uri="{FF2B5EF4-FFF2-40B4-BE49-F238E27FC236}">
                <a16:creationId xmlns:a16="http://schemas.microsoft.com/office/drawing/2014/main" id="{FC82C7B7-ACF7-A971-9B70-501D42F0C60E}"/>
              </a:ext>
            </a:extLst>
          </p:cNvPr>
          <p:cNvSpPr>
            <a:spLocks noGrp="1"/>
          </p:cNvSpPr>
          <p:nvPr>
            <p:ph type="body" sz="quarter" idx="25"/>
          </p:nvPr>
        </p:nvSpPr>
        <p:spPr/>
        <p:txBody>
          <a:bodyPr/>
          <a:lstStyle/>
          <a:p>
            <a:endParaRPr lang="en-US"/>
          </a:p>
        </p:txBody>
      </p:sp>
      <p:sp>
        <p:nvSpPr>
          <p:cNvPr id="15" name="Text Placeholder 14">
            <a:extLst>
              <a:ext uri="{FF2B5EF4-FFF2-40B4-BE49-F238E27FC236}">
                <a16:creationId xmlns:a16="http://schemas.microsoft.com/office/drawing/2014/main" id="{57D702EB-DFCA-E5C2-1DA8-3EBD62F41E92}"/>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288537075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7A8BB6A-D258-32FC-06F2-10A237923FF1}"/>
              </a:ext>
            </a:extLst>
          </p:cNvPr>
          <p:cNvSpPr>
            <a:spLocks noGrp="1"/>
          </p:cNvSpPr>
          <p:nvPr>
            <p:ph type="title"/>
          </p:nvPr>
        </p:nvSpPr>
        <p:spPr/>
        <p:txBody>
          <a:bodyPr/>
          <a:lstStyle/>
          <a:p>
            <a:endParaRPr lang="en-US"/>
          </a:p>
        </p:txBody>
      </p:sp>
      <p:sp>
        <p:nvSpPr>
          <p:cNvPr id="11" name="Text Placeholder 10">
            <a:extLst>
              <a:ext uri="{FF2B5EF4-FFF2-40B4-BE49-F238E27FC236}">
                <a16:creationId xmlns:a16="http://schemas.microsoft.com/office/drawing/2014/main" id="{54C59365-1404-1D4A-DE6C-2E025B2AFE8C}"/>
              </a:ext>
            </a:extLst>
          </p:cNvPr>
          <p:cNvSpPr>
            <a:spLocks noGrp="1"/>
          </p:cNvSpPr>
          <p:nvPr>
            <p:ph type="body" sz="quarter" idx="22"/>
          </p:nvPr>
        </p:nvSpPr>
        <p:spPr/>
        <p:txBody>
          <a:bodyPr/>
          <a:lstStyle/>
          <a:p>
            <a:endParaRPr lang="en-US"/>
          </a:p>
        </p:txBody>
      </p:sp>
      <p:sp>
        <p:nvSpPr>
          <p:cNvPr id="10" name="Text Placeholder 9">
            <a:extLst>
              <a:ext uri="{FF2B5EF4-FFF2-40B4-BE49-F238E27FC236}">
                <a16:creationId xmlns:a16="http://schemas.microsoft.com/office/drawing/2014/main" id="{26C982BF-8F2E-0BE9-F5DC-9B17E1EC8188}"/>
              </a:ext>
            </a:extLst>
          </p:cNvPr>
          <p:cNvSpPr>
            <a:spLocks noGrp="1"/>
          </p:cNvSpPr>
          <p:nvPr>
            <p:ph type="body" sz="quarter" idx="21"/>
          </p:nvPr>
        </p:nvSpPr>
        <p:spPr/>
        <p:txBody>
          <a:bodyPr/>
          <a:lstStyle/>
          <a:p>
            <a:endParaRPr lang="en-US"/>
          </a:p>
        </p:txBody>
      </p:sp>
      <p:sp>
        <p:nvSpPr>
          <p:cNvPr id="12" name="Text Placeholder 11">
            <a:extLst>
              <a:ext uri="{FF2B5EF4-FFF2-40B4-BE49-F238E27FC236}">
                <a16:creationId xmlns:a16="http://schemas.microsoft.com/office/drawing/2014/main" id="{3BE3B311-BAC8-5C1F-FF72-ECB978E12011}"/>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7F4F7B2B-B54F-E140-35D1-2086F42B2A7E}"/>
              </a:ext>
            </a:extLst>
          </p:cNvPr>
          <p:cNvSpPr>
            <a:spLocks noGrp="1"/>
          </p:cNvSpPr>
          <p:nvPr>
            <p:ph type="body" sz="quarter" idx="24"/>
          </p:nvPr>
        </p:nvSpPr>
        <p:spPr/>
        <p:txBody>
          <a:bodyPr/>
          <a:lstStyle/>
          <a:p>
            <a:endParaRPr lang="en-US"/>
          </a:p>
        </p:txBody>
      </p:sp>
      <p:sp>
        <p:nvSpPr>
          <p:cNvPr id="14" name="Text Placeholder 13">
            <a:extLst>
              <a:ext uri="{FF2B5EF4-FFF2-40B4-BE49-F238E27FC236}">
                <a16:creationId xmlns:a16="http://schemas.microsoft.com/office/drawing/2014/main" id="{AF2459C1-57DE-D789-8D62-DA0B6E177749}"/>
              </a:ext>
            </a:extLst>
          </p:cNvPr>
          <p:cNvSpPr>
            <a:spLocks noGrp="1"/>
          </p:cNvSpPr>
          <p:nvPr>
            <p:ph type="body" sz="quarter" idx="25"/>
          </p:nvPr>
        </p:nvSpPr>
        <p:spPr/>
        <p:txBody>
          <a:bodyPr/>
          <a:lstStyle/>
          <a:p>
            <a:endParaRPr lang="en-US"/>
          </a:p>
        </p:txBody>
      </p:sp>
      <p:sp>
        <p:nvSpPr>
          <p:cNvPr id="15" name="Text Placeholder 14">
            <a:extLst>
              <a:ext uri="{FF2B5EF4-FFF2-40B4-BE49-F238E27FC236}">
                <a16:creationId xmlns:a16="http://schemas.microsoft.com/office/drawing/2014/main" id="{D8B2D396-CCC0-BDD5-A8BD-1491100D2E4F}"/>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261125804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7B23060-6B15-084B-67B4-7CAF0F4623DB}"/>
              </a:ext>
            </a:extLst>
          </p:cNvPr>
          <p:cNvSpPr>
            <a:spLocks noGrp="1"/>
          </p:cNvSpPr>
          <p:nvPr>
            <p:ph type="title"/>
          </p:nvPr>
        </p:nvSpPr>
        <p:spPr/>
        <p:txBody>
          <a:bodyPr/>
          <a:lstStyle/>
          <a:p>
            <a:endParaRPr lang="en-US"/>
          </a:p>
        </p:txBody>
      </p:sp>
      <p:sp>
        <p:nvSpPr>
          <p:cNvPr id="11" name="Text Placeholder 10">
            <a:extLst>
              <a:ext uri="{FF2B5EF4-FFF2-40B4-BE49-F238E27FC236}">
                <a16:creationId xmlns:a16="http://schemas.microsoft.com/office/drawing/2014/main" id="{A7116F8E-B6CE-8016-BDD5-313A4E4CB4D1}"/>
              </a:ext>
            </a:extLst>
          </p:cNvPr>
          <p:cNvSpPr>
            <a:spLocks noGrp="1"/>
          </p:cNvSpPr>
          <p:nvPr>
            <p:ph type="body" sz="quarter" idx="22"/>
          </p:nvPr>
        </p:nvSpPr>
        <p:spPr/>
        <p:txBody>
          <a:bodyPr/>
          <a:lstStyle/>
          <a:p>
            <a:endParaRPr lang="en-US"/>
          </a:p>
        </p:txBody>
      </p:sp>
      <p:sp>
        <p:nvSpPr>
          <p:cNvPr id="10" name="Text Placeholder 9">
            <a:extLst>
              <a:ext uri="{FF2B5EF4-FFF2-40B4-BE49-F238E27FC236}">
                <a16:creationId xmlns:a16="http://schemas.microsoft.com/office/drawing/2014/main" id="{9D268E73-0119-C03A-4C04-745A0876D526}"/>
              </a:ext>
            </a:extLst>
          </p:cNvPr>
          <p:cNvSpPr>
            <a:spLocks noGrp="1"/>
          </p:cNvSpPr>
          <p:nvPr>
            <p:ph type="body" sz="quarter" idx="21"/>
          </p:nvPr>
        </p:nvSpPr>
        <p:spPr/>
        <p:txBody>
          <a:bodyPr/>
          <a:lstStyle/>
          <a:p>
            <a:endParaRPr lang="en-US"/>
          </a:p>
        </p:txBody>
      </p:sp>
      <p:sp>
        <p:nvSpPr>
          <p:cNvPr id="12" name="Text Placeholder 11">
            <a:extLst>
              <a:ext uri="{FF2B5EF4-FFF2-40B4-BE49-F238E27FC236}">
                <a16:creationId xmlns:a16="http://schemas.microsoft.com/office/drawing/2014/main" id="{3B3F2ADA-785D-3F7D-4826-D6C7C43E1662}"/>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5974967B-4E18-8E0A-9D06-D0FD864E1E39}"/>
              </a:ext>
            </a:extLst>
          </p:cNvPr>
          <p:cNvSpPr>
            <a:spLocks noGrp="1"/>
          </p:cNvSpPr>
          <p:nvPr>
            <p:ph type="body" sz="quarter" idx="24"/>
          </p:nvPr>
        </p:nvSpPr>
        <p:spPr/>
        <p:txBody>
          <a:bodyPr/>
          <a:lstStyle/>
          <a:p>
            <a:endParaRPr lang="en-US"/>
          </a:p>
        </p:txBody>
      </p:sp>
      <p:sp>
        <p:nvSpPr>
          <p:cNvPr id="14" name="Text Placeholder 13">
            <a:extLst>
              <a:ext uri="{FF2B5EF4-FFF2-40B4-BE49-F238E27FC236}">
                <a16:creationId xmlns:a16="http://schemas.microsoft.com/office/drawing/2014/main" id="{AE768596-3F02-0750-20C2-0EBF2BC060E3}"/>
              </a:ext>
            </a:extLst>
          </p:cNvPr>
          <p:cNvSpPr>
            <a:spLocks noGrp="1"/>
          </p:cNvSpPr>
          <p:nvPr>
            <p:ph type="body" sz="quarter" idx="25"/>
          </p:nvPr>
        </p:nvSpPr>
        <p:spPr/>
        <p:txBody>
          <a:bodyPr/>
          <a:lstStyle/>
          <a:p>
            <a:endParaRPr lang="en-US"/>
          </a:p>
        </p:txBody>
      </p:sp>
      <p:sp>
        <p:nvSpPr>
          <p:cNvPr id="15" name="Text Placeholder 14">
            <a:extLst>
              <a:ext uri="{FF2B5EF4-FFF2-40B4-BE49-F238E27FC236}">
                <a16:creationId xmlns:a16="http://schemas.microsoft.com/office/drawing/2014/main" id="{CE03EB90-CDB1-B7BC-7FE2-81B47328F293}"/>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122121920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5FEA2-038E-5E2F-AFBB-1BBB90136CB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32E38D1-5831-95A4-1621-7214CED52506}"/>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0EE36235-70FE-D363-A2DE-74FE9B91E935}"/>
              </a:ext>
            </a:extLst>
          </p:cNvPr>
          <p:cNvSpPr>
            <a:spLocks noGrp="1"/>
          </p:cNvSpPr>
          <p:nvPr>
            <p:ph type="body" sz="quarter" idx="23"/>
          </p:nvPr>
        </p:nvSpPr>
        <p:spPr/>
        <p:txBody>
          <a:bodyPr/>
          <a:lstStyle/>
          <a:p>
            <a:endParaRPr lang="en-US"/>
          </a:p>
        </p:txBody>
      </p:sp>
      <p:sp>
        <p:nvSpPr>
          <p:cNvPr id="7" name="Text Placeholder 6">
            <a:extLst>
              <a:ext uri="{FF2B5EF4-FFF2-40B4-BE49-F238E27FC236}">
                <a16:creationId xmlns:a16="http://schemas.microsoft.com/office/drawing/2014/main" id="{264E2F2A-B811-DF59-BB21-A16712B0125B}"/>
              </a:ext>
            </a:extLst>
          </p:cNvPr>
          <p:cNvSpPr>
            <a:spLocks noGrp="1"/>
          </p:cNvSpPr>
          <p:nvPr>
            <p:ph type="body" sz="quarter" idx="27"/>
          </p:nvPr>
        </p:nvSpPr>
        <p:spPr/>
        <p:txBody>
          <a:bodyPr/>
          <a:lstStyle/>
          <a:p>
            <a:endParaRPr lang="en-US"/>
          </a:p>
        </p:txBody>
      </p:sp>
      <p:sp>
        <p:nvSpPr>
          <p:cNvPr id="8" name="Text Placeholder 7">
            <a:extLst>
              <a:ext uri="{FF2B5EF4-FFF2-40B4-BE49-F238E27FC236}">
                <a16:creationId xmlns:a16="http://schemas.microsoft.com/office/drawing/2014/main" id="{88979690-6719-EBEA-8E1E-F8C7765BE7AF}"/>
              </a:ext>
            </a:extLst>
          </p:cNvPr>
          <p:cNvSpPr>
            <a:spLocks noGrp="1"/>
          </p:cNvSpPr>
          <p:nvPr>
            <p:ph type="body" sz="quarter" idx="28"/>
          </p:nvPr>
        </p:nvSpPr>
        <p:spPr/>
        <p:txBody>
          <a:bodyPr/>
          <a:lstStyle/>
          <a:p>
            <a:endParaRPr lang="en-US"/>
          </a:p>
        </p:txBody>
      </p:sp>
      <p:sp>
        <p:nvSpPr>
          <p:cNvPr id="10" name="Text Placeholder 9">
            <a:extLst>
              <a:ext uri="{FF2B5EF4-FFF2-40B4-BE49-F238E27FC236}">
                <a16:creationId xmlns:a16="http://schemas.microsoft.com/office/drawing/2014/main" id="{B48B357F-1013-3150-830A-1F12761448B0}"/>
              </a:ext>
            </a:extLst>
          </p:cNvPr>
          <p:cNvSpPr>
            <a:spLocks noGrp="1"/>
          </p:cNvSpPr>
          <p:nvPr>
            <p:ph type="body" sz="quarter" idx="29"/>
          </p:nvPr>
        </p:nvSpPr>
        <p:spPr/>
        <p:txBody>
          <a:bodyPr/>
          <a:lstStyle/>
          <a:p>
            <a:endParaRPr lang="en-US"/>
          </a:p>
        </p:txBody>
      </p:sp>
      <p:sp>
        <p:nvSpPr>
          <p:cNvPr id="11" name="Text Placeholder 10">
            <a:extLst>
              <a:ext uri="{FF2B5EF4-FFF2-40B4-BE49-F238E27FC236}">
                <a16:creationId xmlns:a16="http://schemas.microsoft.com/office/drawing/2014/main" id="{2221B3F5-0C8C-5B1F-6B5F-9D311861271C}"/>
              </a:ext>
            </a:extLst>
          </p:cNvPr>
          <p:cNvSpPr>
            <a:spLocks noGrp="1"/>
          </p:cNvSpPr>
          <p:nvPr>
            <p:ph type="body" sz="quarter" idx="30"/>
          </p:nvPr>
        </p:nvSpPr>
        <p:spPr/>
        <p:txBody>
          <a:bodyPr/>
          <a:lstStyle/>
          <a:p>
            <a:endParaRPr lang="en-US"/>
          </a:p>
        </p:txBody>
      </p:sp>
      <p:sp>
        <p:nvSpPr>
          <p:cNvPr id="12" name="Text Placeholder 11">
            <a:extLst>
              <a:ext uri="{FF2B5EF4-FFF2-40B4-BE49-F238E27FC236}">
                <a16:creationId xmlns:a16="http://schemas.microsoft.com/office/drawing/2014/main" id="{42CA8858-6EC3-CD37-7B92-B1062C429A2C}"/>
              </a:ext>
            </a:extLst>
          </p:cNvPr>
          <p:cNvSpPr>
            <a:spLocks noGrp="1"/>
          </p:cNvSpPr>
          <p:nvPr>
            <p:ph type="body" sz="quarter" idx="31"/>
          </p:nvPr>
        </p:nvSpPr>
        <p:spPr/>
        <p:txBody>
          <a:bodyPr/>
          <a:lstStyle/>
          <a:p>
            <a:endParaRPr lang="en-US"/>
          </a:p>
        </p:txBody>
      </p:sp>
      <p:sp>
        <p:nvSpPr>
          <p:cNvPr id="13" name="Text Placeholder 12">
            <a:extLst>
              <a:ext uri="{FF2B5EF4-FFF2-40B4-BE49-F238E27FC236}">
                <a16:creationId xmlns:a16="http://schemas.microsoft.com/office/drawing/2014/main" id="{C2FABB93-177A-F9B3-C159-AC4F86444097}"/>
              </a:ext>
            </a:extLst>
          </p:cNvPr>
          <p:cNvSpPr>
            <a:spLocks noGrp="1"/>
          </p:cNvSpPr>
          <p:nvPr>
            <p:ph type="body" sz="quarter" idx="32"/>
          </p:nvPr>
        </p:nvSpPr>
        <p:spPr/>
        <p:txBody>
          <a:bodyPr/>
          <a:lstStyle/>
          <a:p>
            <a:endParaRPr lang="en-US"/>
          </a:p>
        </p:txBody>
      </p:sp>
      <p:sp>
        <p:nvSpPr>
          <p:cNvPr id="14" name="Text Placeholder 13">
            <a:extLst>
              <a:ext uri="{FF2B5EF4-FFF2-40B4-BE49-F238E27FC236}">
                <a16:creationId xmlns:a16="http://schemas.microsoft.com/office/drawing/2014/main" id="{4522B006-B576-F402-2751-8683CACD0C1C}"/>
              </a:ext>
            </a:extLst>
          </p:cNvPr>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164299460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0FBF8E9-6933-6A6C-4A05-13B7DA8D7175}"/>
              </a:ext>
            </a:extLst>
          </p:cNvPr>
          <p:cNvSpPr>
            <a:spLocks noGrp="1"/>
          </p:cNvSpPr>
          <p:nvPr>
            <p:ph type="title"/>
          </p:nvPr>
        </p:nvSpPr>
        <p:spPr/>
        <p:txBody>
          <a:bodyPr/>
          <a:lstStyle/>
          <a:p>
            <a:endParaRPr lang="en-US"/>
          </a:p>
        </p:txBody>
      </p:sp>
      <p:sp>
        <p:nvSpPr>
          <p:cNvPr id="12" name="Text Placeholder 11">
            <a:extLst>
              <a:ext uri="{FF2B5EF4-FFF2-40B4-BE49-F238E27FC236}">
                <a16:creationId xmlns:a16="http://schemas.microsoft.com/office/drawing/2014/main" id="{7D47B28E-A86A-D532-26B1-EB4DAD088599}"/>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CEF76D92-7AFF-8D26-50DB-3694CD956C49}"/>
              </a:ext>
            </a:extLst>
          </p:cNvPr>
          <p:cNvSpPr>
            <a:spLocks noGrp="1"/>
          </p:cNvSpPr>
          <p:nvPr>
            <p:ph type="body" sz="quarter" idx="27"/>
          </p:nvPr>
        </p:nvSpPr>
        <p:spPr/>
        <p:txBody>
          <a:bodyPr/>
          <a:lstStyle/>
          <a:p>
            <a:endParaRPr lang="en-US"/>
          </a:p>
        </p:txBody>
      </p:sp>
      <p:sp>
        <p:nvSpPr>
          <p:cNvPr id="14" name="Text Placeholder 13">
            <a:extLst>
              <a:ext uri="{FF2B5EF4-FFF2-40B4-BE49-F238E27FC236}">
                <a16:creationId xmlns:a16="http://schemas.microsoft.com/office/drawing/2014/main" id="{A7AB14E6-808C-16D1-8BF7-777D5233117B}"/>
              </a:ext>
            </a:extLst>
          </p:cNvPr>
          <p:cNvSpPr>
            <a:spLocks noGrp="1"/>
          </p:cNvSpPr>
          <p:nvPr>
            <p:ph type="body" sz="quarter" idx="28"/>
          </p:nvPr>
        </p:nvSpPr>
        <p:spPr/>
        <p:txBody>
          <a:bodyPr/>
          <a:lstStyle/>
          <a:p>
            <a:endParaRPr lang="en-US"/>
          </a:p>
        </p:txBody>
      </p:sp>
      <p:sp>
        <p:nvSpPr>
          <p:cNvPr id="15" name="Text Placeholder 14">
            <a:extLst>
              <a:ext uri="{FF2B5EF4-FFF2-40B4-BE49-F238E27FC236}">
                <a16:creationId xmlns:a16="http://schemas.microsoft.com/office/drawing/2014/main" id="{1268E695-CCF4-B919-1129-C2ECDDF670B2}"/>
              </a:ext>
            </a:extLst>
          </p:cNvPr>
          <p:cNvSpPr>
            <a:spLocks noGrp="1"/>
          </p:cNvSpPr>
          <p:nvPr>
            <p:ph type="body" sz="quarter" idx="29"/>
          </p:nvPr>
        </p:nvSpPr>
        <p:spPr/>
        <p:txBody>
          <a:bodyPr/>
          <a:lstStyle/>
          <a:p>
            <a:endParaRPr lang="en-US"/>
          </a:p>
        </p:txBody>
      </p:sp>
      <p:sp>
        <p:nvSpPr>
          <p:cNvPr id="16" name="Text Placeholder 15">
            <a:extLst>
              <a:ext uri="{FF2B5EF4-FFF2-40B4-BE49-F238E27FC236}">
                <a16:creationId xmlns:a16="http://schemas.microsoft.com/office/drawing/2014/main" id="{D1A971B3-B9C6-5376-17E6-26F89A5E91D6}"/>
              </a:ext>
            </a:extLst>
          </p:cNvPr>
          <p:cNvSpPr>
            <a:spLocks noGrp="1"/>
          </p:cNvSpPr>
          <p:nvPr>
            <p:ph type="body" sz="quarter" idx="30"/>
          </p:nvPr>
        </p:nvSpPr>
        <p:spPr/>
        <p:txBody>
          <a:bodyPr/>
          <a:lstStyle/>
          <a:p>
            <a:endParaRPr lang="en-US"/>
          </a:p>
        </p:txBody>
      </p:sp>
      <p:sp>
        <p:nvSpPr>
          <p:cNvPr id="17" name="Text Placeholder 16">
            <a:extLst>
              <a:ext uri="{FF2B5EF4-FFF2-40B4-BE49-F238E27FC236}">
                <a16:creationId xmlns:a16="http://schemas.microsoft.com/office/drawing/2014/main" id="{476072C6-6281-E9CE-2CE0-9A53EAB7B650}"/>
              </a:ext>
            </a:extLst>
          </p:cNvPr>
          <p:cNvSpPr>
            <a:spLocks noGrp="1"/>
          </p:cNvSpPr>
          <p:nvPr>
            <p:ph type="body" sz="quarter" idx="31"/>
          </p:nvPr>
        </p:nvSpPr>
        <p:spPr/>
        <p:txBody>
          <a:bodyPr/>
          <a:lstStyle/>
          <a:p>
            <a:endParaRPr lang="en-US"/>
          </a:p>
        </p:txBody>
      </p:sp>
      <p:sp>
        <p:nvSpPr>
          <p:cNvPr id="18" name="Text Placeholder 17">
            <a:extLst>
              <a:ext uri="{FF2B5EF4-FFF2-40B4-BE49-F238E27FC236}">
                <a16:creationId xmlns:a16="http://schemas.microsoft.com/office/drawing/2014/main" id="{89EDF696-C9F5-AAEA-E2AA-8B66F2D0D02A}"/>
              </a:ext>
            </a:extLst>
          </p:cNvPr>
          <p:cNvSpPr>
            <a:spLocks noGrp="1"/>
          </p:cNvSpPr>
          <p:nvPr>
            <p:ph type="body" sz="quarter" idx="32"/>
          </p:nvPr>
        </p:nvSpPr>
        <p:spPr/>
        <p:txBody>
          <a:bodyPr/>
          <a:lstStyle/>
          <a:p>
            <a:endParaRPr lang="en-US"/>
          </a:p>
        </p:txBody>
      </p:sp>
      <p:sp>
        <p:nvSpPr>
          <p:cNvPr id="19" name="Text Placeholder 18">
            <a:extLst>
              <a:ext uri="{FF2B5EF4-FFF2-40B4-BE49-F238E27FC236}">
                <a16:creationId xmlns:a16="http://schemas.microsoft.com/office/drawing/2014/main" id="{EEB48B76-AFFC-F03B-0D25-0B2D501F7C4A}"/>
              </a:ext>
            </a:extLst>
          </p:cNvPr>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409888544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783C04-4843-1C88-2D52-C3401AD772D2}"/>
              </a:ext>
            </a:extLst>
          </p:cNvPr>
          <p:cNvSpPr>
            <a:spLocks noGrp="1"/>
          </p:cNvSpPr>
          <p:nvPr>
            <p:ph type="title"/>
          </p:nvPr>
        </p:nvSpPr>
        <p:spPr/>
        <p:txBody>
          <a:bodyPr/>
          <a:lstStyle/>
          <a:p>
            <a:endParaRPr lang="en-US"/>
          </a:p>
        </p:txBody>
      </p:sp>
      <p:sp>
        <p:nvSpPr>
          <p:cNvPr id="12" name="Text Placeholder 11">
            <a:extLst>
              <a:ext uri="{FF2B5EF4-FFF2-40B4-BE49-F238E27FC236}">
                <a16:creationId xmlns:a16="http://schemas.microsoft.com/office/drawing/2014/main" id="{2D735982-39FA-B653-EE0C-D04D968AE13C}"/>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C5A5700E-81EB-C75A-1833-62336047169A}"/>
              </a:ext>
            </a:extLst>
          </p:cNvPr>
          <p:cNvSpPr>
            <a:spLocks noGrp="1"/>
          </p:cNvSpPr>
          <p:nvPr>
            <p:ph type="body" sz="quarter" idx="27"/>
          </p:nvPr>
        </p:nvSpPr>
        <p:spPr/>
        <p:txBody>
          <a:bodyPr/>
          <a:lstStyle/>
          <a:p>
            <a:endParaRPr lang="en-US"/>
          </a:p>
        </p:txBody>
      </p:sp>
      <p:sp>
        <p:nvSpPr>
          <p:cNvPr id="14" name="Text Placeholder 13">
            <a:extLst>
              <a:ext uri="{FF2B5EF4-FFF2-40B4-BE49-F238E27FC236}">
                <a16:creationId xmlns:a16="http://schemas.microsoft.com/office/drawing/2014/main" id="{3F83E39F-3A56-D232-C6B7-ECF17F1E9A19}"/>
              </a:ext>
            </a:extLst>
          </p:cNvPr>
          <p:cNvSpPr>
            <a:spLocks noGrp="1"/>
          </p:cNvSpPr>
          <p:nvPr>
            <p:ph type="body" sz="quarter" idx="28"/>
          </p:nvPr>
        </p:nvSpPr>
        <p:spPr/>
        <p:txBody>
          <a:bodyPr/>
          <a:lstStyle/>
          <a:p>
            <a:endParaRPr lang="en-US"/>
          </a:p>
        </p:txBody>
      </p:sp>
      <p:sp>
        <p:nvSpPr>
          <p:cNvPr id="15" name="Text Placeholder 14">
            <a:extLst>
              <a:ext uri="{FF2B5EF4-FFF2-40B4-BE49-F238E27FC236}">
                <a16:creationId xmlns:a16="http://schemas.microsoft.com/office/drawing/2014/main" id="{C62B4ED7-9180-B3B5-A78E-5A51C1938AEF}"/>
              </a:ext>
            </a:extLst>
          </p:cNvPr>
          <p:cNvSpPr>
            <a:spLocks noGrp="1"/>
          </p:cNvSpPr>
          <p:nvPr>
            <p:ph type="body" sz="quarter" idx="29"/>
          </p:nvPr>
        </p:nvSpPr>
        <p:spPr/>
        <p:txBody>
          <a:bodyPr/>
          <a:lstStyle/>
          <a:p>
            <a:endParaRPr lang="en-US"/>
          </a:p>
        </p:txBody>
      </p:sp>
      <p:sp>
        <p:nvSpPr>
          <p:cNvPr id="16" name="Text Placeholder 15">
            <a:extLst>
              <a:ext uri="{FF2B5EF4-FFF2-40B4-BE49-F238E27FC236}">
                <a16:creationId xmlns:a16="http://schemas.microsoft.com/office/drawing/2014/main" id="{7DCDC459-325D-61D6-B36D-2DECECDE20E8}"/>
              </a:ext>
            </a:extLst>
          </p:cNvPr>
          <p:cNvSpPr>
            <a:spLocks noGrp="1"/>
          </p:cNvSpPr>
          <p:nvPr>
            <p:ph type="body" sz="quarter" idx="30"/>
          </p:nvPr>
        </p:nvSpPr>
        <p:spPr/>
        <p:txBody>
          <a:bodyPr/>
          <a:lstStyle/>
          <a:p>
            <a:endParaRPr lang="en-US"/>
          </a:p>
        </p:txBody>
      </p:sp>
      <p:sp>
        <p:nvSpPr>
          <p:cNvPr id="17" name="Text Placeholder 16">
            <a:extLst>
              <a:ext uri="{FF2B5EF4-FFF2-40B4-BE49-F238E27FC236}">
                <a16:creationId xmlns:a16="http://schemas.microsoft.com/office/drawing/2014/main" id="{B4DEDE8B-2A4F-4AF5-DCBA-9DBE5F6D0D08}"/>
              </a:ext>
            </a:extLst>
          </p:cNvPr>
          <p:cNvSpPr>
            <a:spLocks noGrp="1"/>
          </p:cNvSpPr>
          <p:nvPr>
            <p:ph type="body" sz="quarter" idx="31"/>
          </p:nvPr>
        </p:nvSpPr>
        <p:spPr/>
        <p:txBody>
          <a:bodyPr/>
          <a:lstStyle/>
          <a:p>
            <a:endParaRPr lang="en-US"/>
          </a:p>
        </p:txBody>
      </p:sp>
      <p:sp>
        <p:nvSpPr>
          <p:cNvPr id="18" name="Text Placeholder 17">
            <a:extLst>
              <a:ext uri="{FF2B5EF4-FFF2-40B4-BE49-F238E27FC236}">
                <a16:creationId xmlns:a16="http://schemas.microsoft.com/office/drawing/2014/main" id="{097683BD-0E45-BEC9-6EC7-3DE553D782B0}"/>
              </a:ext>
            </a:extLst>
          </p:cNvPr>
          <p:cNvSpPr>
            <a:spLocks noGrp="1"/>
          </p:cNvSpPr>
          <p:nvPr>
            <p:ph type="body" sz="quarter" idx="32"/>
          </p:nvPr>
        </p:nvSpPr>
        <p:spPr/>
        <p:txBody>
          <a:bodyPr/>
          <a:lstStyle/>
          <a:p>
            <a:endParaRPr lang="en-US"/>
          </a:p>
        </p:txBody>
      </p:sp>
      <p:sp>
        <p:nvSpPr>
          <p:cNvPr id="19" name="Text Placeholder 18">
            <a:extLst>
              <a:ext uri="{FF2B5EF4-FFF2-40B4-BE49-F238E27FC236}">
                <a16:creationId xmlns:a16="http://schemas.microsoft.com/office/drawing/2014/main" id="{930F3629-114D-99AA-738F-80F82C7147B0}"/>
              </a:ext>
            </a:extLst>
          </p:cNvPr>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325928037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E8666D5-A53C-BB62-B402-96231E163669}"/>
              </a:ext>
            </a:extLst>
          </p:cNvPr>
          <p:cNvSpPr>
            <a:spLocks noGrp="1"/>
          </p:cNvSpPr>
          <p:nvPr>
            <p:ph type="title"/>
          </p:nvPr>
        </p:nvSpPr>
        <p:spPr/>
        <p:txBody>
          <a:bodyPr/>
          <a:lstStyle/>
          <a:p>
            <a:endParaRPr lang="en-US"/>
          </a:p>
        </p:txBody>
      </p:sp>
      <p:sp>
        <p:nvSpPr>
          <p:cNvPr id="12" name="Text Placeholder 11">
            <a:extLst>
              <a:ext uri="{FF2B5EF4-FFF2-40B4-BE49-F238E27FC236}">
                <a16:creationId xmlns:a16="http://schemas.microsoft.com/office/drawing/2014/main" id="{48A10C0B-C48E-4A4E-5763-B93643710C1A}"/>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45D9B358-C449-9DC3-CE08-F6543EB61585}"/>
              </a:ext>
            </a:extLst>
          </p:cNvPr>
          <p:cNvSpPr>
            <a:spLocks noGrp="1"/>
          </p:cNvSpPr>
          <p:nvPr>
            <p:ph type="body" sz="quarter" idx="27"/>
          </p:nvPr>
        </p:nvSpPr>
        <p:spPr/>
        <p:txBody>
          <a:bodyPr/>
          <a:lstStyle/>
          <a:p>
            <a:endParaRPr lang="en-US"/>
          </a:p>
        </p:txBody>
      </p:sp>
      <p:sp>
        <p:nvSpPr>
          <p:cNvPr id="14" name="Text Placeholder 13">
            <a:extLst>
              <a:ext uri="{FF2B5EF4-FFF2-40B4-BE49-F238E27FC236}">
                <a16:creationId xmlns:a16="http://schemas.microsoft.com/office/drawing/2014/main" id="{021167C2-E345-A07D-281A-43A42818031F}"/>
              </a:ext>
            </a:extLst>
          </p:cNvPr>
          <p:cNvSpPr>
            <a:spLocks noGrp="1"/>
          </p:cNvSpPr>
          <p:nvPr>
            <p:ph type="body" sz="quarter" idx="28"/>
          </p:nvPr>
        </p:nvSpPr>
        <p:spPr/>
        <p:txBody>
          <a:bodyPr/>
          <a:lstStyle/>
          <a:p>
            <a:endParaRPr lang="en-US"/>
          </a:p>
        </p:txBody>
      </p:sp>
      <p:sp>
        <p:nvSpPr>
          <p:cNvPr id="15" name="Text Placeholder 14">
            <a:extLst>
              <a:ext uri="{FF2B5EF4-FFF2-40B4-BE49-F238E27FC236}">
                <a16:creationId xmlns:a16="http://schemas.microsoft.com/office/drawing/2014/main" id="{4A473AEE-D96A-F839-99C9-AF5F66EF0684}"/>
              </a:ext>
            </a:extLst>
          </p:cNvPr>
          <p:cNvSpPr>
            <a:spLocks noGrp="1"/>
          </p:cNvSpPr>
          <p:nvPr>
            <p:ph type="body" sz="quarter" idx="29"/>
          </p:nvPr>
        </p:nvSpPr>
        <p:spPr/>
        <p:txBody>
          <a:bodyPr/>
          <a:lstStyle/>
          <a:p>
            <a:endParaRPr lang="en-US"/>
          </a:p>
        </p:txBody>
      </p:sp>
      <p:sp>
        <p:nvSpPr>
          <p:cNvPr id="16" name="Text Placeholder 15">
            <a:extLst>
              <a:ext uri="{FF2B5EF4-FFF2-40B4-BE49-F238E27FC236}">
                <a16:creationId xmlns:a16="http://schemas.microsoft.com/office/drawing/2014/main" id="{EC287324-FFF2-094E-0816-89E1D9D1AA14}"/>
              </a:ext>
            </a:extLst>
          </p:cNvPr>
          <p:cNvSpPr>
            <a:spLocks noGrp="1"/>
          </p:cNvSpPr>
          <p:nvPr>
            <p:ph type="body" sz="quarter" idx="30"/>
          </p:nvPr>
        </p:nvSpPr>
        <p:spPr/>
        <p:txBody>
          <a:bodyPr/>
          <a:lstStyle/>
          <a:p>
            <a:endParaRPr lang="en-US"/>
          </a:p>
        </p:txBody>
      </p:sp>
      <p:sp>
        <p:nvSpPr>
          <p:cNvPr id="17" name="Text Placeholder 16">
            <a:extLst>
              <a:ext uri="{FF2B5EF4-FFF2-40B4-BE49-F238E27FC236}">
                <a16:creationId xmlns:a16="http://schemas.microsoft.com/office/drawing/2014/main" id="{5402E6B4-A68A-0660-2F17-10CE9FB67AA2}"/>
              </a:ext>
            </a:extLst>
          </p:cNvPr>
          <p:cNvSpPr>
            <a:spLocks noGrp="1"/>
          </p:cNvSpPr>
          <p:nvPr>
            <p:ph type="body" sz="quarter" idx="31"/>
          </p:nvPr>
        </p:nvSpPr>
        <p:spPr/>
        <p:txBody>
          <a:bodyPr/>
          <a:lstStyle/>
          <a:p>
            <a:endParaRPr lang="en-US"/>
          </a:p>
        </p:txBody>
      </p:sp>
      <p:sp>
        <p:nvSpPr>
          <p:cNvPr id="18" name="Text Placeholder 17">
            <a:extLst>
              <a:ext uri="{FF2B5EF4-FFF2-40B4-BE49-F238E27FC236}">
                <a16:creationId xmlns:a16="http://schemas.microsoft.com/office/drawing/2014/main" id="{19BAC9D5-1118-6854-EC3C-8AD09B29FD13}"/>
              </a:ext>
            </a:extLst>
          </p:cNvPr>
          <p:cNvSpPr>
            <a:spLocks noGrp="1"/>
          </p:cNvSpPr>
          <p:nvPr>
            <p:ph type="body" sz="quarter" idx="32"/>
          </p:nvPr>
        </p:nvSpPr>
        <p:spPr/>
        <p:txBody>
          <a:bodyPr/>
          <a:lstStyle/>
          <a:p>
            <a:endParaRPr lang="en-US"/>
          </a:p>
        </p:txBody>
      </p:sp>
      <p:sp>
        <p:nvSpPr>
          <p:cNvPr id="19" name="Text Placeholder 18">
            <a:extLst>
              <a:ext uri="{FF2B5EF4-FFF2-40B4-BE49-F238E27FC236}">
                <a16:creationId xmlns:a16="http://schemas.microsoft.com/office/drawing/2014/main" id="{FD42FCEB-2170-6C75-BDF1-009EDEB9135F}"/>
              </a:ext>
            </a:extLst>
          </p:cNvPr>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345005406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A0EB9-47B2-507A-A7C8-843CD29263B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DDDBB32-7DD7-BA49-56DB-A58E0C7534FE}"/>
              </a:ext>
            </a:extLst>
          </p:cNvPr>
          <p:cNvSpPr>
            <a:spLocks noGrp="1"/>
          </p:cNvSpPr>
          <p:nvPr>
            <p:ph type="title"/>
          </p:nvPr>
        </p:nvSpPr>
        <p:spPr/>
        <p:txBody>
          <a:bodyPr/>
          <a:lstStyle/>
          <a:p>
            <a:endParaRPr lang="en-US"/>
          </a:p>
        </p:txBody>
      </p:sp>
      <p:sp>
        <p:nvSpPr>
          <p:cNvPr id="11" name="Text Placeholder 10">
            <a:extLst>
              <a:ext uri="{FF2B5EF4-FFF2-40B4-BE49-F238E27FC236}">
                <a16:creationId xmlns:a16="http://schemas.microsoft.com/office/drawing/2014/main" id="{2D7C901B-3FC0-51E9-8ED1-22D88A91B207}"/>
              </a:ext>
            </a:extLst>
          </p:cNvPr>
          <p:cNvSpPr>
            <a:spLocks noGrp="1"/>
          </p:cNvSpPr>
          <p:nvPr>
            <p:ph type="body" sz="quarter" idx="16"/>
          </p:nvPr>
        </p:nvSpPr>
        <p:spPr/>
        <p:txBody>
          <a:bodyPr/>
          <a:lstStyle/>
          <a:p>
            <a:endParaRPr lang="en-US"/>
          </a:p>
        </p:txBody>
      </p:sp>
      <p:sp>
        <p:nvSpPr>
          <p:cNvPr id="12" name="Text Placeholder 11">
            <a:extLst>
              <a:ext uri="{FF2B5EF4-FFF2-40B4-BE49-F238E27FC236}">
                <a16:creationId xmlns:a16="http://schemas.microsoft.com/office/drawing/2014/main" id="{553640E8-A5F2-AD1E-4FAD-12EB4D66D0C6}"/>
              </a:ext>
            </a:extLst>
          </p:cNvPr>
          <p:cNvSpPr>
            <a:spLocks noGrp="1"/>
          </p:cNvSpPr>
          <p:nvPr>
            <p:ph type="body" sz="quarter" idx="17"/>
          </p:nvPr>
        </p:nvSpPr>
        <p:spPr/>
        <p:txBody>
          <a:bodyPr/>
          <a:lstStyle/>
          <a:p>
            <a:endParaRPr lang="en-US"/>
          </a:p>
        </p:txBody>
      </p:sp>
      <p:sp>
        <p:nvSpPr>
          <p:cNvPr id="13" name="Text Placeholder 12">
            <a:extLst>
              <a:ext uri="{FF2B5EF4-FFF2-40B4-BE49-F238E27FC236}">
                <a16:creationId xmlns:a16="http://schemas.microsoft.com/office/drawing/2014/main" id="{57279031-C65D-FD64-8260-B3C39F2311C9}"/>
              </a:ext>
            </a:extLst>
          </p:cNvPr>
          <p:cNvSpPr>
            <a:spLocks noGrp="1"/>
          </p:cNvSpPr>
          <p:nvPr>
            <p:ph type="body" sz="quarter" idx="18"/>
          </p:nvPr>
        </p:nvSpPr>
        <p:spPr/>
        <p:txBody>
          <a:bodyPr/>
          <a:lstStyle/>
          <a:p>
            <a:endParaRPr lang="en-US"/>
          </a:p>
        </p:txBody>
      </p:sp>
      <p:sp>
        <p:nvSpPr>
          <p:cNvPr id="10" name="Picture Placeholder 9">
            <a:extLst>
              <a:ext uri="{FF2B5EF4-FFF2-40B4-BE49-F238E27FC236}">
                <a16:creationId xmlns:a16="http://schemas.microsoft.com/office/drawing/2014/main" id="{7E685BD5-9F57-9BBE-CC80-BF3423FC269F}"/>
              </a:ext>
            </a:extLst>
          </p:cNvPr>
          <p:cNvSpPr>
            <a:spLocks noGrp="1"/>
          </p:cNvSpPr>
          <p:nvPr>
            <p:ph type="pic" sz="quarter" idx="15"/>
          </p:nvPr>
        </p:nvSpPr>
        <p:spPr/>
        <p:txBody>
          <a:bodyPr/>
          <a:lstStyle/>
          <a:p>
            <a:endParaRPr lang="en-US"/>
          </a:p>
        </p:txBody>
      </p:sp>
    </p:spTree>
    <p:extLst>
      <p:ext uri="{BB962C8B-B14F-4D97-AF65-F5344CB8AC3E}">
        <p14:creationId xmlns:p14="http://schemas.microsoft.com/office/powerpoint/2010/main" val="314726227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419EF-039B-F083-9CC7-58C422FFEE7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8AF6A64-4BB4-8C63-2F45-F24FC63E9FCB}"/>
              </a:ext>
            </a:extLst>
          </p:cNvPr>
          <p:cNvSpPr>
            <a:spLocks noGrp="1"/>
          </p:cNvSpPr>
          <p:nvPr>
            <p:ph type="body" sz="quarter" idx="29"/>
          </p:nvPr>
        </p:nvSpPr>
        <p:spPr/>
        <p:txBody>
          <a:bodyPr/>
          <a:lstStyle/>
          <a:p>
            <a:r>
              <a:rPr lang="en-US" dirty="0"/>
              <a:t>06</a:t>
            </a:r>
          </a:p>
        </p:txBody>
      </p:sp>
      <p:sp>
        <p:nvSpPr>
          <p:cNvPr id="3" name="Title 2">
            <a:extLst>
              <a:ext uri="{FF2B5EF4-FFF2-40B4-BE49-F238E27FC236}">
                <a16:creationId xmlns:a16="http://schemas.microsoft.com/office/drawing/2014/main" id="{8CF50785-635C-B344-3774-7845BF80DDDF}"/>
              </a:ext>
            </a:extLst>
          </p:cNvPr>
          <p:cNvSpPr>
            <a:spLocks noGrp="1"/>
          </p:cNvSpPr>
          <p:nvPr>
            <p:ph type="ctrTitle"/>
          </p:nvPr>
        </p:nvSpPr>
        <p:spPr/>
        <p:txBody>
          <a:bodyPr/>
          <a:lstStyle/>
          <a:p>
            <a:r>
              <a:rPr lang="en-US"/>
              <a:t>QUOTE </a:t>
            </a:r>
            <a:br>
              <a:rPr lang="en-US"/>
            </a:br>
            <a:r>
              <a:rPr lang="en-US"/>
              <a:t>LAYOUT SLIDES</a:t>
            </a:r>
          </a:p>
        </p:txBody>
      </p:sp>
    </p:spTree>
    <p:extLst>
      <p:ext uri="{BB962C8B-B14F-4D97-AF65-F5344CB8AC3E}">
        <p14:creationId xmlns:p14="http://schemas.microsoft.com/office/powerpoint/2010/main" val="119650896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276B8B-E5D3-596C-D737-FE9FAE5A4C87}"/>
              </a:ext>
            </a:extLst>
          </p:cNvPr>
          <p:cNvSpPr>
            <a:spLocks noGrp="1"/>
          </p:cNvSpPr>
          <p:nvPr>
            <p:ph type="body" sz="quarter" idx="15"/>
          </p:nvPr>
        </p:nvSpPr>
        <p:spPr/>
        <p:txBody>
          <a:bodyPr/>
          <a:lstStyle/>
          <a:p>
            <a:endParaRPr lang="en-US"/>
          </a:p>
        </p:txBody>
      </p:sp>
      <p:sp>
        <p:nvSpPr>
          <p:cNvPr id="3" name="Text Placeholder 2">
            <a:extLst>
              <a:ext uri="{FF2B5EF4-FFF2-40B4-BE49-F238E27FC236}">
                <a16:creationId xmlns:a16="http://schemas.microsoft.com/office/drawing/2014/main" id="{C24EF08E-02B5-9378-A8FA-CA557DB9C0E0}"/>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0007734F-8F24-F12B-B0EB-DD542104321B}"/>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96175743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B15F93-7A82-AA90-FB72-1BA6B505C063}"/>
              </a:ext>
            </a:extLst>
          </p:cNvPr>
          <p:cNvSpPr>
            <a:spLocks noGrp="1"/>
          </p:cNvSpPr>
          <p:nvPr>
            <p:ph type="body" sz="quarter" idx="15"/>
          </p:nvPr>
        </p:nvSpPr>
        <p:spPr/>
        <p:txBody>
          <a:bodyPr/>
          <a:lstStyle/>
          <a:p>
            <a:endParaRPr lang="en-US"/>
          </a:p>
        </p:txBody>
      </p:sp>
      <p:sp>
        <p:nvSpPr>
          <p:cNvPr id="3" name="Text Placeholder 2">
            <a:extLst>
              <a:ext uri="{FF2B5EF4-FFF2-40B4-BE49-F238E27FC236}">
                <a16:creationId xmlns:a16="http://schemas.microsoft.com/office/drawing/2014/main" id="{60732557-7733-244B-D843-55E9EFEF0F6E}"/>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D013DFA1-41F5-F0CB-9F89-F4BC69E60FFB}"/>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421008518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ED30704-81DB-EBC4-55A2-38E47FEFBCAB}"/>
              </a:ext>
            </a:extLst>
          </p:cNvPr>
          <p:cNvSpPr>
            <a:spLocks noGrp="1"/>
          </p:cNvSpPr>
          <p:nvPr>
            <p:ph type="body" sz="quarter" idx="15"/>
          </p:nvPr>
        </p:nvSpPr>
        <p:spPr/>
        <p:txBody>
          <a:bodyPr/>
          <a:lstStyle/>
          <a:p>
            <a:endParaRPr lang="en-US"/>
          </a:p>
        </p:txBody>
      </p:sp>
      <p:sp>
        <p:nvSpPr>
          <p:cNvPr id="3" name="Text Placeholder 2">
            <a:extLst>
              <a:ext uri="{FF2B5EF4-FFF2-40B4-BE49-F238E27FC236}">
                <a16:creationId xmlns:a16="http://schemas.microsoft.com/office/drawing/2014/main" id="{10A8D39D-4B81-1377-06DA-58BAE1F1B94A}"/>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6E61F940-0C56-2D61-8A1C-DA4897FEE8A9}"/>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14500780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A846D-F0E2-8DE7-88C2-84677752401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97036522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8E6C7-D0F5-CF30-55DF-7247BE8125A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94260127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CD1BB-AFD0-F6A0-1999-4431B466759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B98CEA8-11F9-BA6E-DCA1-91FF84D0337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52805383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9F5C6-4BEE-0FAB-14E7-0D804681A9AC}"/>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606C1C0-9546-A9A0-C75A-09FE70D41408}"/>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12201597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86816-2D31-20DA-020B-49B7BFDEE99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51A2B85-D024-0E49-A7AD-A4C35E05509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57252936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E774461-0DCB-E9A6-8D3D-DA60F965F473}"/>
              </a:ext>
            </a:extLst>
          </p:cNvPr>
          <p:cNvSpPr>
            <a:spLocks noGrp="1"/>
          </p:cNvSpPr>
          <p:nvPr>
            <p:ph type="pic" sz="quarter" idx="27"/>
          </p:nvPr>
        </p:nvSpPr>
        <p:spPr/>
        <p:txBody>
          <a:bodyPr/>
          <a:lstStyle/>
          <a:p>
            <a:endParaRPr lang="en-US"/>
          </a:p>
        </p:txBody>
      </p:sp>
      <p:sp>
        <p:nvSpPr>
          <p:cNvPr id="3" name="Title 2">
            <a:extLst>
              <a:ext uri="{FF2B5EF4-FFF2-40B4-BE49-F238E27FC236}">
                <a16:creationId xmlns:a16="http://schemas.microsoft.com/office/drawing/2014/main" id="{8AADC3DD-BE9F-4D10-EEA9-6011A6B4133A}"/>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07148819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DAFB7CF5-7275-91DA-BCE7-1EE3E142A154}"/>
              </a:ext>
            </a:extLst>
          </p:cNvPr>
          <p:cNvSpPr>
            <a:spLocks noGrp="1"/>
          </p:cNvSpPr>
          <p:nvPr>
            <p:ph type="pic" sz="quarter" idx="27"/>
          </p:nvPr>
        </p:nvSpPr>
        <p:spPr/>
        <p:txBody>
          <a:bodyPr/>
          <a:lstStyle/>
          <a:p>
            <a:endParaRPr lang="en-US"/>
          </a:p>
        </p:txBody>
      </p:sp>
      <p:sp>
        <p:nvSpPr>
          <p:cNvPr id="3" name="Title 2">
            <a:extLst>
              <a:ext uri="{FF2B5EF4-FFF2-40B4-BE49-F238E27FC236}">
                <a16:creationId xmlns:a16="http://schemas.microsoft.com/office/drawing/2014/main" id="{861D2FD1-BCE4-936A-5F39-01C22F71AEB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58715198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B48D2C60-7102-4EBC-BA0E-7051F07BB721}"/>
              </a:ext>
            </a:extLst>
          </p:cNvPr>
          <p:cNvSpPr>
            <a:spLocks noGrp="1"/>
          </p:cNvSpPr>
          <p:nvPr>
            <p:ph type="pic" sz="quarter" idx="27"/>
          </p:nvPr>
        </p:nvSpPr>
        <p:spPr/>
        <p:txBody>
          <a:bodyPr/>
          <a:lstStyle/>
          <a:p>
            <a:endParaRPr lang="en-US"/>
          </a:p>
        </p:txBody>
      </p:sp>
      <p:sp>
        <p:nvSpPr>
          <p:cNvPr id="3" name="Title 2">
            <a:extLst>
              <a:ext uri="{FF2B5EF4-FFF2-40B4-BE49-F238E27FC236}">
                <a16:creationId xmlns:a16="http://schemas.microsoft.com/office/drawing/2014/main" id="{A4473D0A-1A20-18A3-3AB8-27A1B4505B5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70205592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51EE3F93-3173-8C94-2DE9-DB934172CA18}"/>
              </a:ext>
            </a:extLst>
          </p:cNvPr>
          <p:cNvSpPr>
            <a:spLocks noGrp="1"/>
          </p:cNvSpPr>
          <p:nvPr>
            <p:ph type="pic" sz="quarter" idx="10"/>
          </p:nvPr>
        </p:nvSpPr>
        <p:spPr/>
        <p:txBody>
          <a:bodyPr/>
          <a:lstStyle/>
          <a:p>
            <a:endParaRPr lang="en-US"/>
          </a:p>
        </p:txBody>
      </p:sp>
      <p:sp>
        <p:nvSpPr>
          <p:cNvPr id="3" name="Title 2">
            <a:extLst>
              <a:ext uri="{FF2B5EF4-FFF2-40B4-BE49-F238E27FC236}">
                <a16:creationId xmlns:a16="http://schemas.microsoft.com/office/drawing/2014/main" id="{E73BD7FA-15E4-EC5E-E8E6-E0539B18524C}"/>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3009AF8B-53F2-E998-54BF-6676B8F48F8D}"/>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43544520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E3A8EA74-C2FC-EFED-7E9D-3F869B71E031}"/>
              </a:ext>
            </a:extLst>
          </p:cNvPr>
          <p:cNvSpPr>
            <a:spLocks noGrp="1"/>
          </p:cNvSpPr>
          <p:nvPr>
            <p:ph type="pic" sz="quarter" idx="10"/>
          </p:nvPr>
        </p:nvSpPr>
        <p:spPr/>
        <p:txBody>
          <a:bodyPr/>
          <a:lstStyle/>
          <a:p>
            <a:endParaRPr lang="en-US"/>
          </a:p>
        </p:txBody>
      </p:sp>
      <p:sp>
        <p:nvSpPr>
          <p:cNvPr id="3" name="Title 2">
            <a:extLst>
              <a:ext uri="{FF2B5EF4-FFF2-40B4-BE49-F238E27FC236}">
                <a16:creationId xmlns:a16="http://schemas.microsoft.com/office/drawing/2014/main" id="{01FFFB55-208B-F983-5885-7675D33DBC98}"/>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515BE49F-5CBF-B3B5-F0CF-19938B745857}"/>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80067104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7750504-F2C6-B601-42D6-AA6D3EC7651A}"/>
              </a:ext>
            </a:extLst>
          </p:cNvPr>
          <p:cNvSpPr>
            <a:spLocks noGrp="1"/>
          </p:cNvSpPr>
          <p:nvPr>
            <p:ph type="pic" sz="quarter" idx="10"/>
          </p:nvPr>
        </p:nvSpPr>
        <p:spPr/>
        <p:txBody>
          <a:bodyPr/>
          <a:lstStyle/>
          <a:p>
            <a:endParaRPr lang="en-US"/>
          </a:p>
        </p:txBody>
      </p:sp>
      <p:sp>
        <p:nvSpPr>
          <p:cNvPr id="3" name="Title 2">
            <a:extLst>
              <a:ext uri="{FF2B5EF4-FFF2-40B4-BE49-F238E27FC236}">
                <a16:creationId xmlns:a16="http://schemas.microsoft.com/office/drawing/2014/main" id="{08F92EA6-BD02-07C0-3A34-2FAED2E6C213}"/>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AECD733C-78CA-E511-7C7F-5506ACC18D52}"/>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8240831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0C026-51A7-4FC1-DB30-F9023ED497E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84F24D5-978C-0072-C8B8-938C66CF3E04}"/>
              </a:ext>
            </a:extLst>
          </p:cNvPr>
          <p:cNvSpPr>
            <a:spLocks noGrp="1"/>
          </p:cNvSpPr>
          <p:nvPr>
            <p:ph type="body" sz="quarter" idx="29"/>
          </p:nvPr>
        </p:nvSpPr>
        <p:spPr/>
        <p:txBody>
          <a:bodyPr/>
          <a:lstStyle/>
          <a:p>
            <a:r>
              <a:rPr lang="en-US" dirty="0"/>
              <a:t>07</a:t>
            </a:r>
          </a:p>
        </p:txBody>
      </p:sp>
      <p:sp>
        <p:nvSpPr>
          <p:cNvPr id="3" name="Title 2">
            <a:extLst>
              <a:ext uri="{FF2B5EF4-FFF2-40B4-BE49-F238E27FC236}">
                <a16:creationId xmlns:a16="http://schemas.microsoft.com/office/drawing/2014/main" id="{BD8234FF-F72D-3605-0F8E-BFA372A63C88}"/>
              </a:ext>
            </a:extLst>
          </p:cNvPr>
          <p:cNvSpPr>
            <a:spLocks noGrp="1"/>
          </p:cNvSpPr>
          <p:nvPr>
            <p:ph type="ctrTitle"/>
          </p:nvPr>
        </p:nvSpPr>
        <p:spPr/>
        <p:txBody>
          <a:bodyPr/>
          <a:lstStyle/>
          <a:p>
            <a:r>
              <a:rPr lang="en-US"/>
              <a:t>CHARTS, TABLES, </a:t>
            </a:r>
            <a:br>
              <a:rPr lang="en-US"/>
            </a:br>
            <a:r>
              <a:rPr lang="en-US"/>
              <a:t>&amp; STAT SLIDES</a:t>
            </a:r>
          </a:p>
        </p:txBody>
      </p:sp>
    </p:spTree>
    <p:extLst>
      <p:ext uri="{BB962C8B-B14F-4D97-AF65-F5344CB8AC3E}">
        <p14:creationId xmlns:p14="http://schemas.microsoft.com/office/powerpoint/2010/main" val="75886384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C4F6C-3BD1-D654-95D1-74B83A86567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E4443A-E61E-E2B8-A205-66EE279502B2}"/>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C5D96A50-CB15-1975-7255-637DB98911EE}"/>
              </a:ext>
            </a:extLst>
          </p:cNvPr>
          <p:cNvSpPr>
            <a:spLocks noGrp="1"/>
          </p:cNvSpPr>
          <p:nvPr>
            <p:ph type="body" sz="quarter" idx="17"/>
          </p:nvPr>
        </p:nvSpPr>
        <p:spPr/>
        <p:txBody>
          <a:bodyPr/>
          <a:lstStyle/>
          <a:p>
            <a:endParaRPr lang="en-US"/>
          </a:p>
        </p:txBody>
      </p:sp>
      <p:sp>
        <p:nvSpPr>
          <p:cNvPr id="6" name="Text Placeholder 5">
            <a:extLst>
              <a:ext uri="{FF2B5EF4-FFF2-40B4-BE49-F238E27FC236}">
                <a16:creationId xmlns:a16="http://schemas.microsoft.com/office/drawing/2014/main" id="{2546612D-1363-63F6-44DE-14AA48A68E8B}"/>
              </a:ext>
            </a:extLst>
          </p:cNvPr>
          <p:cNvSpPr>
            <a:spLocks noGrp="1"/>
          </p:cNvSpPr>
          <p:nvPr>
            <p:ph type="body" sz="quarter" idx="18"/>
          </p:nvPr>
        </p:nvSpPr>
        <p:spPr/>
        <p:txBody>
          <a:bodyPr/>
          <a:lstStyle/>
          <a:p>
            <a:endParaRPr lang="en-US"/>
          </a:p>
        </p:txBody>
      </p:sp>
      <p:sp>
        <p:nvSpPr>
          <p:cNvPr id="4" name="Content Placeholder 3">
            <a:extLst>
              <a:ext uri="{FF2B5EF4-FFF2-40B4-BE49-F238E27FC236}">
                <a16:creationId xmlns:a16="http://schemas.microsoft.com/office/drawing/2014/main" id="{8DEDB1A3-0A94-B30A-BC8C-689C23EBBFA3}"/>
              </a:ext>
            </a:extLst>
          </p:cNvPr>
          <p:cNvSpPr>
            <a:spLocks noGrp="1"/>
          </p:cNvSpPr>
          <p:nvPr>
            <p:ph sz="half" idx="14"/>
          </p:nvPr>
        </p:nvSpPr>
        <p:spPr/>
        <p:txBody>
          <a:bodyPr/>
          <a:lstStyle/>
          <a:p>
            <a:endParaRPr lang="en-US"/>
          </a:p>
        </p:txBody>
      </p:sp>
      <p:sp>
        <p:nvSpPr>
          <p:cNvPr id="8" name="Text Placeholder 7">
            <a:extLst>
              <a:ext uri="{FF2B5EF4-FFF2-40B4-BE49-F238E27FC236}">
                <a16:creationId xmlns:a16="http://schemas.microsoft.com/office/drawing/2014/main" id="{5133116A-25FE-A4AD-6CE3-794EF4824B40}"/>
              </a:ext>
            </a:extLst>
          </p:cNvPr>
          <p:cNvSpPr>
            <a:spLocks noGrp="1"/>
          </p:cNvSpPr>
          <p:nvPr>
            <p:ph type="body" sz="quarter" idx="20"/>
          </p:nvPr>
        </p:nvSpPr>
        <p:spPr/>
        <p:txBody>
          <a:bodyPr/>
          <a:lstStyle/>
          <a:p>
            <a:endParaRPr lang="en-US"/>
          </a:p>
        </p:txBody>
      </p:sp>
      <p:sp>
        <p:nvSpPr>
          <p:cNvPr id="9" name="Text Placeholder 8">
            <a:extLst>
              <a:ext uri="{FF2B5EF4-FFF2-40B4-BE49-F238E27FC236}">
                <a16:creationId xmlns:a16="http://schemas.microsoft.com/office/drawing/2014/main" id="{E85F31F6-F087-FA4C-5755-1CF0599E7045}"/>
              </a:ext>
            </a:extLst>
          </p:cNvPr>
          <p:cNvSpPr>
            <a:spLocks noGrp="1"/>
          </p:cNvSpPr>
          <p:nvPr>
            <p:ph type="body" sz="quarter" idx="21"/>
          </p:nvPr>
        </p:nvSpPr>
        <p:spPr/>
        <p:txBody>
          <a:bodyPr/>
          <a:lstStyle/>
          <a:p>
            <a:endParaRPr lang="en-US"/>
          </a:p>
        </p:txBody>
      </p:sp>
      <p:sp>
        <p:nvSpPr>
          <p:cNvPr id="7" name="Content Placeholder 6">
            <a:extLst>
              <a:ext uri="{FF2B5EF4-FFF2-40B4-BE49-F238E27FC236}">
                <a16:creationId xmlns:a16="http://schemas.microsoft.com/office/drawing/2014/main" id="{63AD9BB3-BA77-3D5E-84C6-B9FA5B12608F}"/>
              </a:ext>
            </a:extLst>
          </p:cNvPr>
          <p:cNvSpPr>
            <a:spLocks noGrp="1"/>
          </p:cNvSpPr>
          <p:nvPr>
            <p:ph sz="half" idx="19"/>
          </p:nvPr>
        </p:nvSpPr>
        <p:spPr/>
        <p:txBody>
          <a:bodyPr/>
          <a:lstStyle/>
          <a:p>
            <a:pPr marL="137160" indent="-137160"/>
            <a:endParaRPr lang="en-US" dirty="0"/>
          </a:p>
        </p:txBody>
      </p:sp>
      <p:sp>
        <p:nvSpPr>
          <p:cNvPr id="11" name="Text Placeholder 10">
            <a:extLst>
              <a:ext uri="{FF2B5EF4-FFF2-40B4-BE49-F238E27FC236}">
                <a16:creationId xmlns:a16="http://schemas.microsoft.com/office/drawing/2014/main" id="{81DCE0CC-63D8-A280-3953-1DB1846403FE}"/>
              </a:ext>
            </a:extLst>
          </p:cNvPr>
          <p:cNvSpPr>
            <a:spLocks noGrp="1"/>
          </p:cNvSpPr>
          <p:nvPr>
            <p:ph type="body" sz="quarter" idx="23"/>
          </p:nvPr>
        </p:nvSpPr>
        <p:spPr/>
        <p:txBody>
          <a:bodyPr/>
          <a:lstStyle/>
          <a:p>
            <a:endParaRPr lang="en-US"/>
          </a:p>
        </p:txBody>
      </p:sp>
      <p:sp>
        <p:nvSpPr>
          <p:cNvPr id="22" name="Text Placeholder 21">
            <a:extLst>
              <a:ext uri="{FF2B5EF4-FFF2-40B4-BE49-F238E27FC236}">
                <a16:creationId xmlns:a16="http://schemas.microsoft.com/office/drawing/2014/main" id="{779C9FC0-A580-12D5-63E5-E1067AAD6163}"/>
              </a:ext>
            </a:extLst>
          </p:cNvPr>
          <p:cNvSpPr>
            <a:spLocks noGrp="1"/>
          </p:cNvSpPr>
          <p:nvPr>
            <p:ph type="body" sz="quarter" idx="24"/>
          </p:nvPr>
        </p:nvSpPr>
        <p:spPr/>
        <p:txBody>
          <a:bodyPr/>
          <a:lstStyle/>
          <a:p>
            <a:endParaRPr lang="en-US"/>
          </a:p>
        </p:txBody>
      </p:sp>
      <p:sp>
        <p:nvSpPr>
          <p:cNvPr id="10" name="Content Placeholder 9">
            <a:extLst>
              <a:ext uri="{FF2B5EF4-FFF2-40B4-BE49-F238E27FC236}">
                <a16:creationId xmlns:a16="http://schemas.microsoft.com/office/drawing/2014/main" id="{056152B5-42AE-D407-D364-5F99CB646592}"/>
              </a:ext>
            </a:extLst>
          </p:cNvPr>
          <p:cNvSpPr>
            <a:spLocks noGrp="1"/>
          </p:cNvSpPr>
          <p:nvPr>
            <p:ph sz="half" idx="22"/>
          </p:nvPr>
        </p:nvSpPr>
        <p:spPr/>
        <p:txBody>
          <a:bodyPr/>
          <a:lstStyle/>
          <a:p>
            <a:pPr marL="137160" indent="-137160"/>
            <a:endParaRPr lang="en-US" dirty="0"/>
          </a:p>
        </p:txBody>
      </p:sp>
    </p:spTree>
    <p:extLst>
      <p:ext uri="{BB962C8B-B14F-4D97-AF65-F5344CB8AC3E}">
        <p14:creationId xmlns:p14="http://schemas.microsoft.com/office/powerpoint/2010/main" val="151518207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B49AC7A9-4399-621C-6F35-FC31EFFCC1B0}"/>
              </a:ext>
            </a:extLst>
          </p:cNvPr>
          <p:cNvSpPr>
            <a:spLocks noGrp="1"/>
          </p:cNvSpPr>
          <p:nvPr>
            <p:ph type="title"/>
          </p:nvPr>
        </p:nvSpPr>
        <p:spPr/>
        <p:txBody>
          <a:bodyPr/>
          <a:lstStyle/>
          <a:p>
            <a:endParaRPr lang="en-US"/>
          </a:p>
        </p:txBody>
      </p:sp>
      <p:sp>
        <p:nvSpPr>
          <p:cNvPr id="34" name="Text Placeholder 33">
            <a:extLst>
              <a:ext uri="{FF2B5EF4-FFF2-40B4-BE49-F238E27FC236}">
                <a16:creationId xmlns:a16="http://schemas.microsoft.com/office/drawing/2014/main" id="{61B9A7B6-ED4A-9CE2-B9D2-273F425E5765}"/>
              </a:ext>
            </a:extLst>
          </p:cNvPr>
          <p:cNvSpPr>
            <a:spLocks noGrp="1"/>
          </p:cNvSpPr>
          <p:nvPr>
            <p:ph type="body" sz="quarter" idx="18"/>
          </p:nvPr>
        </p:nvSpPr>
        <p:spPr/>
        <p:txBody>
          <a:bodyPr/>
          <a:lstStyle/>
          <a:p>
            <a:endParaRPr lang="en-US"/>
          </a:p>
        </p:txBody>
      </p:sp>
      <p:sp>
        <p:nvSpPr>
          <p:cNvPr id="40" name="Text Placeholder 39">
            <a:extLst>
              <a:ext uri="{FF2B5EF4-FFF2-40B4-BE49-F238E27FC236}">
                <a16:creationId xmlns:a16="http://schemas.microsoft.com/office/drawing/2014/main" id="{E8EE55D7-A508-BC93-3565-9AD79076F5CA}"/>
              </a:ext>
            </a:extLst>
          </p:cNvPr>
          <p:cNvSpPr>
            <a:spLocks noGrp="1"/>
          </p:cNvSpPr>
          <p:nvPr>
            <p:ph type="body" sz="quarter" idx="24"/>
          </p:nvPr>
        </p:nvSpPr>
        <p:spPr/>
        <p:txBody>
          <a:bodyPr/>
          <a:lstStyle/>
          <a:p>
            <a:endParaRPr lang="en-US"/>
          </a:p>
        </p:txBody>
      </p:sp>
      <p:sp>
        <p:nvSpPr>
          <p:cNvPr id="41" name="Text Placeholder 40">
            <a:extLst>
              <a:ext uri="{FF2B5EF4-FFF2-40B4-BE49-F238E27FC236}">
                <a16:creationId xmlns:a16="http://schemas.microsoft.com/office/drawing/2014/main" id="{614C0915-65A5-75F3-E68E-9792D0F5304E}"/>
              </a:ext>
            </a:extLst>
          </p:cNvPr>
          <p:cNvSpPr>
            <a:spLocks noGrp="1"/>
          </p:cNvSpPr>
          <p:nvPr>
            <p:ph type="body" sz="quarter" idx="25"/>
          </p:nvPr>
        </p:nvSpPr>
        <p:spPr/>
        <p:txBody>
          <a:bodyPr/>
          <a:lstStyle/>
          <a:p>
            <a:endParaRPr lang="en-US"/>
          </a:p>
        </p:txBody>
      </p:sp>
      <p:sp>
        <p:nvSpPr>
          <p:cNvPr id="42" name="Text Placeholder 41">
            <a:extLst>
              <a:ext uri="{FF2B5EF4-FFF2-40B4-BE49-F238E27FC236}">
                <a16:creationId xmlns:a16="http://schemas.microsoft.com/office/drawing/2014/main" id="{1586E8EE-93E1-8A8D-4201-92B74FD68722}"/>
              </a:ext>
            </a:extLst>
          </p:cNvPr>
          <p:cNvSpPr>
            <a:spLocks noGrp="1"/>
          </p:cNvSpPr>
          <p:nvPr>
            <p:ph type="body" sz="quarter" idx="26"/>
          </p:nvPr>
        </p:nvSpPr>
        <p:spPr/>
        <p:txBody>
          <a:bodyPr/>
          <a:lstStyle/>
          <a:p>
            <a:endParaRPr lang="en-US"/>
          </a:p>
        </p:txBody>
      </p:sp>
      <p:sp>
        <p:nvSpPr>
          <p:cNvPr id="43" name="Text Placeholder 42">
            <a:extLst>
              <a:ext uri="{FF2B5EF4-FFF2-40B4-BE49-F238E27FC236}">
                <a16:creationId xmlns:a16="http://schemas.microsoft.com/office/drawing/2014/main" id="{3C6435F2-0A8C-E3AD-11C4-4C22E448FB1F}"/>
              </a:ext>
            </a:extLst>
          </p:cNvPr>
          <p:cNvSpPr>
            <a:spLocks noGrp="1"/>
          </p:cNvSpPr>
          <p:nvPr>
            <p:ph type="body" sz="quarter" idx="27"/>
          </p:nvPr>
        </p:nvSpPr>
        <p:spPr/>
        <p:txBody>
          <a:bodyPr/>
          <a:lstStyle/>
          <a:p>
            <a:endParaRPr lang="en-US"/>
          </a:p>
        </p:txBody>
      </p:sp>
      <p:sp>
        <p:nvSpPr>
          <p:cNvPr id="35" name="Text Placeholder 34">
            <a:extLst>
              <a:ext uri="{FF2B5EF4-FFF2-40B4-BE49-F238E27FC236}">
                <a16:creationId xmlns:a16="http://schemas.microsoft.com/office/drawing/2014/main" id="{41CB4A0B-3E58-FDC1-53D1-57D53ADA1044}"/>
              </a:ext>
            </a:extLst>
          </p:cNvPr>
          <p:cNvSpPr>
            <a:spLocks noGrp="1"/>
          </p:cNvSpPr>
          <p:nvPr>
            <p:ph type="body" sz="quarter" idx="19"/>
          </p:nvPr>
        </p:nvSpPr>
        <p:spPr/>
        <p:txBody>
          <a:bodyPr/>
          <a:lstStyle/>
          <a:p>
            <a:endParaRPr lang="en-US"/>
          </a:p>
        </p:txBody>
      </p:sp>
      <p:sp>
        <p:nvSpPr>
          <p:cNvPr id="44" name="Text Placeholder 43">
            <a:extLst>
              <a:ext uri="{FF2B5EF4-FFF2-40B4-BE49-F238E27FC236}">
                <a16:creationId xmlns:a16="http://schemas.microsoft.com/office/drawing/2014/main" id="{0D8F829D-955C-750C-A2D8-9F87E0FD1693}"/>
              </a:ext>
            </a:extLst>
          </p:cNvPr>
          <p:cNvSpPr>
            <a:spLocks noGrp="1"/>
          </p:cNvSpPr>
          <p:nvPr>
            <p:ph type="body" sz="quarter" idx="28"/>
          </p:nvPr>
        </p:nvSpPr>
        <p:spPr/>
        <p:txBody>
          <a:bodyPr/>
          <a:lstStyle/>
          <a:p>
            <a:endParaRPr lang="en-US"/>
          </a:p>
        </p:txBody>
      </p:sp>
      <p:sp>
        <p:nvSpPr>
          <p:cNvPr id="45" name="Text Placeholder 44">
            <a:extLst>
              <a:ext uri="{FF2B5EF4-FFF2-40B4-BE49-F238E27FC236}">
                <a16:creationId xmlns:a16="http://schemas.microsoft.com/office/drawing/2014/main" id="{859AD762-E71B-492E-4698-96BE590F880A}"/>
              </a:ext>
            </a:extLst>
          </p:cNvPr>
          <p:cNvSpPr>
            <a:spLocks noGrp="1"/>
          </p:cNvSpPr>
          <p:nvPr>
            <p:ph type="body" sz="quarter" idx="29"/>
          </p:nvPr>
        </p:nvSpPr>
        <p:spPr/>
        <p:txBody>
          <a:bodyPr/>
          <a:lstStyle/>
          <a:p>
            <a:endParaRPr lang="en-US"/>
          </a:p>
        </p:txBody>
      </p:sp>
      <p:sp>
        <p:nvSpPr>
          <p:cNvPr id="46" name="Text Placeholder 45">
            <a:extLst>
              <a:ext uri="{FF2B5EF4-FFF2-40B4-BE49-F238E27FC236}">
                <a16:creationId xmlns:a16="http://schemas.microsoft.com/office/drawing/2014/main" id="{59611889-0B4C-C00C-92E7-947CA78E930E}"/>
              </a:ext>
            </a:extLst>
          </p:cNvPr>
          <p:cNvSpPr>
            <a:spLocks noGrp="1"/>
          </p:cNvSpPr>
          <p:nvPr>
            <p:ph type="body" sz="quarter" idx="30"/>
          </p:nvPr>
        </p:nvSpPr>
        <p:spPr/>
        <p:txBody>
          <a:bodyPr/>
          <a:lstStyle/>
          <a:p>
            <a:endParaRPr lang="en-US"/>
          </a:p>
        </p:txBody>
      </p:sp>
      <p:sp>
        <p:nvSpPr>
          <p:cNvPr id="47" name="Text Placeholder 46">
            <a:extLst>
              <a:ext uri="{FF2B5EF4-FFF2-40B4-BE49-F238E27FC236}">
                <a16:creationId xmlns:a16="http://schemas.microsoft.com/office/drawing/2014/main" id="{14A46722-9E93-5636-EEF5-976CC9D6C02E}"/>
              </a:ext>
            </a:extLst>
          </p:cNvPr>
          <p:cNvSpPr>
            <a:spLocks noGrp="1"/>
          </p:cNvSpPr>
          <p:nvPr>
            <p:ph type="body" sz="quarter" idx="31"/>
          </p:nvPr>
        </p:nvSpPr>
        <p:spPr/>
        <p:txBody>
          <a:bodyPr/>
          <a:lstStyle/>
          <a:p>
            <a:endParaRPr lang="en-US"/>
          </a:p>
        </p:txBody>
      </p:sp>
      <p:sp>
        <p:nvSpPr>
          <p:cNvPr id="36" name="Text Placeholder 35">
            <a:extLst>
              <a:ext uri="{FF2B5EF4-FFF2-40B4-BE49-F238E27FC236}">
                <a16:creationId xmlns:a16="http://schemas.microsoft.com/office/drawing/2014/main" id="{04ADE99F-021F-5221-71C7-2CF3F30D5129}"/>
              </a:ext>
            </a:extLst>
          </p:cNvPr>
          <p:cNvSpPr>
            <a:spLocks noGrp="1"/>
          </p:cNvSpPr>
          <p:nvPr>
            <p:ph type="body" sz="quarter" idx="20"/>
          </p:nvPr>
        </p:nvSpPr>
        <p:spPr/>
        <p:txBody>
          <a:bodyPr/>
          <a:lstStyle/>
          <a:p>
            <a:endParaRPr lang="en-US"/>
          </a:p>
        </p:txBody>
      </p:sp>
      <p:sp>
        <p:nvSpPr>
          <p:cNvPr id="48" name="Text Placeholder 47">
            <a:extLst>
              <a:ext uri="{FF2B5EF4-FFF2-40B4-BE49-F238E27FC236}">
                <a16:creationId xmlns:a16="http://schemas.microsoft.com/office/drawing/2014/main" id="{CCDC5651-1973-FF3A-B8C0-B17A1EA8B672}"/>
              </a:ext>
            </a:extLst>
          </p:cNvPr>
          <p:cNvSpPr>
            <a:spLocks noGrp="1"/>
          </p:cNvSpPr>
          <p:nvPr>
            <p:ph type="body" sz="quarter" idx="32"/>
          </p:nvPr>
        </p:nvSpPr>
        <p:spPr/>
        <p:txBody>
          <a:bodyPr/>
          <a:lstStyle/>
          <a:p>
            <a:endParaRPr lang="en-US"/>
          </a:p>
        </p:txBody>
      </p:sp>
      <p:sp>
        <p:nvSpPr>
          <p:cNvPr id="49" name="Text Placeholder 48">
            <a:extLst>
              <a:ext uri="{FF2B5EF4-FFF2-40B4-BE49-F238E27FC236}">
                <a16:creationId xmlns:a16="http://schemas.microsoft.com/office/drawing/2014/main" id="{D93146BE-6E2A-7728-C892-C9EF5B927FC8}"/>
              </a:ext>
            </a:extLst>
          </p:cNvPr>
          <p:cNvSpPr>
            <a:spLocks noGrp="1"/>
          </p:cNvSpPr>
          <p:nvPr>
            <p:ph type="body" sz="quarter" idx="33"/>
          </p:nvPr>
        </p:nvSpPr>
        <p:spPr/>
        <p:txBody>
          <a:bodyPr/>
          <a:lstStyle/>
          <a:p>
            <a:endParaRPr lang="en-US"/>
          </a:p>
        </p:txBody>
      </p:sp>
      <p:sp>
        <p:nvSpPr>
          <p:cNvPr id="50" name="Text Placeholder 49">
            <a:extLst>
              <a:ext uri="{FF2B5EF4-FFF2-40B4-BE49-F238E27FC236}">
                <a16:creationId xmlns:a16="http://schemas.microsoft.com/office/drawing/2014/main" id="{3811A831-1FD6-517C-E6A0-84B3863FB0D8}"/>
              </a:ext>
            </a:extLst>
          </p:cNvPr>
          <p:cNvSpPr>
            <a:spLocks noGrp="1"/>
          </p:cNvSpPr>
          <p:nvPr>
            <p:ph type="body" sz="quarter" idx="34"/>
          </p:nvPr>
        </p:nvSpPr>
        <p:spPr/>
        <p:txBody>
          <a:bodyPr/>
          <a:lstStyle/>
          <a:p>
            <a:endParaRPr lang="en-US"/>
          </a:p>
        </p:txBody>
      </p:sp>
      <p:sp>
        <p:nvSpPr>
          <p:cNvPr id="51" name="Text Placeholder 50">
            <a:extLst>
              <a:ext uri="{FF2B5EF4-FFF2-40B4-BE49-F238E27FC236}">
                <a16:creationId xmlns:a16="http://schemas.microsoft.com/office/drawing/2014/main" id="{405D8E26-2848-6925-6E08-F0DF33E738B9}"/>
              </a:ext>
            </a:extLst>
          </p:cNvPr>
          <p:cNvSpPr>
            <a:spLocks noGrp="1"/>
          </p:cNvSpPr>
          <p:nvPr>
            <p:ph type="body" sz="quarter" idx="35"/>
          </p:nvPr>
        </p:nvSpPr>
        <p:spPr/>
        <p:txBody>
          <a:bodyPr/>
          <a:lstStyle/>
          <a:p>
            <a:endParaRPr lang="en-US"/>
          </a:p>
        </p:txBody>
      </p:sp>
      <p:sp>
        <p:nvSpPr>
          <p:cNvPr id="37" name="Text Placeholder 36">
            <a:extLst>
              <a:ext uri="{FF2B5EF4-FFF2-40B4-BE49-F238E27FC236}">
                <a16:creationId xmlns:a16="http://schemas.microsoft.com/office/drawing/2014/main" id="{898755F4-0965-4E14-FCAD-A4831F31C25F}"/>
              </a:ext>
            </a:extLst>
          </p:cNvPr>
          <p:cNvSpPr>
            <a:spLocks noGrp="1"/>
          </p:cNvSpPr>
          <p:nvPr>
            <p:ph type="body" sz="quarter" idx="21"/>
          </p:nvPr>
        </p:nvSpPr>
        <p:spPr/>
        <p:txBody>
          <a:bodyPr/>
          <a:lstStyle/>
          <a:p>
            <a:endParaRPr lang="en-US"/>
          </a:p>
        </p:txBody>
      </p:sp>
      <p:sp>
        <p:nvSpPr>
          <p:cNvPr id="52" name="Text Placeholder 51">
            <a:extLst>
              <a:ext uri="{FF2B5EF4-FFF2-40B4-BE49-F238E27FC236}">
                <a16:creationId xmlns:a16="http://schemas.microsoft.com/office/drawing/2014/main" id="{3E9A1418-BB9C-DB43-14F5-E79C6685716E}"/>
              </a:ext>
            </a:extLst>
          </p:cNvPr>
          <p:cNvSpPr>
            <a:spLocks noGrp="1"/>
          </p:cNvSpPr>
          <p:nvPr>
            <p:ph type="body" sz="quarter" idx="36"/>
          </p:nvPr>
        </p:nvSpPr>
        <p:spPr/>
        <p:txBody>
          <a:bodyPr/>
          <a:lstStyle/>
          <a:p>
            <a:endParaRPr lang="en-US"/>
          </a:p>
        </p:txBody>
      </p:sp>
      <p:sp>
        <p:nvSpPr>
          <p:cNvPr id="53" name="Text Placeholder 52">
            <a:extLst>
              <a:ext uri="{FF2B5EF4-FFF2-40B4-BE49-F238E27FC236}">
                <a16:creationId xmlns:a16="http://schemas.microsoft.com/office/drawing/2014/main" id="{BCF536C2-B25E-9135-7392-0248D6F645BB}"/>
              </a:ext>
            </a:extLst>
          </p:cNvPr>
          <p:cNvSpPr>
            <a:spLocks noGrp="1"/>
          </p:cNvSpPr>
          <p:nvPr>
            <p:ph type="body" sz="quarter" idx="37"/>
          </p:nvPr>
        </p:nvSpPr>
        <p:spPr/>
        <p:txBody>
          <a:bodyPr/>
          <a:lstStyle/>
          <a:p>
            <a:endParaRPr lang="en-US"/>
          </a:p>
        </p:txBody>
      </p:sp>
      <p:sp>
        <p:nvSpPr>
          <p:cNvPr id="54" name="Text Placeholder 53">
            <a:extLst>
              <a:ext uri="{FF2B5EF4-FFF2-40B4-BE49-F238E27FC236}">
                <a16:creationId xmlns:a16="http://schemas.microsoft.com/office/drawing/2014/main" id="{EDA2C0F1-E348-8886-C232-FE8BD924B2CD}"/>
              </a:ext>
            </a:extLst>
          </p:cNvPr>
          <p:cNvSpPr>
            <a:spLocks noGrp="1"/>
          </p:cNvSpPr>
          <p:nvPr>
            <p:ph type="body" sz="quarter" idx="38"/>
          </p:nvPr>
        </p:nvSpPr>
        <p:spPr/>
        <p:txBody>
          <a:bodyPr/>
          <a:lstStyle/>
          <a:p>
            <a:endParaRPr lang="en-US"/>
          </a:p>
        </p:txBody>
      </p:sp>
      <p:sp>
        <p:nvSpPr>
          <p:cNvPr id="55" name="Text Placeholder 54">
            <a:extLst>
              <a:ext uri="{FF2B5EF4-FFF2-40B4-BE49-F238E27FC236}">
                <a16:creationId xmlns:a16="http://schemas.microsoft.com/office/drawing/2014/main" id="{095E6F04-7DED-82E2-7410-DBBD74DBB39B}"/>
              </a:ext>
            </a:extLst>
          </p:cNvPr>
          <p:cNvSpPr>
            <a:spLocks noGrp="1"/>
          </p:cNvSpPr>
          <p:nvPr>
            <p:ph type="body" sz="quarter" idx="39"/>
          </p:nvPr>
        </p:nvSpPr>
        <p:spPr/>
        <p:txBody>
          <a:bodyPr/>
          <a:lstStyle/>
          <a:p>
            <a:endParaRPr lang="en-US"/>
          </a:p>
        </p:txBody>
      </p:sp>
      <p:sp>
        <p:nvSpPr>
          <p:cNvPr id="38" name="Text Placeholder 37">
            <a:extLst>
              <a:ext uri="{FF2B5EF4-FFF2-40B4-BE49-F238E27FC236}">
                <a16:creationId xmlns:a16="http://schemas.microsoft.com/office/drawing/2014/main" id="{566208E2-D455-4C9E-E061-CE479829BD8B}"/>
              </a:ext>
            </a:extLst>
          </p:cNvPr>
          <p:cNvSpPr>
            <a:spLocks noGrp="1"/>
          </p:cNvSpPr>
          <p:nvPr>
            <p:ph type="body" sz="quarter" idx="22"/>
          </p:nvPr>
        </p:nvSpPr>
        <p:spPr/>
        <p:txBody>
          <a:bodyPr/>
          <a:lstStyle/>
          <a:p>
            <a:endParaRPr lang="en-US"/>
          </a:p>
        </p:txBody>
      </p:sp>
      <p:sp>
        <p:nvSpPr>
          <p:cNvPr id="56" name="Text Placeholder 55">
            <a:extLst>
              <a:ext uri="{FF2B5EF4-FFF2-40B4-BE49-F238E27FC236}">
                <a16:creationId xmlns:a16="http://schemas.microsoft.com/office/drawing/2014/main" id="{B9C2E827-8B5B-3630-7351-9A8DF0EADB51}"/>
              </a:ext>
            </a:extLst>
          </p:cNvPr>
          <p:cNvSpPr>
            <a:spLocks noGrp="1"/>
          </p:cNvSpPr>
          <p:nvPr>
            <p:ph type="body" sz="quarter" idx="40"/>
          </p:nvPr>
        </p:nvSpPr>
        <p:spPr/>
        <p:txBody>
          <a:bodyPr/>
          <a:lstStyle/>
          <a:p>
            <a:endParaRPr lang="en-US"/>
          </a:p>
        </p:txBody>
      </p:sp>
      <p:sp>
        <p:nvSpPr>
          <p:cNvPr id="57" name="Text Placeholder 56">
            <a:extLst>
              <a:ext uri="{FF2B5EF4-FFF2-40B4-BE49-F238E27FC236}">
                <a16:creationId xmlns:a16="http://schemas.microsoft.com/office/drawing/2014/main" id="{9453AC11-268A-A3F5-D252-BC28B0A7C520}"/>
              </a:ext>
            </a:extLst>
          </p:cNvPr>
          <p:cNvSpPr>
            <a:spLocks noGrp="1"/>
          </p:cNvSpPr>
          <p:nvPr>
            <p:ph type="body" sz="quarter" idx="41"/>
          </p:nvPr>
        </p:nvSpPr>
        <p:spPr/>
        <p:txBody>
          <a:bodyPr/>
          <a:lstStyle/>
          <a:p>
            <a:endParaRPr lang="en-US"/>
          </a:p>
        </p:txBody>
      </p:sp>
      <p:sp>
        <p:nvSpPr>
          <p:cNvPr id="58" name="Text Placeholder 57">
            <a:extLst>
              <a:ext uri="{FF2B5EF4-FFF2-40B4-BE49-F238E27FC236}">
                <a16:creationId xmlns:a16="http://schemas.microsoft.com/office/drawing/2014/main" id="{44288E9D-D5DB-D795-2586-C3640B0B61C7}"/>
              </a:ext>
            </a:extLst>
          </p:cNvPr>
          <p:cNvSpPr>
            <a:spLocks noGrp="1"/>
          </p:cNvSpPr>
          <p:nvPr>
            <p:ph type="body" sz="quarter" idx="42"/>
          </p:nvPr>
        </p:nvSpPr>
        <p:spPr/>
        <p:txBody>
          <a:bodyPr/>
          <a:lstStyle/>
          <a:p>
            <a:endParaRPr lang="en-US"/>
          </a:p>
        </p:txBody>
      </p:sp>
      <p:sp>
        <p:nvSpPr>
          <p:cNvPr id="59" name="Text Placeholder 58">
            <a:extLst>
              <a:ext uri="{FF2B5EF4-FFF2-40B4-BE49-F238E27FC236}">
                <a16:creationId xmlns:a16="http://schemas.microsoft.com/office/drawing/2014/main" id="{AFF239D5-C907-5374-F47F-9B4FD57B1719}"/>
              </a:ext>
            </a:extLst>
          </p:cNvPr>
          <p:cNvSpPr>
            <a:spLocks noGrp="1"/>
          </p:cNvSpPr>
          <p:nvPr>
            <p:ph type="body" sz="quarter" idx="43"/>
          </p:nvPr>
        </p:nvSpPr>
        <p:spPr/>
        <p:txBody>
          <a:bodyPr/>
          <a:lstStyle/>
          <a:p>
            <a:endParaRPr lang="en-US"/>
          </a:p>
        </p:txBody>
      </p:sp>
      <p:sp>
        <p:nvSpPr>
          <p:cNvPr id="39" name="Text Placeholder 38">
            <a:extLst>
              <a:ext uri="{FF2B5EF4-FFF2-40B4-BE49-F238E27FC236}">
                <a16:creationId xmlns:a16="http://schemas.microsoft.com/office/drawing/2014/main" id="{95EC38C7-2756-82F0-8859-D02D442E1F61}"/>
              </a:ext>
            </a:extLst>
          </p:cNvPr>
          <p:cNvSpPr>
            <a:spLocks noGrp="1"/>
          </p:cNvSpPr>
          <p:nvPr>
            <p:ph type="body" sz="quarter" idx="23"/>
          </p:nvPr>
        </p:nvSpPr>
        <p:spPr/>
        <p:txBody>
          <a:bodyPr/>
          <a:lstStyle/>
          <a:p>
            <a:endParaRPr lang="en-US"/>
          </a:p>
        </p:txBody>
      </p:sp>
      <p:sp>
        <p:nvSpPr>
          <p:cNvPr id="60" name="Text Placeholder 59">
            <a:extLst>
              <a:ext uri="{FF2B5EF4-FFF2-40B4-BE49-F238E27FC236}">
                <a16:creationId xmlns:a16="http://schemas.microsoft.com/office/drawing/2014/main" id="{1A0D4294-7425-162E-3636-4914D6A0886E}"/>
              </a:ext>
            </a:extLst>
          </p:cNvPr>
          <p:cNvSpPr>
            <a:spLocks noGrp="1"/>
          </p:cNvSpPr>
          <p:nvPr>
            <p:ph type="body" sz="quarter" idx="44"/>
          </p:nvPr>
        </p:nvSpPr>
        <p:spPr/>
        <p:txBody>
          <a:bodyPr/>
          <a:lstStyle/>
          <a:p>
            <a:endParaRPr lang="en-US"/>
          </a:p>
        </p:txBody>
      </p:sp>
      <p:sp>
        <p:nvSpPr>
          <p:cNvPr id="61" name="Text Placeholder 60">
            <a:extLst>
              <a:ext uri="{FF2B5EF4-FFF2-40B4-BE49-F238E27FC236}">
                <a16:creationId xmlns:a16="http://schemas.microsoft.com/office/drawing/2014/main" id="{D8F69065-778B-8B32-3E3A-BE40BCF3AB93}"/>
              </a:ext>
            </a:extLst>
          </p:cNvPr>
          <p:cNvSpPr>
            <a:spLocks noGrp="1"/>
          </p:cNvSpPr>
          <p:nvPr>
            <p:ph type="body" sz="quarter" idx="45"/>
          </p:nvPr>
        </p:nvSpPr>
        <p:spPr/>
        <p:txBody>
          <a:bodyPr/>
          <a:lstStyle/>
          <a:p>
            <a:endParaRPr lang="en-US"/>
          </a:p>
        </p:txBody>
      </p:sp>
      <p:sp>
        <p:nvSpPr>
          <p:cNvPr id="62" name="Text Placeholder 61">
            <a:extLst>
              <a:ext uri="{FF2B5EF4-FFF2-40B4-BE49-F238E27FC236}">
                <a16:creationId xmlns:a16="http://schemas.microsoft.com/office/drawing/2014/main" id="{1A5623CF-E9E1-2A2F-14D5-94EBEF8B9886}"/>
              </a:ext>
            </a:extLst>
          </p:cNvPr>
          <p:cNvSpPr>
            <a:spLocks noGrp="1"/>
          </p:cNvSpPr>
          <p:nvPr>
            <p:ph type="body" sz="quarter" idx="46"/>
          </p:nvPr>
        </p:nvSpPr>
        <p:spPr/>
        <p:txBody>
          <a:bodyPr/>
          <a:lstStyle/>
          <a:p>
            <a:endParaRPr lang="en-US"/>
          </a:p>
        </p:txBody>
      </p:sp>
      <p:sp>
        <p:nvSpPr>
          <p:cNvPr id="63" name="Text Placeholder 62">
            <a:extLst>
              <a:ext uri="{FF2B5EF4-FFF2-40B4-BE49-F238E27FC236}">
                <a16:creationId xmlns:a16="http://schemas.microsoft.com/office/drawing/2014/main" id="{8F907765-C144-5373-8909-975F597333F9}"/>
              </a:ext>
            </a:extLst>
          </p:cNvPr>
          <p:cNvSpPr>
            <a:spLocks noGrp="1"/>
          </p:cNvSpPr>
          <p:nvPr>
            <p:ph type="body" sz="quarter" idx="47"/>
          </p:nvPr>
        </p:nvSpPr>
        <p:spPr/>
        <p:txBody>
          <a:bodyPr/>
          <a:lstStyle/>
          <a:p>
            <a:endParaRPr lang="en-US"/>
          </a:p>
        </p:txBody>
      </p:sp>
    </p:spTree>
    <p:extLst>
      <p:ext uri="{BB962C8B-B14F-4D97-AF65-F5344CB8AC3E}">
        <p14:creationId xmlns:p14="http://schemas.microsoft.com/office/powerpoint/2010/main" val="190515775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B3A425-0B78-1C92-4A56-4CF42E32A9B7}"/>
              </a:ext>
            </a:extLst>
          </p:cNvPr>
          <p:cNvSpPr>
            <a:spLocks noGrp="1"/>
          </p:cNvSpPr>
          <p:nvPr>
            <p:ph type="title"/>
          </p:nvPr>
        </p:nvSpPr>
        <p:spPr/>
        <p:txBody>
          <a:bodyPr/>
          <a:lstStyle/>
          <a:p>
            <a:endParaRPr lang="en-US"/>
          </a:p>
        </p:txBody>
      </p:sp>
      <p:sp>
        <p:nvSpPr>
          <p:cNvPr id="5" name="Chart Placeholder 4">
            <a:extLst>
              <a:ext uri="{FF2B5EF4-FFF2-40B4-BE49-F238E27FC236}">
                <a16:creationId xmlns:a16="http://schemas.microsoft.com/office/drawing/2014/main" id="{5303315C-774A-588E-4374-97744C212737}"/>
              </a:ext>
            </a:extLst>
          </p:cNvPr>
          <p:cNvSpPr>
            <a:spLocks noGrp="1"/>
          </p:cNvSpPr>
          <p:nvPr>
            <p:ph type="chart" sz="quarter" idx="16"/>
          </p:nvPr>
        </p:nvSpPr>
        <p:spPr/>
        <p:txBody>
          <a:bodyPr/>
          <a:lstStyle/>
          <a:p>
            <a:endParaRPr lang="en-US"/>
          </a:p>
        </p:txBody>
      </p:sp>
    </p:spTree>
    <p:extLst>
      <p:ext uri="{BB962C8B-B14F-4D97-AF65-F5344CB8AC3E}">
        <p14:creationId xmlns:p14="http://schemas.microsoft.com/office/powerpoint/2010/main" val="79537183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1DB23F-A373-7339-8D89-FA8F7A94B55C}"/>
              </a:ext>
            </a:extLst>
          </p:cNvPr>
          <p:cNvSpPr>
            <a:spLocks noGrp="1"/>
          </p:cNvSpPr>
          <p:nvPr>
            <p:ph type="title"/>
          </p:nvPr>
        </p:nvSpPr>
        <p:spPr/>
        <p:txBody>
          <a:bodyPr/>
          <a:lstStyle/>
          <a:p>
            <a:endParaRPr lang="en-US"/>
          </a:p>
        </p:txBody>
      </p:sp>
      <p:sp>
        <p:nvSpPr>
          <p:cNvPr id="5" name="Table Placeholder 4">
            <a:extLst>
              <a:ext uri="{FF2B5EF4-FFF2-40B4-BE49-F238E27FC236}">
                <a16:creationId xmlns:a16="http://schemas.microsoft.com/office/drawing/2014/main" id="{E779E966-BFE8-1DC8-761A-64E7CC0ADC3C}"/>
              </a:ext>
            </a:extLst>
          </p:cNvPr>
          <p:cNvSpPr>
            <a:spLocks noGrp="1"/>
          </p:cNvSpPr>
          <p:nvPr>
            <p:ph type="tbl" sz="quarter" idx="10"/>
          </p:nvPr>
        </p:nvSpPr>
        <p:spPr/>
        <p:txBody>
          <a:bodyPr/>
          <a:lstStyle/>
          <a:p>
            <a:endParaRPr lang="en-US"/>
          </a:p>
        </p:txBody>
      </p:sp>
    </p:spTree>
    <p:extLst>
      <p:ext uri="{BB962C8B-B14F-4D97-AF65-F5344CB8AC3E}">
        <p14:creationId xmlns:p14="http://schemas.microsoft.com/office/powerpoint/2010/main" val="37780610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55C2CD6-28EE-7DED-ADDB-E320E963795B}"/>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BD6D37E9-88E1-2D70-4C64-D1501E810D07}"/>
              </a:ext>
            </a:extLst>
          </p:cNvPr>
          <p:cNvSpPr>
            <a:spLocks noGrp="1"/>
          </p:cNvSpPr>
          <p:nvPr>
            <p:ph sz="half" idx="14"/>
          </p:nvPr>
        </p:nvSpPr>
        <p:spPr/>
        <p:txBody>
          <a:bodyPr/>
          <a:lstStyle/>
          <a:p>
            <a:endParaRPr lang="en-US"/>
          </a:p>
        </p:txBody>
      </p:sp>
      <p:sp>
        <p:nvSpPr>
          <p:cNvPr id="8" name="Picture Placeholder 7">
            <a:extLst>
              <a:ext uri="{FF2B5EF4-FFF2-40B4-BE49-F238E27FC236}">
                <a16:creationId xmlns:a16="http://schemas.microsoft.com/office/drawing/2014/main" id="{C591C9D0-5CF1-148A-0C67-FC18295CF73A}"/>
              </a:ext>
            </a:extLst>
          </p:cNvPr>
          <p:cNvSpPr>
            <a:spLocks noGrp="1"/>
          </p:cNvSpPr>
          <p:nvPr>
            <p:ph type="pic" sz="quarter" idx="15"/>
          </p:nvPr>
        </p:nvSpPr>
        <p:spPr/>
        <p:txBody>
          <a:bodyPr/>
          <a:lstStyle/>
          <a:p>
            <a:endParaRPr lang="en-US"/>
          </a:p>
        </p:txBody>
      </p:sp>
      <p:sp>
        <p:nvSpPr>
          <p:cNvPr id="9" name="Text Placeholder 8">
            <a:extLst>
              <a:ext uri="{FF2B5EF4-FFF2-40B4-BE49-F238E27FC236}">
                <a16:creationId xmlns:a16="http://schemas.microsoft.com/office/drawing/2014/main" id="{CBBB10A4-48B0-E572-2C23-AF31BD9B2B10}"/>
              </a:ext>
            </a:extLst>
          </p:cNvPr>
          <p:cNvSpPr>
            <a:spLocks noGrp="1"/>
          </p:cNvSpPr>
          <p:nvPr>
            <p:ph type="body" sz="quarter" idx="19"/>
          </p:nvPr>
        </p:nvSpPr>
        <p:spPr/>
        <p:txBody>
          <a:bodyPr/>
          <a:lstStyle/>
          <a:p>
            <a:endParaRPr lang="en-US"/>
          </a:p>
        </p:txBody>
      </p:sp>
    </p:spTree>
    <p:extLst>
      <p:ext uri="{BB962C8B-B14F-4D97-AF65-F5344CB8AC3E}">
        <p14:creationId xmlns:p14="http://schemas.microsoft.com/office/powerpoint/2010/main" val="230663996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1203065-1A8D-576A-9077-7B24055FBCC7}"/>
              </a:ext>
            </a:extLst>
          </p:cNvPr>
          <p:cNvSpPr>
            <a:spLocks noGrp="1"/>
          </p:cNvSpPr>
          <p:nvPr>
            <p:ph type="title"/>
          </p:nvPr>
        </p:nvSpPr>
        <p:spPr/>
        <p:txBody>
          <a:bodyPr/>
          <a:lstStyle/>
          <a:p>
            <a:endParaRPr lang="en-US"/>
          </a:p>
        </p:txBody>
      </p:sp>
      <p:sp>
        <p:nvSpPr>
          <p:cNvPr id="8" name="Picture Placeholder 7">
            <a:extLst>
              <a:ext uri="{FF2B5EF4-FFF2-40B4-BE49-F238E27FC236}">
                <a16:creationId xmlns:a16="http://schemas.microsoft.com/office/drawing/2014/main" id="{D6A355F1-4C59-62B0-CCCA-22E0E14F4EE4}"/>
              </a:ext>
            </a:extLst>
          </p:cNvPr>
          <p:cNvSpPr>
            <a:spLocks noGrp="1"/>
          </p:cNvSpPr>
          <p:nvPr>
            <p:ph type="pic" sz="quarter" idx="15"/>
          </p:nvPr>
        </p:nvSpPr>
        <p:spPr/>
        <p:txBody>
          <a:bodyPr/>
          <a:lstStyle/>
          <a:p>
            <a:endParaRPr lang="en-US"/>
          </a:p>
        </p:txBody>
      </p:sp>
      <p:sp>
        <p:nvSpPr>
          <p:cNvPr id="9" name="Text Placeholder 8">
            <a:extLst>
              <a:ext uri="{FF2B5EF4-FFF2-40B4-BE49-F238E27FC236}">
                <a16:creationId xmlns:a16="http://schemas.microsoft.com/office/drawing/2014/main" id="{36FC85D9-9CF1-026E-8EC7-1EB27DBE68CC}"/>
              </a:ext>
            </a:extLst>
          </p:cNvPr>
          <p:cNvSpPr>
            <a:spLocks noGrp="1"/>
          </p:cNvSpPr>
          <p:nvPr>
            <p:ph type="body" sz="quarter" idx="23"/>
          </p:nvPr>
        </p:nvSpPr>
        <p:spPr/>
        <p:txBody>
          <a:bodyPr/>
          <a:lstStyle/>
          <a:p>
            <a:endParaRPr lang="en-US"/>
          </a:p>
        </p:txBody>
      </p:sp>
      <p:sp>
        <p:nvSpPr>
          <p:cNvPr id="11" name="Picture Placeholder 10">
            <a:extLst>
              <a:ext uri="{FF2B5EF4-FFF2-40B4-BE49-F238E27FC236}">
                <a16:creationId xmlns:a16="http://schemas.microsoft.com/office/drawing/2014/main" id="{C21186E3-FF68-D3C7-04DB-6FF9A4B341C7}"/>
              </a:ext>
            </a:extLst>
          </p:cNvPr>
          <p:cNvSpPr>
            <a:spLocks noGrp="1"/>
          </p:cNvSpPr>
          <p:nvPr>
            <p:ph type="pic" sz="quarter" idx="29"/>
          </p:nvPr>
        </p:nvSpPr>
        <p:spPr/>
        <p:txBody>
          <a:bodyPr/>
          <a:lstStyle/>
          <a:p>
            <a:endParaRPr lang="en-US"/>
          </a:p>
        </p:txBody>
      </p:sp>
      <p:sp>
        <p:nvSpPr>
          <p:cNvPr id="10" name="Text Placeholder 9">
            <a:extLst>
              <a:ext uri="{FF2B5EF4-FFF2-40B4-BE49-F238E27FC236}">
                <a16:creationId xmlns:a16="http://schemas.microsoft.com/office/drawing/2014/main" id="{E481D49D-3CB8-04B7-7DB7-3305260EECCD}"/>
              </a:ext>
            </a:extLst>
          </p:cNvPr>
          <p:cNvSpPr>
            <a:spLocks noGrp="1"/>
          </p:cNvSpPr>
          <p:nvPr>
            <p:ph type="body" sz="quarter" idx="24"/>
          </p:nvPr>
        </p:nvSpPr>
        <p:spPr/>
        <p:txBody>
          <a:bodyPr/>
          <a:lstStyle/>
          <a:p>
            <a:endParaRPr lang="en-US"/>
          </a:p>
        </p:txBody>
      </p:sp>
    </p:spTree>
    <p:extLst>
      <p:ext uri="{BB962C8B-B14F-4D97-AF65-F5344CB8AC3E}">
        <p14:creationId xmlns:p14="http://schemas.microsoft.com/office/powerpoint/2010/main" val="258376044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E3BD103-A98F-F93D-10DA-CF08A16201F9}"/>
              </a:ext>
            </a:extLst>
          </p:cNvPr>
          <p:cNvSpPr>
            <a:spLocks noGrp="1"/>
          </p:cNvSpPr>
          <p:nvPr>
            <p:ph type="title"/>
          </p:nvPr>
        </p:nvSpPr>
        <p:spPr/>
        <p:txBody>
          <a:bodyPr/>
          <a:lstStyle/>
          <a:p>
            <a:endParaRPr lang="en-US"/>
          </a:p>
        </p:txBody>
      </p:sp>
      <p:graphicFrame>
        <p:nvGraphicFramePr>
          <p:cNvPr id="8" name="Content Placeholder 8" descr="Pie chart with four sections">
            <a:extLst>
              <a:ext uri="{FF2B5EF4-FFF2-40B4-BE49-F238E27FC236}">
                <a16:creationId xmlns:a16="http://schemas.microsoft.com/office/drawing/2014/main" id="{F6F2FECF-EF10-CA04-A932-48E3ACAD1097}"/>
              </a:ext>
            </a:extLst>
          </p:cNvPr>
          <p:cNvGraphicFramePr>
            <a:graphicFrameLocks/>
          </p:cNvGraphicFramePr>
          <p:nvPr>
            <p:extLst>
              <p:ext uri="{D42A27DB-BD31-4B8C-83A1-F6EECF244321}">
                <p14:modId xmlns:p14="http://schemas.microsoft.com/office/powerpoint/2010/main" val="3140516390"/>
              </p:ext>
            </p:extLst>
          </p:nvPr>
        </p:nvGraphicFramePr>
        <p:xfrm>
          <a:off x="1443755" y="1806725"/>
          <a:ext cx="4262652" cy="405606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ontent Placeholder 8" descr="Pie chart with four sections">
            <a:extLst>
              <a:ext uri="{FF2B5EF4-FFF2-40B4-BE49-F238E27FC236}">
                <a16:creationId xmlns:a16="http://schemas.microsoft.com/office/drawing/2014/main" id="{9D8D1A3D-C44A-D05E-9C0A-E8BE2507A56A}"/>
              </a:ext>
            </a:extLst>
          </p:cNvPr>
          <p:cNvGraphicFramePr>
            <a:graphicFrameLocks/>
          </p:cNvGraphicFramePr>
          <p:nvPr>
            <p:extLst>
              <p:ext uri="{D42A27DB-BD31-4B8C-83A1-F6EECF244321}">
                <p14:modId xmlns:p14="http://schemas.microsoft.com/office/powerpoint/2010/main" val="1533726740"/>
              </p:ext>
            </p:extLst>
          </p:nvPr>
        </p:nvGraphicFramePr>
        <p:xfrm>
          <a:off x="6705600" y="1806725"/>
          <a:ext cx="4262652" cy="4056062"/>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EF4988D5-7EE6-6D40-1E9D-B21E6504956B}"/>
              </a:ext>
            </a:extLst>
          </p:cNvPr>
          <p:cNvSpPr txBox="1"/>
          <p:nvPr/>
        </p:nvSpPr>
        <p:spPr>
          <a:xfrm>
            <a:off x="1443755" y="2733430"/>
            <a:ext cx="816429" cy="246221"/>
          </a:xfrm>
          <a:prstGeom prst="rect">
            <a:avLst/>
          </a:prstGeom>
          <a:noFill/>
        </p:spPr>
        <p:txBody>
          <a:bodyPr wrap="square" lIns="0" tIns="0" rIns="0" bIns="0" rtlCol="0" anchor="ctr" anchorCtr="0">
            <a:spAutoFit/>
          </a:bodyPr>
          <a:lstStyle/>
          <a:p>
            <a:pPr algn="ctr"/>
            <a:r>
              <a:rPr lang="en-US" sz="1600">
                <a:solidFill>
                  <a:schemeClr val="tx2"/>
                </a:solidFill>
                <a:latin typeface="Franklin Gothic Medium" panose="020B0603020102020204" pitchFamily="34" charset="0"/>
              </a:rPr>
              <a:t>[value]</a:t>
            </a:r>
          </a:p>
        </p:txBody>
      </p:sp>
      <p:sp>
        <p:nvSpPr>
          <p:cNvPr id="4" name="TextBox 3">
            <a:extLst>
              <a:ext uri="{FF2B5EF4-FFF2-40B4-BE49-F238E27FC236}">
                <a16:creationId xmlns:a16="http://schemas.microsoft.com/office/drawing/2014/main" id="{4BDF9208-C206-2D8D-B4BC-C58140C0F2D0}"/>
              </a:ext>
            </a:extLst>
          </p:cNvPr>
          <p:cNvSpPr txBox="1"/>
          <p:nvPr/>
        </p:nvSpPr>
        <p:spPr>
          <a:xfrm>
            <a:off x="3765057" y="3150120"/>
            <a:ext cx="816429" cy="246221"/>
          </a:xfrm>
          <a:prstGeom prst="rect">
            <a:avLst/>
          </a:prstGeom>
          <a:noFill/>
        </p:spPr>
        <p:txBody>
          <a:bodyPr wrap="square" lIns="0" tIns="0" rIns="0" bIns="0" rtlCol="0" anchor="ctr" anchorCtr="0">
            <a:spAutoFit/>
          </a:bodyPr>
          <a:lstStyle/>
          <a:p>
            <a:pPr algn="ctr"/>
            <a:r>
              <a:rPr lang="en-US" sz="1600">
                <a:solidFill>
                  <a:schemeClr val="bg1"/>
                </a:solidFill>
                <a:latin typeface="Franklin Gothic Medium" panose="020B0603020102020204" pitchFamily="34" charset="0"/>
              </a:rPr>
              <a:t>[value]</a:t>
            </a:r>
          </a:p>
        </p:txBody>
      </p:sp>
      <p:sp>
        <p:nvSpPr>
          <p:cNvPr id="5" name="TextBox 4">
            <a:extLst>
              <a:ext uri="{FF2B5EF4-FFF2-40B4-BE49-F238E27FC236}">
                <a16:creationId xmlns:a16="http://schemas.microsoft.com/office/drawing/2014/main" id="{584044D9-AE61-AFF7-872B-64FF24F66522}"/>
              </a:ext>
            </a:extLst>
          </p:cNvPr>
          <p:cNvSpPr txBox="1"/>
          <p:nvPr/>
        </p:nvSpPr>
        <p:spPr>
          <a:xfrm>
            <a:off x="2758652" y="4334442"/>
            <a:ext cx="816429" cy="246221"/>
          </a:xfrm>
          <a:prstGeom prst="rect">
            <a:avLst/>
          </a:prstGeom>
          <a:noFill/>
        </p:spPr>
        <p:txBody>
          <a:bodyPr wrap="square" lIns="0" tIns="0" rIns="0" bIns="0" rtlCol="0" anchor="ctr" anchorCtr="0">
            <a:spAutoFit/>
          </a:bodyPr>
          <a:lstStyle/>
          <a:p>
            <a:pPr algn="ctr"/>
            <a:r>
              <a:rPr lang="en-US" sz="1600">
                <a:solidFill>
                  <a:schemeClr val="bg1"/>
                </a:solidFill>
                <a:latin typeface="Franklin Gothic Medium" panose="020B0603020102020204" pitchFamily="34" charset="0"/>
              </a:rPr>
              <a:t>[value]</a:t>
            </a:r>
          </a:p>
        </p:txBody>
      </p:sp>
      <p:sp>
        <p:nvSpPr>
          <p:cNvPr id="6" name="TextBox 5">
            <a:extLst>
              <a:ext uri="{FF2B5EF4-FFF2-40B4-BE49-F238E27FC236}">
                <a16:creationId xmlns:a16="http://schemas.microsoft.com/office/drawing/2014/main" id="{393A1614-72A5-CBF0-4EBE-73B468ED9C04}"/>
              </a:ext>
            </a:extLst>
          </p:cNvPr>
          <p:cNvSpPr txBox="1"/>
          <p:nvPr/>
        </p:nvSpPr>
        <p:spPr>
          <a:xfrm>
            <a:off x="3830371" y="4154256"/>
            <a:ext cx="816429" cy="246221"/>
          </a:xfrm>
          <a:prstGeom prst="rect">
            <a:avLst/>
          </a:prstGeom>
          <a:noFill/>
        </p:spPr>
        <p:txBody>
          <a:bodyPr wrap="square" lIns="0" tIns="0" rIns="0" bIns="0" rtlCol="0" anchor="ctr" anchorCtr="0">
            <a:spAutoFit/>
          </a:bodyPr>
          <a:lstStyle/>
          <a:p>
            <a:pPr algn="ctr"/>
            <a:r>
              <a:rPr lang="en-US" sz="1600">
                <a:solidFill>
                  <a:schemeClr val="bg1"/>
                </a:solidFill>
                <a:latin typeface="Franklin Gothic Medium" panose="020B0603020102020204" pitchFamily="34" charset="0"/>
              </a:rPr>
              <a:t>[value]</a:t>
            </a:r>
          </a:p>
        </p:txBody>
      </p:sp>
      <p:sp>
        <p:nvSpPr>
          <p:cNvPr id="10" name="TextBox 9">
            <a:extLst>
              <a:ext uri="{FF2B5EF4-FFF2-40B4-BE49-F238E27FC236}">
                <a16:creationId xmlns:a16="http://schemas.microsoft.com/office/drawing/2014/main" id="{D964BD5E-92AD-CB22-D190-B8041468593A}"/>
              </a:ext>
            </a:extLst>
          </p:cNvPr>
          <p:cNvSpPr txBox="1"/>
          <p:nvPr/>
        </p:nvSpPr>
        <p:spPr>
          <a:xfrm>
            <a:off x="6834091" y="2610319"/>
            <a:ext cx="816429" cy="246221"/>
          </a:xfrm>
          <a:prstGeom prst="rect">
            <a:avLst/>
          </a:prstGeom>
          <a:noFill/>
        </p:spPr>
        <p:txBody>
          <a:bodyPr wrap="square" lIns="0" tIns="0" rIns="0" bIns="0" rtlCol="0" anchor="ctr" anchorCtr="0">
            <a:spAutoFit/>
          </a:bodyPr>
          <a:lstStyle/>
          <a:p>
            <a:pPr algn="ctr"/>
            <a:r>
              <a:rPr lang="en-US" sz="1600">
                <a:solidFill>
                  <a:schemeClr val="tx2"/>
                </a:solidFill>
                <a:latin typeface="Franklin Gothic Medium" panose="020B0603020102020204" pitchFamily="34" charset="0"/>
              </a:rPr>
              <a:t>[value]</a:t>
            </a:r>
          </a:p>
        </p:txBody>
      </p:sp>
      <p:sp>
        <p:nvSpPr>
          <p:cNvPr id="11" name="TextBox 10">
            <a:extLst>
              <a:ext uri="{FF2B5EF4-FFF2-40B4-BE49-F238E27FC236}">
                <a16:creationId xmlns:a16="http://schemas.microsoft.com/office/drawing/2014/main" id="{4C7FCC58-3B2B-4868-5F8C-AB964F5834E9}"/>
              </a:ext>
            </a:extLst>
          </p:cNvPr>
          <p:cNvSpPr txBox="1"/>
          <p:nvPr/>
        </p:nvSpPr>
        <p:spPr>
          <a:xfrm>
            <a:off x="9028300" y="3117461"/>
            <a:ext cx="816429" cy="246221"/>
          </a:xfrm>
          <a:prstGeom prst="rect">
            <a:avLst/>
          </a:prstGeom>
          <a:noFill/>
        </p:spPr>
        <p:txBody>
          <a:bodyPr wrap="square" lIns="0" tIns="0" rIns="0" bIns="0" rtlCol="0" anchor="ctr" anchorCtr="0">
            <a:spAutoFit/>
          </a:bodyPr>
          <a:lstStyle/>
          <a:p>
            <a:pPr algn="ctr"/>
            <a:r>
              <a:rPr lang="en-US" sz="1600">
                <a:solidFill>
                  <a:schemeClr val="bg1"/>
                </a:solidFill>
                <a:latin typeface="Franklin Gothic Medium" panose="020B0603020102020204" pitchFamily="34" charset="0"/>
              </a:rPr>
              <a:t>[value]</a:t>
            </a:r>
          </a:p>
        </p:txBody>
      </p:sp>
      <p:sp>
        <p:nvSpPr>
          <p:cNvPr id="12" name="TextBox 11">
            <a:extLst>
              <a:ext uri="{FF2B5EF4-FFF2-40B4-BE49-F238E27FC236}">
                <a16:creationId xmlns:a16="http://schemas.microsoft.com/office/drawing/2014/main" id="{40CB1B45-AB4F-F791-7FA7-F3ECB8B93BBB}"/>
              </a:ext>
            </a:extLst>
          </p:cNvPr>
          <p:cNvSpPr txBox="1"/>
          <p:nvPr/>
        </p:nvSpPr>
        <p:spPr>
          <a:xfrm>
            <a:off x="8021895" y="4301783"/>
            <a:ext cx="816429" cy="246221"/>
          </a:xfrm>
          <a:prstGeom prst="rect">
            <a:avLst/>
          </a:prstGeom>
          <a:noFill/>
        </p:spPr>
        <p:txBody>
          <a:bodyPr wrap="square" lIns="0" tIns="0" rIns="0" bIns="0" rtlCol="0" anchor="ctr" anchorCtr="0">
            <a:spAutoFit/>
          </a:bodyPr>
          <a:lstStyle/>
          <a:p>
            <a:pPr algn="ctr"/>
            <a:r>
              <a:rPr lang="en-US" sz="1600">
                <a:solidFill>
                  <a:schemeClr val="bg1"/>
                </a:solidFill>
                <a:latin typeface="Franklin Gothic Medium" panose="020B0603020102020204" pitchFamily="34" charset="0"/>
              </a:rPr>
              <a:t>[value]</a:t>
            </a:r>
          </a:p>
        </p:txBody>
      </p:sp>
      <p:sp>
        <p:nvSpPr>
          <p:cNvPr id="13" name="TextBox 12">
            <a:extLst>
              <a:ext uri="{FF2B5EF4-FFF2-40B4-BE49-F238E27FC236}">
                <a16:creationId xmlns:a16="http://schemas.microsoft.com/office/drawing/2014/main" id="{F4FA38F9-A26D-7474-BE34-D288A3859A28}"/>
              </a:ext>
            </a:extLst>
          </p:cNvPr>
          <p:cNvSpPr txBox="1"/>
          <p:nvPr/>
        </p:nvSpPr>
        <p:spPr>
          <a:xfrm>
            <a:off x="9093614" y="4154255"/>
            <a:ext cx="816429" cy="246221"/>
          </a:xfrm>
          <a:prstGeom prst="rect">
            <a:avLst/>
          </a:prstGeom>
          <a:noFill/>
        </p:spPr>
        <p:txBody>
          <a:bodyPr wrap="square" lIns="0" tIns="0" rIns="0" bIns="0" rtlCol="0" anchor="ctr" anchorCtr="0">
            <a:spAutoFit/>
          </a:bodyPr>
          <a:lstStyle/>
          <a:p>
            <a:pPr algn="ctr"/>
            <a:r>
              <a:rPr lang="en-US" sz="1600">
                <a:solidFill>
                  <a:schemeClr val="bg1"/>
                </a:solidFill>
                <a:latin typeface="Franklin Gothic Medium" panose="020B0603020102020204" pitchFamily="34" charset="0"/>
              </a:rPr>
              <a:t>[value]</a:t>
            </a:r>
          </a:p>
        </p:txBody>
      </p:sp>
    </p:spTree>
    <p:extLst>
      <p:ext uri="{BB962C8B-B14F-4D97-AF65-F5344CB8AC3E}">
        <p14:creationId xmlns:p14="http://schemas.microsoft.com/office/powerpoint/2010/main" val="222407319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ED829-1EBE-4DCC-9065-AAB9518B50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9C2AA16-4319-1633-27AB-98FEB5CFA5B7}"/>
              </a:ext>
            </a:extLst>
          </p:cNvPr>
          <p:cNvSpPr>
            <a:spLocks noGrp="1"/>
          </p:cNvSpPr>
          <p:nvPr>
            <p:ph type="title"/>
          </p:nvPr>
        </p:nvSpPr>
        <p:spPr/>
        <p:txBody>
          <a:bodyPr/>
          <a:lstStyle/>
          <a:p>
            <a:endParaRPr lang="en-US"/>
          </a:p>
        </p:txBody>
      </p:sp>
      <p:graphicFrame>
        <p:nvGraphicFramePr>
          <p:cNvPr id="4" name="Content Placeholder 11" descr="Bar chart with four categories. In each of the four categories, there are three series of values.">
            <a:extLst>
              <a:ext uri="{FF2B5EF4-FFF2-40B4-BE49-F238E27FC236}">
                <a16:creationId xmlns:a16="http://schemas.microsoft.com/office/drawing/2014/main" id="{38492244-B35D-5065-277F-CFAFF0CC6349}"/>
              </a:ext>
            </a:extLst>
          </p:cNvPr>
          <p:cNvGraphicFramePr>
            <a:graphicFrameLocks/>
          </p:cNvGraphicFramePr>
          <p:nvPr>
            <p:extLst>
              <p:ext uri="{D42A27DB-BD31-4B8C-83A1-F6EECF244321}">
                <p14:modId xmlns:p14="http://schemas.microsoft.com/office/powerpoint/2010/main" val="3962933700"/>
              </p:ext>
            </p:extLst>
          </p:nvPr>
        </p:nvGraphicFramePr>
        <p:xfrm>
          <a:off x="852488" y="1395412"/>
          <a:ext cx="10501312" cy="447113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2910712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9D71E-8BED-3A3F-AF5F-140B136679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5A5B2E-2298-90C5-26C2-DEBCC73E7174}"/>
              </a:ext>
            </a:extLst>
          </p:cNvPr>
          <p:cNvSpPr>
            <a:spLocks noGrp="1"/>
          </p:cNvSpPr>
          <p:nvPr>
            <p:ph type="title"/>
          </p:nvPr>
        </p:nvSpPr>
        <p:spPr/>
        <p:txBody>
          <a:bodyPr/>
          <a:lstStyle/>
          <a:p>
            <a:endParaRPr lang="en-US"/>
          </a:p>
        </p:txBody>
      </p:sp>
      <p:graphicFrame>
        <p:nvGraphicFramePr>
          <p:cNvPr id="5" name="Content Placeholder 11" descr="Line chart with three lines running horizontally in four categories.">
            <a:extLst>
              <a:ext uri="{FF2B5EF4-FFF2-40B4-BE49-F238E27FC236}">
                <a16:creationId xmlns:a16="http://schemas.microsoft.com/office/drawing/2014/main" id="{58C1AE1B-138B-D3C3-F8A1-2C4F22900E5D}"/>
              </a:ext>
            </a:extLst>
          </p:cNvPr>
          <p:cNvGraphicFramePr>
            <a:graphicFrameLocks/>
          </p:cNvGraphicFramePr>
          <p:nvPr>
            <p:extLst>
              <p:ext uri="{D42A27DB-BD31-4B8C-83A1-F6EECF244321}">
                <p14:modId xmlns:p14="http://schemas.microsoft.com/office/powerpoint/2010/main" val="4008211036"/>
              </p:ext>
            </p:extLst>
          </p:nvPr>
        </p:nvGraphicFramePr>
        <p:xfrm>
          <a:off x="852488" y="1395413"/>
          <a:ext cx="10501312" cy="452250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9951776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B1BA8-F1E4-DCCC-96A0-4FD6458C89B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6FD4508-5315-E73E-DA7E-04288847BC92}"/>
              </a:ext>
            </a:extLst>
          </p:cNvPr>
          <p:cNvSpPr>
            <a:spLocks noGrp="1"/>
          </p:cNvSpPr>
          <p:nvPr>
            <p:ph type="body" sz="quarter" idx="29"/>
          </p:nvPr>
        </p:nvSpPr>
        <p:spPr/>
        <p:txBody>
          <a:bodyPr>
            <a:normAutofit/>
          </a:bodyPr>
          <a:lstStyle/>
          <a:p>
            <a:r>
              <a:rPr lang="en-US" dirty="0"/>
              <a:t>08</a:t>
            </a:r>
          </a:p>
        </p:txBody>
      </p:sp>
      <p:sp>
        <p:nvSpPr>
          <p:cNvPr id="3" name="Title 2">
            <a:extLst>
              <a:ext uri="{FF2B5EF4-FFF2-40B4-BE49-F238E27FC236}">
                <a16:creationId xmlns:a16="http://schemas.microsoft.com/office/drawing/2014/main" id="{8732C437-5F40-5F86-6BDE-6A5048E38BB1}"/>
              </a:ext>
            </a:extLst>
          </p:cNvPr>
          <p:cNvSpPr>
            <a:spLocks noGrp="1"/>
          </p:cNvSpPr>
          <p:nvPr>
            <p:ph type="ctrTitle"/>
          </p:nvPr>
        </p:nvSpPr>
        <p:spPr/>
        <p:txBody>
          <a:bodyPr/>
          <a:lstStyle/>
          <a:p>
            <a:r>
              <a:rPr lang="en-US"/>
              <a:t>TIMELINE &amp; INFOGRAPHIC SLIDE LAYOUTS</a:t>
            </a:r>
          </a:p>
        </p:txBody>
      </p:sp>
    </p:spTree>
    <p:extLst>
      <p:ext uri="{BB962C8B-B14F-4D97-AF65-F5344CB8AC3E}">
        <p14:creationId xmlns:p14="http://schemas.microsoft.com/office/powerpoint/2010/main" val="76211884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FDEE5-C1C4-652B-104F-F93AA2CCBD28}"/>
              </a:ext>
            </a:extLst>
          </p:cNvPr>
          <p:cNvSpPr>
            <a:spLocks noGrp="1"/>
          </p:cNvSpPr>
          <p:nvPr>
            <p:ph type="title"/>
          </p:nvPr>
        </p:nvSpPr>
        <p:spPr/>
        <p:txBody>
          <a:bodyPr/>
          <a:lstStyle/>
          <a:p>
            <a:endParaRPr lang="en-US"/>
          </a:p>
        </p:txBody>
      </p:sp>
      <p:sp>
        <p:nvSpPr>
          <p:cNvPr id="15" name="Text Placeholder 14">
            <a:extLst>
              <a:ext uri="{FF2B5EF4-FFF2-40B4-BE49-F238E27FC236}">
                <a16:creationId xmlns:a16="http://schemas.microsoft.com/office/drawing/2014/main" id="{81BF9D5F-5D3E-14A3-4E19-43C6D0605360}"/>
              </a:ext>
            </a:extLst>
          </p:cNvPr>
          <p:cNvSpPr>
            <a:spLocks noGrp="1"/>
          </p:cNvSpPr>
          <p:nvPr>
            <p:ph type="body" sz="quarter" idx="25"/>
          </p:nvPr>
        </p:nvSpPr>
        <p:spPr/>
        <p:txBody>
          <a:bodyPr/>
          <a:lstStyle/>
          <a:p>
            <a:endParaRPr lang="en-US"/>
          </a:p>
        </p:txBody>
      </p:sp>
      <p:sp>
        <p:nvSpPr>
          <p:cNvPr id="3" name="Text Placeholder 2">
            <a:extLst>
              <a:ext uri="{FF2B5EF4-FFF2-40B4-BE49-F238E27FC236}">
                <a16:creationId xmlns:a16="http://schemas.microsoft.com/office/drawing/2014/main" id="{71597749-A5BE-5389-0C3B-FE75BB4B3349}"/>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7C0D780B-F1B6-A14B-CAD8-D9DF72045F39}"/>
              </a:ext>
            </a:extLst>
          </p:cNvPr>
          <p:cNvSpPr>
            <a:spLocks noGrp="1"/>
          </p:cNvSpPr>
          <p:nvPr>
            <p:ph type="body" sz="quarter" idx="14"/>
          </p:nvPr>
        </p:nvSpPr>
        <p:spPr/>
        <p:txBody>
          <a:bodyPr/>
          <a:lstStyle/>
          <a:p>
            <a:endParaRPr lang="en-US"/>
          </a:p>
        </p:txBody>
      </p:sp>
      <p:sp>
        <p:nvSpPr>
          <p:cNvPr id="16" name="Text Placeholder 15">
            <a:extLst>
              <a:ext uri="{FF2B5EF4-FFF2-40B4-BE49-F238E27FC236}">
                <a16:creationId xmlns:a16="http://schemas.microsoft.com/office/drawing/2014/main" id="{765ABB98-49BE-2D4E-6051-97CB55314494}"/>
              </a:ext>
            </a:extLst>
          </p:cNvPr>
          <p:cNvSpPr>
            <a:spLocks noGrp="1"/>
          </p:cNvSpPr>
          <p:nvPr>
            <p:ph type="body" sz="quarter" idx="26"/>
          </p:nvPr>
        </p:nvSpPr>
        <p:spPr/>
        <p:txBody>
          <a:bodyPr/>
          <a:lstStyle/>
          <a:p>
            <a:endParaRPr lang="en-US"/>
          </a:p>
        </p:txBody>
      </p:sp>
      <p:sp>
        <p:nvSpPr>
          <p:cNvPr id="8" name="Text Placeholder 7">
            <a:extLst>
              <a:ext uri="{FF2B5EF4-FFF2-40B4-BE49-F238E27FC236}">
                <a16:creationId xmlns:a16="http://schemas.microsoft.com/office/drawing/2014/main" id="{5F64F04C-37C3-7857-6570-5F95B13A13AA}"/>
              </a:ext>
            </a:extLst>
          </p:cNvPr>
          <p:cNvSpPr>
            <a:spLocks noGrp="1"/>
          </p:cNvSpPr>
          <p:nvPr>
            <p:ph type="body" sz="quarter" idx="18"/>
          </p:nvPr>
        </p:nvSpPr>
        <p:spPr/>
        <p:txBody>
          <a:bodyPr/>
          <a:lstStyle/>
          <a:p>
            <a:endParaRPr lang="en-US"/>
          </a:p>
        </p:txBody>
      </p:sp>
      <p:sp>
        <p:nvSpPr>
          <p:cNvPr id="7" name="Text Placeholder 6">
            <a:extLst>
              <a:ext uri="{FF2B5EF4-FFF2-40B4-BE49-F238E27FC236}">
                <a16:creationId xmlns:a16="http://schemas.microsoft.com/office/drawing/2014/main" id="{F5E7AECA-715A-5235-AFB3-E2A66A863787}"/>
              </a:ext>
            </a:extLst>
          </p:cNvPr>
          <p:cNvSpPr>
            <a:spLocks noGrp="1"/>
          </p:cNvSpPr>
          <p:nvPr>
            <p:ph type="body" sz="quarter" idx="17"/>
          </p:nvPr>
        </p:nvSpPr>
        <p:spPr/>
        <p:txBody>
          <a:bodyPr/>
          <a:lstStyle/>
          <a:p>
            <a:endParaRPr lang="en-US"/>
          </a:p>
        </p:txBody>
      </p:sp>
      <p:sp>
        <p:nvSpPr>
          <p:cNvPr id="17" name="Text Placeholder 16">
            <a:extLst>
              <a:ext uri="{FF2B5EF4-FFF2-40B4-BE49-F238E27FC236}">
                <a16:creationId xmlns:a16="http://schemas.microsoft.com/office/drawing/2014/main" id="{1217C74E-09F4-A4BA-6D00-46782906433D}"/>
              </a:ext>
            </a:extLst>
          </p:cNvPr>
          <p:cNvSpPr>
            <a:spLocks noGrp="1"/>
          </p:cNvSpPr>
          <p:nvPr>
            <p:ph type="body" sz="quarter" idx="27"/>
          </p:nvPr>
        </p:nvSpPr>
        <p:spPr/>
        <p:txBody>
          <a:bodyPr/>
          <a:lstStyle/>
          <a:p>
            <a:endParaRPr lang="en-US"/>
          </a:p>
        </p:txBody>
      </p:sp>
      <p:sp>
        <p:nvSpPr>
          <p:cNvPr id="12" name="Text Placeholder 11">
            <a:extLst>
              <a:ext uri="{FF2B5EF4-FFF2-40B4-BE49-F238E27FC236}">
                <a16:creationId xmlns:a16="http://schemas.microsoft.com/office/drawing/2014/main" id="{9E00901D-807D-69DF-0C7F-7314A013ADB3}"/>
              </a:ext>
            </a:extLst>
          </p:cNvPr>
          <p:cNvSpPr>
            <a:spLocks noGrp="1"/>
          </p:cNvSpPr>
          <p:nvPr>
            <p:ph type="body" sz="quarter" idx="22"/>
          </p:nvPr>
        </p:nvSpPr>
        <p:spPr/>
        <p:txBody>
          <a:bodyPr/>
          <a:lstStyle/>
          <a:p>
            <a:endParaRPr lang="en-US"/>
          </a:p>
        </p:txBody>
      </p:sp>
      <p:sp>
        <p:nvSpPr>
          <p:cNvPr id="11" name="Text Placeholder 10">
            <a:extLst>
              <a:ext uri="{FF2B5EF4-FFF2-40B4-BE49-F238E27FC236}">
                <a16:creationId xmlns:a16="http://schemas.microsoft.com/office/drawing/2014/main" id="{142C7517-E80D-A4B3-613D-BE65F72634A2}"/>
              </a:ext>
            </a:extLst>
          </p:cNvPr>
          <p:cNvSpPr>
            <a:spLocks noGrp="1"/>
          </p:cNvSpPr>
          <p:nvPr>
            <p:ph type="body" sz="quarter" idx="21"/>
          </p:nvPr>
        </p:nvSpPr>
        <p:spPr/>
        <p:txBody>
          <a:bodyPr/>
          <a:lstStyle/>
          <a:p>
            <a:endParaRPr lang="en-US"/>
          </a:p>
        </p:txBody>
      </p:sp>
      <p:sp>
        <p:nvSpPr>
          <p:cNvPr id="20" name="Text Placeholder 19">
            <a:extLst>
              <a:ext uri="{FF2B5EF4-FFF2-40B4-BE49-F238E27FC236}">
                <a16:creationId xmlns:a16="http://schemas.microsoft.com/office/drawing/2014/main" id="{A10B3152-0C6C-A0BA-D533-502E8EB69001}"/>
              </a:ext>
            </a:extLst>
          </p:cNvPr>
          <p:cNvSpPr>
            <a:spLocks noGrp="1"/>
          </p:cNvSpPr>
          <p:nvPr>
            <p:ph type="body" sz="quarter" idx="30"/>
          </p:nvPr>
        </p:nvSpPr>
        <p:spPr/>
        <p:txBody>
          <a:bodyPr/>
          <a:lstStyle/>
          <a:p>
            <a:endParaRPr lang="en-US"/>
          </a:p>
        </p:txBody>
      </p:sp>
      <p:sp>
        <p:nvSpPr>
          <p:cNvPr id="14" name="Text Placeholder 13">
            <a:extLst>
              <a:ext uri="{FF2B5EF4-FFF2-40B4-BE49-F238E27FC236}">
                <a16:creationId xmlns:a16="http://schemas.microsoft.com/office/drawing/2014/main" id="{A2605511-305D-B3B5-D556-B659E15C56ED}"/>
              </a:ext>
            </a:extLst>
          </p:cNvPr>
          <p:cNvSpPr>
            <a:spLocks noGrp="1"/>
          </p:cNvSpPr>
          <p:nvPr>
            <p:ph type="body" sz="quarter" idx="24"/>
          </p:nvPr>
        </p:nvSpPr>
        <p:spPr/>
        <p:txBody>
          <a:bodyPr/>
          <a:lstStyle/>
          <a:p>
            <a:endParaRPr lang="en-US"/>
          </a:p>
        </p:txBody>
      </p:sp>
      <p:sp>
        <p:nvSpPr>
          <p:cNvPr id="13" name="Text Placeholder 12">
            <a:extLst>
              <a:ext uri="{FF2B5EF4-FFF2-40B4-BE49-F238E27FC236}">
                <a16:creationId xmlns:a16="http://schemas.microsoft.com/office/drawing/2014/main" id="{DEBBB364-977A-85D0-9B5B-DBEE83006C85}"/>
              </a:ext>
            </a:extLst>
          </p:cNvPr>
          <p:cNvSpPr>
            <a:spLocks noGrp="1"/>
          </p:cNvSpPr>
          <p:nvPr>
            <p:ph type="body" sz="quarter" idx="23"/>
          </p:nvPr>
        </p:nvSpPr>
        <p:spPr/>
        <p:txBody>
          <a:bodyPr/>
          <a:lstStyle/>
          <a:p>
            <a:endParaRPr lang="en-US"/>
          </a:p>
        </p:txBody>
      </p:sp>
      <p:sp>
        <p:nvSpPr>
          <p:cNvPr id="19" name="Text Placeholder 18">
            <a:extLst>
              <a:ext uri="{FF2B5EF4-FFF2-40B4-BE49-F238E27FC236}">
                <a16:creationId xmlns:a16="http://schemas.microsoft.com/office/drawing/2014/main" id="{55738F60-A54A-C02B-C94E-3995D4DF1F87}"/>
              </a:ext>
            </a:extLst>
          </p:cNvPr>
          <p:cNvSpPr>
            <a:spLocks noGrp="1"/>
          </p:cNvSpPr>
          <p:nvPr>
            <p:ph type="body" sz="quarter" idx="29"/>
          </p:nvPr>
        </p:nvSpPr>
        <p:spPr/>
        <p:txBody>
          <a:bodyPr/>
          <a:lstStyle/>
          <a:p>
            <a:endParaRPr lang="en-US"/>
          </a:p>
        </p:txBody>
      </p:sp>
      <p:sp>
        <p:nvSpPr>
          <p:cNvPr id="10" name="Text Placeholder 9">
            <a:extLst>
              <a:ext uri="{FF2B5EF4-FFF2-40B4-BE49-F238E27FC236}">
                <a16:creationId xmlns:a16="http://schemas.microsoft.com/office/drawing/2014/main" id="{61D7EB79-6860-B1A9-DD07-6CC2CB3E7E11}"/>
              </a:ext>
            </a:extLst>
          </p:cNvPr>
          <p:cNvSpPr>
            <a:spLocks noGrp="1"/>
          </p:cNvSpPr>
          <p:nvPr>
            <p:ph type="body" sz="quarter" idx="20"/>
          </p:nvPr>
        </p:nvSpPr>
        <p:spPr/>
        <p:txBody>
          <a:bodyPr/>
          <a:lstStyle/>
          <a:p>
            <a:endParaRPr lang="en-US"/>
          </a:p>
        </p:txBody>
      </p:sp>
      <p:sp>
        <p:nvSpPr>
          <p:cNvPr id="9" name="Text Placeholder 8">
            <a:extLst>
              <a:ext uri="{FF2B5EF4-FFF2-40B4-BE49-F238E27FC236}">
                <a16:creationId xmlns:a16="http://schemas.microsoft.com/office/drawing/2014/main" id="{149139DD-6603-4D03-9214-6544157379C1}"/>
              </a:ext>
            </a:extLst>
          </p:cNvPr>
          <p:cNvSpPr>
            <a:spLocks noGrp="1"/>
          </p:cNvSpPr>
          <p:nvPr>
            <p:ph type="body" sz="quarter" idx="19"/>
          </p:nvPr>
        </p:nvSpPr>
        <p:spPr/>
        <p:txBody>
          <a:bodyPr/>
          <a:lstStyle/>
          <a:p>
            <a:endParaRPr lang="en-US"/>
          </a:p>
        </p:txBody>
      </p:sp>
      <p:sp>
        <p:nvSpPr>
          <p:cNvPr id="18" name="Text Placeholder 17">
            <a:extLst>
              <a:ext uri="{FF2B5EF4-FFF2-40B4-BE49-F238E27FC236}">
                <a16:creationId xmlns:a16="http://schemas.microsoft.com/office/drawing/2014/main" id="{5CCA6B39-115F-1333-9BA3-2AA5FAED37CB}"/>
              </a:ext>
            </a:extLst>
          </p:cNvPr>
          <p:cNvSpPr>
            <a:spLocks noGrp="1"/>
          </p:cNvSpPr>
          <p:nvPr>
            <p:ph type="body" sz="quarter" idx="28"/>
          </p:nvPr>
        </p:nvSpPr>
        <p:spPr/>
        <p:txBody>
          <a:bodyPr/>
          <a:lstStyle/>
          <a:p>
            <a:endParaRPr lang="en-US"/>
          </a:p>
        </p:txBody>
      </p:sp>
      <p:sp>
        <p:nvSpPr>
          <p:cNvPr id="6" name="Text Placeholder 5">
            <a:extLst>
              <a:ext uri="{FF2B5EF4-FFF2-40B4-BE49-F238E27FC236}">
                <a16:creationId xmlns:a16="http://schemas.microsoft.com/office/drawing/2014/main" id="{A579CC80-FE02-0E72-7E8F-3042254A7795}"/>
              </a:ext>
            </a:extLst>
          </p:cNvPr>
          <p:cNvSpPr>
            <a:spLocks noGrp="1"/>
          </p:cNvSpPr>
          <p:nvPr>
            <p:ph type="body" sz="quarter" idx="16"/>
          </p:nvPr>
        </p:nvSpPr>
        <p:spPr/>
        <p:txBody>
          <a:bodyPr/>
          <a:lstStyle/>
          <a:p>
            <a:endParaRPr lang="en-US"/>
          </a:p>
        </p:txBody>
      </p:sp>
      <p:sp>
        <p:nvSpPr>
          <p:cNvPr id="5" name="Text Placeholder 4">
            <a:extLst>
              <a:ext uri="{FF2B5EF4-FFF2-40B4-BE49-F238E27FC236}">
                <a16:creationId xmlns:a16="http://schemas.microsoft.com/office/drawing/2014/main" id="{152BD33E-1384-7506-1E65-E4E7AAAA3E05}"/>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69640018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9AB97-817B-ADBF-9AD0-05F8D190C05D}"/>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B6D7C6DD-D4AE-F90F-AB34-3FD4C61287D7}"/>
              </a:ext>
            </a:extLst>
          </p:cNvPr>
          <p:cNvSpPr>
            <a:spLocks noGrp="1"/>
          </p:cNvSpPr>
          <p:nvPr>
            <p:ph type="body" sz="quarter" idx="25"/>
          </p:nvPr>
        </p:nvSpPr>
        <p:spPr/>
        <p:txBody>
          <a:bodyPr/>
          <a:lstStyle/>
          <a:p>
            <a:endParaRPr lang="en-US"/>
          </a:p>
        </p:txBody>
      </p:sp>
      <p:sp>
        <p:nvSpPr>
          <p:cNvPr id="3" name="Text Placeholder 2">
            <a:extLst>
              <a:ext uri="{FF2B5EF4-FFF2-40B4-BE49-F238E27FC236}">
                <a16:creationId xmlns:a16="http://schemas.microsoft.com/office/drawing/2014/main" id="{DA9F31E8-9C41-0643-D022-5C679ECC2DCA}"/>
              </a:ext>
            </a:extLst>
          </p:cNvPr>
          <p:cNvSpPr>
            <a:spLocks noGrp="1"/>
          </p:cNvSpPr>
          <p:nvPr>
            <p:ph type="body" sz="quarter" idx="14"/>
          </p:nvPr>
        </p:nvSpPr>
        <p:spPr/>
        <p:txBody>
          <a:bodyPr/>
          <a:lstStyle/>
          <a:p>
            <a:endParaRPr lang="en-US"/>
          </a:p>
        </p:txBody>
      </p:sp>
      <p:sp>
        <p:nvSpPr>
          <p:cNvPr id="12" name="Text Placeholder 11">
            <a:extLst>
              <a:ext uri="{FF2B5EF4-FFF2-40B4-BE49-F238E27FC236}">
                <a16:creationId xmlns:a16="http://schemas.microsoft.com/office/drawing/2014/main" id="{783F0571-929A-B7A3-44E9-6C2C44F83C54}"/>
              </a:ext>
            </a:extLst>
          </p:cNvPr>
          <p:cNvSpPr>
            <a:spLocks noGrp="1"/>
          </p:cNvSpPr>
          <p:nvPr>
            <p:ph type="body" sz="quarter" idx="41"/>
          </p:nvPr>
        </p:nvSpPr>
        <p:spPr/>
        <p:txBody>
          <a:bodyPr/>
          <a:lstStyle/>
          <a:p>
            <a:endParaRPr lang="en-US"/>
          </a:p>
        </p:txBody>
      </p:sp>
      <p:sp>
        <p:nvSpPr>
          <p:cNvPr id="6" name="Text Placeholder 5">
            <a:extLst>
              <a:ext uri="{FF2B5EF4-FFF2-40B4-BE49-F238E27FC236}">
                <a16:creationId xmlns:a16="http://schemas.microsoft.com/office/drawing/2014/main" id="{EC7919FD-1E8B-054A-53CC-3056D9E864EC}"/>
              </a:ext>
            </a:extLst>
          </p:cNvPr>
          <p:cNvSpPr>
            <a:spLocks noGrp="1"/>
          </p:cNvSpPr>
          <p:nvPr>
            <p:ph type="body" sz="quarter" idx="30"/>
          </p:nvPr>
        </p:nvSpPr>
        <p:spPr/>
        <p:txBody>
          <a:bodyPr/>
          <a:lstStyle/>
          <a:p>
            <a:endParaRPr lang="en-US"/>
          </a:p>
        </p:txBody>
      </p:sp>
      <p:sp>
        <p:nvSpPr>
          <p:cNvPr id="13" name="Text Placeholder 12">
            <a:extLst>
              <a:ext uri="{FF2B5EF4-FFF2-40B4-BE49-F238E27FC236}">
                <a16:creationId xmlns:a16="http://schemas.microsoft.com/office/drawing/2014/main" id="{7A06868D-4FDB-11F2-E745-FBA81362E777}"/>
              </a:ext>
            </a:extLst>
          </p:cNvPr>
          <p:cNvSpPr>
            <a:spLocks noGrp="1"/>
          </p:cNvSpPr>
          <p:nvPr>
            <p:ph type="body" sz="quarter" idx="42"/>
          </p:nvPr>
        </p:nvSpPr>
        <p:spPr/>
        <p:txBody>
          <a:bodyPr/>
          <a:lstStyle/>
          <a:p>
            <a:endParaRPr lang="en-US"/>
          </a:p>
        </p:txBody>
      </p:sp>
      <p:sp>
        <p:nvSpPr>
          <p:cNvPr id="8" name="Text Placeholder 7">
            <a:extLst>
              <a:ext uri="{FF2B5EF4-FFF2-40B4-BE49-F238E27FC236}">
                <a16:creationId xmlns:a16="http://schemas.microsoft.com/office/drawing/2014/main" id="{A9403ACA-057A-4DFF-FBD7-57088AFB27CD}"/>
              </a:ext>
            </a:extLst>
          </p:cNvPr>
          <p:cNvSpPr>
            <a:spLocks noGrp="1"/>
          </p:cNvSpPr>
          <p:nvPr>
            <p:ph type="body" sz="quarter" idx="34"/>
          </p:nvPr>
        </p:nvSpPr>
        <p:spPr/>
        <p:txBody>
          <a:bodyPr/>
          <a:lstStyle/>
          <a:p>
            <a:endParaRPr lang="en-US"/>
          </a:p>
        </p:txBody>
      </p:sp>
      <p:sp>
        <p:nvSpPr>
          <p:cNvPr id="14" name="Text Placeholder 13">
            <a:extLst>
              <a:ext uri="{FF2B5EF4-FFF2-40B4-BE49-F238E27FC236}">
                <a16:creationId xmlns:a16="http://schemas.microsoft.com/office/drawing/2014/main" id="{3AD73978-3064-4F80-5411-69278CC4DF8D}"/>
              </a:ext>
            </a:extLst>
          </p:cNvPr>
          <p:cNvSpPr>
            <a:spLocks noGrp="1"/>
          </p:cNvSpPr>
          <p:nvPr>
            <p:ph type="body" sz="quarter" idx="43"/>
          </p:nvPr>
        </p:nvSpPr>
        <p:spPr/>
        <p:txBody>
          <a:bodyPr/>
          <a:lstStyle/>
          <a:p>
            <a:endParaRPr lang="en-US"/>
          </a:p>
        </p:txBody>
      </p:sp>
      <p:sp>
        <p:nvSpPr>
          <p:cNvPr id="10" name="Text Placeholder 9">
            <a:extLst>
              <a:ext uri="{FF2B5EF4-FFF2-40B4-BE49-F238E27FC236}">
                <a16:creationId xmlns:a16="http://schemas.microsoft.com/office/drawing/2014/main" id="{FD39040E-3617-E234-36DE-809DA5EB2124}"/>
              </a:ext>
            </a:extLst>
          </p:cNvPr>
          <p:cNvSpPr>
            <a:spLocks noGrp="1"/>
          </p:cNvSpPr>
          <p:nvPr>
            <p:ph type="body" sz="quarter" idx="38"/>
          </p:nvPr>
        </p:nvSpPr>
        <p:spPr/>
        <p:txBody>
          <a:bodyPr/>
          <a:lstStyle/>
          <a:p>
            <a:endParaRPr lang="en-US"/>
          </a:p>
        </p:txBody>
      </p:sp>
      <p:sp>
        <p:nvSpPr>
          <p:cNvPr id="18" name="Text Placeholder 17">
            <a:extLst>
              <a:ext uri="{FF2B5EF4-FFF2-40B4-BE49-F238E27FC236}">
                <a16:creationId xmlns:a16="http://schemas.microsoft.com/office/drawing/2014/main" id="{6969CAEC-4BB9-F269-B4D2-EA9058470069}"/>
              </a:ext>
            </a:extLst>
          </p:cNvPr>
          <p:cNvSpPr>
            <a:spLocks noGrp="1"/>
          </p:cNvSpPr>
          <p:nvPr>
            <p:ph type="body" sz="quarter" idx="47"/>
          </p:nvPr>
        </p:nvSpPr>
        <p:spPr/>
        <p:txBody>
          <a:bodyPr/>
          <a:lstStyle/>
          <a:p>
            <a:endParaRPr lang="en-US"/>
          </a:p>
        </p:txBody>
      </p:sp>
      <p:sp>
        <p:nvSpPr>
          <p:cNvPr id="11" name="Text Placeholder 10">
            <a:extLst>
              <a:ext uri="{FF2B5EF4-FFF2-40B4-BE49-F238E27FC236}">
                <a16:creationId xmlns:a16="http://schemas.microsoft.com/office/drawing/2014/main" id="{A825FB8E-07FA-BDE8-F66B-E7FB0237EB5E}"/>
              </a:ext>
            </a:extLst>
          </p:cNvPr>
          <p:cNvSpPr>
            <a:spLocks noGrp="1"/>
          </p:cNvSpPr>
          <p:nvPr>
            <p:ph type="body" sz="quarter" idx="40"/>
          </p:nvPr>
        </p:nvSpPr>
        <p:spPr/>
        <p:txBody>
          <a:bodyPr/>
          <a:lstStyle/>
          <a:p>
            <a:endParaRPr lang="en-US"/>
          </a:p>
        </p:txBody>
      </p:sp>
      <p:sp>
        <p:nvSpPr>
          <p:cNvPr id="17" name="Text Placeholder 16">
            <a:extLst>
              <a:ext uri="{FF2B5EF4-FFF2-40B4-BE49-F238E27FC236}">
                <a16:creationId xmlns:a16="http://schemas.microsoft.com/office/drawing/2014/main" id="{8F7B9D0D-682A-A835-AE6B-83E185733FB6}"/>
              </a:ext>
            </a:extLst>
          </p:cNvPr>
          <p:cNvSpPr>
            <a:spLocks noGrp="1"/>
          </p:cNvSpPr>
          <p:nvPr>
            <p:ph type="body" sz="quarter" idx="46"/>
          </p:nvPr>
        </p:nvSpPr>
        <p:spPr/>
        <p:txBody>
          <a:bodyPr/>
          <a:lstStyle/>
          <a:p>
            <a:endParaRPr lang="en-US"/>
          </a:p>
        </p:txBody>
      </p:sp>
      <p:sp>
        <p:nvSpPr>
          <p:cNvPr id="9" name="Text Placeholder 8">
            <a:extLst>
              <a:ext uri="{FF2B5EF4-FFF2-40B4-BE49-F238E27FC236}">
                <a16:creationId xmlns:a16="http://schemas.microsoft.com/office/drawing/2014/main" id="{F63608BF-68F1-798B-2F3A-07AFDA1602D1}"/>
              </a:ext>
            </a:extLst>
          </p:cNvPr>
          <p:cNvSpPr>
            <a:spLocks noGrp="1"/>
          </p:cNvSpPr>
          <p:nvPr>
            <p:ph type="body" sz="quarter" idx="36"/>
          </p:nvPr>
        </p:nvSpPr>
        <p:spPr/>
        <p:txBody>
          <a:bodyPr/>
          <a:lstStyle/>
          <a:p>
            <a:endParaRPr lang="en-US"/>
          </a:p>
        </p:txBody>
      </p:sp>
      <p:sp>
        <p:nvSpPr>
          <p:cNvPr id="16" name="Text Placeholder 15">
            <a:extLst>
              <a:ext uri="{FF2B5EF4-FFF2-40B4-BE49-F238E27FC236}">
                <a16:creationId xmlns:a16="http://schemas.microsoft.com/office/drawing/2014/main" id="{73C53D24-10A8-5B68-7A31-16E73B4BE25C}"/>
              </a:ext>
            </a:extLst>
          </p:cNvPr>
          <p:cNvSpPr>
            <a:spLocks noGrp="1"/>
          </p:cNvSpPr>
          <p:nvPr>
            <p:ph type="body" sz="quarter" idx="45"/>
          </p:nvPr>
        </p:nvSpPr>
        <p:spPr/>
        <p:txBody>
          <a:bodyPr/>
          <a:lstStyle/>
          <a:p>
            <a:endParaRPr lang="en-US"/>
          </a:p>
        </p:txBody>
      </p:sp>
      <p:sp>
        <p:nvSpPr>
          <p:cNvPr id="7" name="Text Placeholder 6">
            <a:extLst>
              <a:ext uri="{FF2B5EF4-FFF2-40B4-BE49-F238E27FC236}">
                <a16:creationId xmlns:a16="http://schemas.microsoft.com/office/drawing/2014/main" id="{997C5308-4516-8C7E-CB27-FEA3B7149CA4}"/>
              </a:ext>
            </a:extLst>
          </p:cNvPr>
          <p:cNvSpPr>
            <a:spLocks noGrp="1"/>
          </p:cNvSpPr>
          <p:nvPr>
            <p:ph type="body" sz="quarter" idx="32"/>
          </p:nvPr>
        </p:nvSpPr>
        <p:spPr/>
        <p:txBody>
          <a:bodyPr/>
          <a:lstStyle/>
          <a:p>
            <a:endParaRPr lang="en-US"/>
          </a:p>
        </p:txBody>
      </p:sp>
      <p:sp>
        <p:nvSpPr>
          <p:cNvPr id="15" name="Text Placeholder 14">
            <a:extLst>
              <a:ext uri="{FF2B5EF4-FFF2-40B4-BE49-F238E27FC236}">
                <a16:creationId xmlns:a16="http://schemas.microsoft.com/office/drawing/2014/main" id="{A12BCFA2-1C39-CD90-1271-3236FF17B57B}"/>
              </a:ext>
            </a:extLst>
          </p:cNvPr>
          <p:cNvSpPr>
            <a:spLocks noGrp="1"/>
          </p:cNvSpPr>
          <p:nvPr>
            <p:ph type="body" sz="quarter" idx="44"/>
          </p:nvPr>
        </p:nvSpPr>
        <p:spPr/>
        <p:txBody>
          <a:bodyPr/>
          <a:lstStyle/>
          <a:p>
            <a:endParaRPr lang="en-US"/>
          </a:p>
        </p:txBody>
      </p:sp>
      <p:sp>
        <p:nvSpPr>
          <p:cNvPr id="4" name="Text Placeholder 3">
            <a:extLst>
              <a:ext uri="{FF2B5EF4-FFF2-40B4-BE49-F238E27FC236}">
                <a16:creationId xmlns:a16="http://schemas.microsoft.com/office/drawing/2014/main" id="{9327656F-3366-BA90-1F85-ADEA5820474B}"/>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101129663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80D2B-BBA1-92B7-C6D4-1F6D9B26B5CC}"/>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01FF96B4-4F3F-DC9D-8C0C-F68ED6F04C0E}"/>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034FC30E-7C46-C74D-FFA3-798AFC94F584}"/>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A5ACC572-1D31-0C64-C821-F82677D680BC}"/>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E6B632D8-1D59-D098-4C7A-E16FEA6E8FB3}"/>
              </a:ext>
            </a:extLst>
          </p:cNvPr>
          <p:cNvSpPr>
            <a:spLocks noGrp="1"/>
          </p:cNvSpPr>
          <p:nvPr>
            <p:ph type="body" sz="quarter" idx="24"/>
          </p:nvPr>
        </p:nvSpPr>
        <p:spPr/>
        <p:txBody>
          <a:bodyPr/>
          <a:lstStyle/>
          <a:p>
            <a:endParaRPr lang="en-US"/>
          </a:p>
        </p:txBody>
      </p:sp>
      <p:sp>
        <p:nvSpPr>
          <p:cNvPr id="7" name="Text Placeholder 6">
            <a:extLst>
              <a:ext uri="{FF2B5EF4-FFF2-40B4-BE49-F238E27FC236}">
                <a16:creationId xmlns:a16="http://schemas.microsoft.com/office/drawing/2014/main" id="{E36C545E-A40B-B441-9F50-64502E6C2FB5}"/>
              </a:ext>
            </a:extLst>
          </p:cNvPr>
          <p:cNvSpPr>
            <a:spLocks noGrp="1"/>
          </p:cNvSpPr>
          <p:nvPr>
            <p:ph type="body" sz="quarter" idx="25"/>
          </p:nvPr>
        </p:nvSpPr>
        <p:spPr/>
        <p:txBody>
          <a:bodyPr/>
          <a:lstStyle/>
          <a:p>
            <a:endParaRPr lang="en-US"/>
          </a:p>
        </p:txBody>
      </p:sp>
      <p:sp>
        <p:nvSpPr>
          <p:cNvPr id="8" name="Text Placeholder 7">
            <a:extLst>
              <a:ext uri="{FF2B5EF4-FFF2-40B4-BE49-F238E27FC236}">
                <a16:creationId xmlns:a16="http://schemas.microsoft.com/office/drawing/2014/main" id="{00242A06-96B4-A009-0756-4D3C44B0246E}"/>
              </a:ext>
            </a:extLst>
          </p:cNvPr>
          <p:cNvSpPr>
            <a:spLocks noGrp="1"/>
          </p:cNvSpPr>
          <p:nvPr>
            <p:ph type="body" sz="quarter" idx="26"/>
          </p:nvPr>
        </p:nvSpPr>
        <p:spPr/>
        <p:txBody>
          <a:bodyPr/>
          <a:lstStyle/>
          <a:p>
            <a:endParaRPr lang="en-US"/>
          </a:p>
        </p:txBody>
      </p:sp>
      <p:sp>
        <p:nvSpPr>
          <p:cNvPr id="9" name="Text Placeholder 8">
            <a:extLst>
              <a:ext uri="{FF2B5EF4-FFF2-40B4-BE49-F238E27FC236}">
                <a16:creationId xmlns:a16="http://schemas.microsoft.com/office/drawing/2014/main" id="{A26E4F99-2A4C-AC6D-7F10-917E1DB5B9CB}"/>
              </a:ext>
            </a:extLst>
          </p:cNvPr>
          <p:cNvSpPr>
            <a:spLocks noGrp="1"/>
          </p:cNvSpPr>
          <p:nvPr>
            <p:ph type="body" sz="quarter" idx="27"/>
          </p:nvPr>
        </p:nvSpPr>
        <p:spPr/>
        <p:txBody>
          <a:bodyPr/>
          <a:lstStyle/>
          <a:p>
            <a:endParaRPr lang="en-US"/>
          </a:p>
        </p:txBody>
      </p:sp>
      <p:sp>
        <p:nvSpPr>
          <p:cNvPr id="10" name="Text Placeholder 9">
            <a:extLst>
              <a:ext uri="{FF2B5EF4-FFF2-40B4-BE49-F238E27FC236}">
                <a16:creationId xmlns:a16="http://schemas.microsoft.com/office/drawing/2014/main" id="{2FC7FBBE-2256-9714-142C-460972D3AABD}"/>
              </a:ext>
            </a:extLst>
          </p:cNvPr>
          <p:cNvSpPr>
            <a:spLocks noGrp="1"/>
          </p:cNvSpPr>
          <p:nvPr>
            <p:ph type="body" sz="quarter" idx="28"/>
          </p:nvPr>
        </p:nvSpPr>
        <p:spPr/>
        <p:txBody>
          <a:bodyPr/>
          <a:lstStyle/>
          <a:p>
            <a:endParaRPr lang="en-US"/>
          </a:p>
        </p:txBody>
      </p:sp>
      <p:sp>
        <p:nvSpPr>
          <p:cNvPr id="11" name="Text Placeholder 10">
            <a:extLst>
              <a:ext uri="{FF2B5EF4-FFF2-40B4-BE49-F238E27FC236}">
                <a16:creationId xmlns:a16="http://schemas.microsoft.com/office/drawing/2014/main" id="{FFD9E2D2-EFB3-6ADF-69A6-B558B84AFA07}"/>
              </a:ext>
            </a:extLst>
          </p:cNvPr>
          <p:cNvSpPr>
            <a:spLocks noGrp="1"/>
          </p:cNvSpPr>
          <p:nvPr>
            <p:ph type="body" sz="quarter" idx="29"/>
          </p:nvPr>
        </p:nvSpPr>
        <p:spPr/>
        <p:txBody>
          <a:bodyPr/>
          <a:lstStyle/>
          <a:p>
            <a:endParaRPr lang="en-US"/>
          </a:p>
        </p:txBody>
      </p:sp>
      <p:sp>
        <p:nvSpPr>
          <p:cNvPr id="12" name="Text Placeholder 11">
            <a:extLst>
              <a:ext uri="{FF2B5EF4-FFF2-40B4-BE49-F238E27FC236}">
                <a16:creationId xmlns:a16="http://schemas.microsoft.com/office/drawing/2014/main" id="{B2A84B6D-341C-0DA9-0AA4-0C8C4647FE70}"/>
              </a:ext>
            </a:extLst>
          </p:cNvPr>
          <p:cNvSpPr>
            <a:spLocks noGrp="1"/>
          </p:cNvSpPr>
          <p:nvPr>
            <p:ph type="body" sz="quarter" idx="30"/>
          </p:nvPr>
        </p:nvSpPr>
        <p:spPr/>
        <p:txBody>
          <a:bodyPr/>
          <a:lstStyle/>
          <a:p>
            <a:endParaRPr lang="en-US"/>
          </a:p>
        </p:txBody>
      </p:sp>
      <p:sp>
        <p:nvSpPr>
          <p:cNvPr id="13" name="Text Placeholder 12">
            <a:extLst>
              <a:ext uri="{FF2B5EF4-FFF2-40B4-BE49-F238E27FC236}">
                <a16:creationId xmlns:a16="http://schemas.microsoft.com/office/drawing/2014/main" id="{705182A4-96FB-8809-7D45-471E6FA84F09}"/>
              </a:ext>
            </a:extLst>
          </p:cNvPr>
          <p:cNvSpPr>
            <a:spLocks noGrp="1"/>
          </p:cNvSpPr>
          <p:nvPr>
            <p:ph type="body" sz="quarter" idx="31"/>
          </p:nvPr>
        </p:nvSpPr>
        <p:spPr/>
        <p:txBody>
          <a:bodyPr/>
          <a:lstStyle/>
          <a:p>
            <a:endParaRPr lang="en-US"/>
          </a:p>
        </p:txBody>
      </p:sp>
      <p:sp>
        <p:nvSpPr>
          <p:cNvPr id="14" name="Text Placeholder 13">
            <a:extLst>
              <a:ext uri="{FF2B5EF4-FFF2-40B4-BE49-F238E27FC236}">
                <a16:creationId xmlns:a16="http://schemas.microsoft.com/office/drawing/2014/main" id="{EBB56E5E-886F-2FAF-A3B5-7D333CC72D72}"/>
              </a:ext>
            </a:extLst>
          </p:cNvPr>
          <p:cNvSpPr>
            <a:spLocks noGrp="1"/>
          </p:cNvSpPr>
          <p:nvPr>
            <p:ph type="body" sz="quarter" idx="32"/>
          </p:nvPr>
        </p:nvSpPr>
        <p:spPr/>
        <p:txBody>
          <a:bodyPr/>
          <a:lstStyle/>
          <a:p>
            <a:endParaRPr lang="en-US"/>
          </a:p>
        </p:txBody>
      </p:sp>
      <p:sp>
        <p:nvSpPr>
          <p:cNvPr id="15" name="Text Placeholder 14">
            <a:extLst>
              <a:ext uri="{FF2B5EF4-FFF2-40B4-BE49-F238E27FC236}">
                <a16:creationId xmlns:a16="http://schemas.microsoft.com/office/drawing/2014/main" id="{9A98A23E-D141-7F72-7B68-6386D6B524E8}"/>
              </a:ext>
            </a:extLst>
          </p:cNvPr>
          <p:cNvSpPr>
            <a:spLocks noGrp="1"/>
          </p:cNvSpPr>
          <p:nvPr>
            <p:ph type="body" sz="quarter" idx="33"/>
          </p:nvPr>
        </p:nvSpPr>
        <p:spPr/>
        <p:txBody>
          <a:bodyPr/>
          <a:lstStyle/>
          <a:p>
            <a:endParaRPr lang="en-US"/>
          </a:p>
        </p:txBody>
      </p:sp>
      <p:sp>
        <p:nvSpPr>
          <p:cNvPr id="16" name="Text Placeholder 15">
            <a:extLst>
              <a:ext uri="{FF2B5EF4-FFF2-40B4-BE49-F238E27FC236}">
                <a16:creationId xmlns:a16="http://schemas.microsoft.com/office/drawing/2014/main" id="{EE674000-0E88-BD3D-6F32-8BDDE32A13C0}"/>
              </a:ext>
            </a:extLst>
          </p:cNvPr>
          <p:cNvSpPr>
            <a:spLocks noGrp="1"/>
          </p:cNvSpPr>
          <p:nvPr>
            <p:ph type="body" sz="quarter" idx="34"/>
          </p:nvPr>
        </p:nvSpPr>
        <p:spPr/>
        <p:txBody>
          <a:bodyPr/>
          <a:lstStyle/>
          <a:p>
            <a:endParaRPr lang="en-US"/>
          </a:p>
        </p:txBody>
      </p:sp>
      <p:sp>
        <p:nvSpPr>
          <p:cNvPr id="17" name="Text Placeholder 16">
            <a:extLst>
              <a:ext uri="{FF2B5EF4-FFF2-40B4-BE49-F238E27FC236}">
                <a16:creationId xmlns:a16="http://schemas.microsoft.com/office/drawing/2014/main" id="{9EFB01F7-EF3A-4976-9FEA-761912288E3C}"/>
              </a:ext>
            </a:extLst>
          </p:cNvPr>
          <p:cNvSpPr>
            <a:spLocks noGrp="1"/>
          </p:cNvSpPr>
          <p:nvPr>
            <p:ph type="body" sz="quarter" idx="35"/>
          </p:nvPr>
        </p:nvSpPr>
        <p:spPr/>
        <p:txBody>
          <a:bodyPr/>
          <a:lstStyle/>
          <a:p>
            <a:endParaRPr lang="en-US"/>
          </a:p>
        </p:txBody>
      </p:sp>
      <p:sp>
        <p:nvSpPr>
          <p:cNvPr id="18" name="Text Placeholder 17">
            <a:extLst>
              <a:ext uri="{FF2B5EF4-FFF2-40B4-BE49-F238E27FC236}">
                <a16:creationId xmlns:a16="http://schemas.microsoft.com/office/drawing/2014/main" id="{4EE195BD-41D0-8453-A640-7B96A4D0632D}"/>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204945963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07AF5-EB1A-2DB1-9E8F-5880529FCC06}"/>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0F95728A-A17B-BA09-36E6-0C4EA4B64D36}"/>
              </a:ext>
            </a:extLst>
          </p:cNvPr>
          <p:cNvSpPr>
            <a:spLocks noGrp="1"/>
          </p:cNvSpPr>
          <p:nvPr>
            <p:ph type="title"/>
          </p:nvPr>
        </p:nvSpPr>
        <p:spPr/>
        <p:txBody>
          <a:bodyPr/>
          <a:lstStyle/>
          <a:p>
            <a:endParaRPr lang="en-US"/>
          </a:p>
        </p:txBody>
      </p:sp>
      <p:sp>
        <p:nvSpPr>
          <p:cNvPr id="21" name="Text Placeholder 20">
            <a:extLst>
              <a:ext uri="{FF2B5EF4-FFF2-40B4-BE49-F238E27FC236}">
                <a16:creationId xmlns:a16="http://schemas.microsoft.com/office/drawing/2014/main" id="{337CC5AB-9490-9BB0-7670-671E4B755A2E}"/>
              </a:ext>
            </a:extLst>
          </p:cNvPr>
          <p:cNvSpPr>
            <a:spLocks noGrp="1"/>
          </p:cNvSpPr>
          <p:nvPr>
            <p:ph type="body" sz="quarter" idx="22"/>
          </p:nvPr>
        </p:nvSpPr>
        <p:spPr>
          <a:xfrm>
            <a:off x="747362" y="2064394"/>
            <a:ext cx="2171694" cy="363986"/>
          </a:xfrm>
        </p:spPr>
        <p:txBody>
          <a:bodyPr/>
          <a:lstStyle/>
          <a:p>
            <a:endParaRPr lang="en-US" dirty="0"/>
          </a:p>
        </p:txBody>
      </p:sp>
      <p:sp>
        <p:nvSpPr>
          <p:cNvPr id="20" name="Text Placeholder 19">
            <a:extLst>
              <a:ext uri="{FF2B5EF4-FFF2-40B4-BE49-F238E27FC236}">
                <a16:creationId xmlns:a16="http://schemas.microsoft.com/office/drawing/2014/main" id="{B8CB212B-18E8-B22D-159D-38C30DB7A067}"/>
              </a:ext>
            </a:extLst>
          </p:cNvPr>
          <p:cNvSpPr>
            <a:spLocks noGrp="1"/>
          </p:cNvSpPr>
          <p:nvPr>
            <p:ph type="body" sz="quarter" idx="21"/>
          </p:nvPr>
        </p:nvSpPr>
        <p:spPr>
          <a:xfrm>
            <a:off x="747362" y="2492384"/>
            <a:ext cx="2171695" cy="839414"/>
          </a:xfrm>
        </p:spPr>
        <p:txBody>
          <a:bodyPr/>
          <a:lstStyle/>
          <a:p>
            <a:endParaRPr lang="en-US"/>
          </a:p>
        </p:txBody>
      </p:sp>
      <p:sp>
        <p:nvSpPr>
          <p:cNvPr id="22" name="Text Placeholder 21">
            <a:extLst>
              <a:ext uri="{FF2B5EF4-FFF2-40B4-BE49-F238E27FC236}">
                <a16:creationId xmlns:a16="http://schemas.microsoft.com/office/drawing/2014/main" id="{8B522E20-A9B2-2039-1353-EAED6C500A62}"/>
              </a:ext>
            </a:extLst>
          </p:cNvPr>
          <p:cNvSpPr>
            <a:spLocks noGrp="1"/>
          </p:cNvSpPr>
          <p:nvPr>
            <p:ph type="body" sz="quarter" idx="23"/>
          </p:nvPr>
        </p:nvSpPr>
        <p:spPr/>
        <p:txBody>
          <a:bodyPr/>
          <a:lstStyle/>
          <a:p>
            <a:endParaRPr lang="en-US"/>
          </a:p>
        </p:txBody>
      </p:sp>
      <p:sp>
        <p:nvSpPr>
          <p:cNvPr id="23" name="Text Placeholder 22">
            <a:extLst>
              <a:ext uri="{FF2B5EF4-FFF2-40B4-BE49-F238E27FC236}">
                <a16:creationId xmlns:a16="http://schemas.microsoft.com/office/drawing/2014/main" id="{AD8201C6-1907-3785-295E-C91B9B0102F3}"/>
              </a:ext>
            </a:extLst>
          </p:cNvPr>
          <p:cNvSpPr>
            <a:spLocks noGrp="1"/>
          </p:cNvSpPr>
          <p:nvPr>
            <p:ph type="body" sz="quarter" idx="24"/>
          </p:nvPr>
        </p:nvSpPr>
        <p:spPr/>
        <p:txBody>
          <a:bodyPr/>
          <a:lstStyle/>
          <a:p>
            <a:endParaRPr lang="en-US"/>
          </a:p>
        </p:txBody>
      </p:sp>
      <p:sp>
        <p:nvSpPr>
          <p:cNvPr id="24" name="Text Placeholder 23">
            <a:extLst>
              <a:ext uri="{FF2B5EF4-FFF2-40B4-BE49-F238E27FC236}">
                <a16:creationId xmlns:a16="http://schemas.microsoft.com/office/drawing/2014/main" id="{F5611C12-386E-49B6-D3CF-74D3ABA6230C}"/>
              </a:ext>
            </a:extLst>
          </p:cNvPr>
          <p:cNvSpPr>
            <a:spLocks noGrp="1"/>
          </p:cNvSpPr>
          <p:nvPr>
            <p:ph type="body" sz="quarter" idx="25"/>
          </p:nvPr>
        </p:nvSpPr>
        <p:spPr/>
        <p:txBody>
          <a:bodyPr/>
          <a:lstStyle/>
          <a:p>
            <a:endParaRPr lang="en-US"/>
          </a:p>
        </p:txBody>
      </p:sp>
      <p:sp>
        <p:nvSpPr>
          <p:cNvPr id="25" name="Text Placeholder 24">
            <a:extLst>
              <a:ext uri="{FF2B5EF4-FFF2-40B4-BE49-F238E27FC236}">
                <a16:creationId xmlns:a16="http://schemas.microsoft.com/office/drawing/2014/main" id="{FC474531-2FCE-8C1B-AF0E-13EF7078E86E}"/>
              </a:ext>
            </a:extLst>
          </p:cNvPr>
          <p:cNvSpPr>
            <a:spLocks noGrp="1"/>
          </p:cNvSpPr>
          <p:nvPr>
            <p:ph type="body" sz="quarter" idx="26"/>
          </p:nvPr>
        </p:nvSpPr>
        <p:spPr/>
        <p:txBody>
          <a:bodyPr/>
          <a:lstStyle/>
          <a:p>
            <a:endParaRPr lang="en-US"/>
          </a:p>
        </p:txBody>
      </p:sp>
      <p:sp>
        <p:nvSpPr>
          <p:cNvPr id="26" name="Text Placeholder 25">
            <a:extLst>
              <a:ext uri="{FF2B5EF4-FFF2-40B4-BE49-F238E27FC236}">
                <a16:creationId xmlns:a16="http://schemas.microsoft.com/office/drawing/2014/main" id="{6151E49D-87D1-E98F-035C-37D9334DC815}"/>
              </a:ext>
            </a:extLst>
          </p:cNvPr>
          <p:cNvSpPr>
            <a:spLocks noGrp="1"/>
          </p:cNvSpPr>
          <p:nvPr>
            <p:ph type="body" sz="quarter" idx="27"/>
          </p:nvPr>
        </p:nvSpPr>
        <p:spPr/>
        <p:txBody>
          <a:bodyPr/>
          <a:lstStyle/>
          <a:p>
            <a:endParaRPr lang="en-US"/>
          </a:p>
        </p:txBody>
      </p:sp>
      <p:sp>
        <p:nvSpPr>
          <p:cNvPr id="27" name="Text Placeholder 26">
            <a:extLst>
              <a:ext uri="{FF2B5EF4-FFF2-40B4-BE49-F238E27FC236}">
                <a16:creationId xmlns:a16="http://schemas.microsoft.com/office/drawing/2014/main" id="{3FE98CD4-508B-88FE-5E00-8870526D7231}"/>
              </a:ext>
            </a:extLst>
          </p:cNvPr>
          <p:cNvSpPr>
            <a:spLocks noGrp="1"/>
          </p:cNvSpPr>
          <p:nvPr>
            <p:ph type="body" sz="quarter" idx="28"/>
          </p:nvPr>
        </p:nvSpPr>
        <p:spPr/>
        <p:txBody>
          <a:bodyPr/>
          <a:lstStyle/>
          <a:p>
            <a:endParaRPr lang="en-US"/>
          </a:p>
        </p:txBody>
      </p:sp>
      <p:sp>
        <p:nvSpPr>
          <p:cNvPr id="28" name="Text Placeholder 27">
            <a:extLst>
              <a:ext uri="{FF2B5EF4-FFF2-40B4-BE49-F238E27FC236}">
                <a16:creationId xmlns:a16="http://schemas.microsoft.com/office/drawing/2014/main" id="{6A2A4A75-D064-CEF0-93FC-CA797306380F}"/>
              </a:ext>
            </a:extLst>
          </p:cNvPr>
          <p:cNvSpPr>
            <a:spLocks noGrp="1"/>
          </p:cNvSpPr>
          <p:nvPr>
            <p:ph type="body" sz="quarter" idx="29"/>
          </p:nvPr>
        </p:nvSpPr>
        <p:spPr/>
        <p:txBody>
          <a:bodyPr/>
          <a:lstStyle/>
          <a:p>
            <a:endParaRPr lang="en-US"/>
          </a:p>
        </p:txBody>
      </p:sp>
      <p:sp>
        <p:nvSpPr>
          <p:cNvPr id="29" name="Text Placeholder 28">
            <a:extLst>
              <a:ext uri="{FF2B5EF4-FFF2-40B4-BE49-F238E27FC236}">
                <a16:creationId xmlns:a16="http://schemas.microsoft.com/office/drawing/2014/main" id="{0030AEFA-1944-2041-7D96-3A3485FE487F}"/>
              </a:ext>
            </a:extLst>
          </p:cNvPr>
          <p:cNvSpPr>
            <a:spLocks noGrp="1"/>
          </p:cNvSpPr>
          <p:nvPr>
            <p:ph type="body" sz="quarter" idx="30"/>
          </p:nvPr>
        </p:nvSpPr>
        <p:spPr/>
        <p:txBody>
          <a:bodyPr/>
          <a:lstStyle/>
          <a:p>
            <a:endParaRPr lang="en-US"/>
          </a:p>
        </p:txBody>
      </p:sp>
      <p:sp>
        <p:nvSpPr>
          <p:cNvPr id="30" name="Text Placeholder 29">
            <a:extLst>
              <a:ext uri="{FF2B5EF4-FFF2-40B4-BE49-F238E27FC236}">
                <a16:creationId xmlns:a16="http://schemas.microsoft.com/office/drawing/2014/main" id="{1044C947-566D-0CAA-329D-A0CF061CF5AA}"/>
              </a:ext>
            </a:extLst>
          </p:cNvPr>
          <p:cNvSpPr>
            <a:spLocks noGrp="1"/>
          </p:cNvSpPr>
          <p:nvPr>
            <p:ph type="body" sz="quarter" idx="31"/>
          </p:nvPr>
        </p:nvSpPr>
        <p:spPr/>
        <p:txBody>
          <a:bodyPr/>
          <a:lstStyle/>
          <a:p>
            <a:endParaRPr lang="en-US"/>
          </a:p>
        </p:txBody>
      </p:sp>
      <p:sp>
        <p:nvSpPr>
          <p:cNvPr id="31" name="Text Placeholder 30">
            <a:extLst>
              <a:ext uri="{FF2B5EF4-FFF2-40B4-BE49-F238E27FC236}">
                <a16:creationId xmlns:a16="http://schemas.microsoft.com/office/drawing/2014/main" id="{7E6C8345-DC48-1434-D9EA-AEA3C9BD5661}"/>
              </a:ext>
            </a:extLst>
          </p:cNvPr>
          <p:cNvSpPr>
            <a:spLocks noGrp="1"/>
          </p:cNvSpPr>
          <p:nvPr>
            <p:ph type="body" sz="quarter" idx="32"/>
          </p:nvPr>
        </p:nvSpPr>
        <p:spPr/>
        <p:txBody>
          <a:bodyPr/>
          <a:lstStyle/>
          <a:p>
            <a:endParaRPr lang="en-US"/>
          </a:p>
        </p:txBody>
      </p:sp>
      <p:sp>
        <p:nvSpPr>
          <p:cNvPr id="32" name="Text Placeholder 31">
            <a:extLst>
              <a:ext uri="{FF2B5EF4-FFF2-40B4-BE49-F238E27FC236}">
                <a16:creationId xmlns:a16="http://schemas.microsoft.com/office/drawing/2014/main" id="{E9C44EF6-6A53-BD57-CBC8-D7B038D8C9E0}"/>
              </a:ext>
            </a:extLst>
          </p:cNvPr>
          <p:cNvSpPr>
            <a:spLocks noGrp="1"/>
          </p:cNvSpPr>
          <p:nvPr>
            <p:ph type="body" sz="quarter" idx="33"/>
          </p:nvPr>
        </p:nvSpPr>
        <p:spPr/>
        <p:txBody>
          <a:bodyPr/>
          <a:lstStyle/>
          <a:p>
            <a:endParaRPr lang="en-US"/>
          </a:p>
        </p:txBody>
      </p:sp>
      <p:sp>
        <p:nvSpPr>
          <p:cNvPr id="33" name="Text Placeholder 32">
            <a:extLst>
              <a:ext uri="{FF2B5EF4-FFF2-40B4-BE49-F238E27FC236}">
                <a16:creationId xmlns:a16="http://schemas.microsoft.com/office/drawing/2014/main" id="{1961975D-99C2-5622-C6FB-2054D837A500}"/>
              </a:ext>
            </a:extLst>
          </p:cNvPr>
          <p:cNvSpPr>
            <a:spLocks noGrp="1"/>
          </p:cNvSpPr>
          <p:nvPr>
            <p:ph type="body" sz="quarter" idx="34"/>
          </p:nvPr>
        </p:nvSpPr>
        <p:spPr/>
        <p:txBody>
          <a:bodyPr/>
          <a:lstStyle/>
          <a:p>
            <a:endParaRPr lang="en-US"/>
          </a:p>
        </p:txBody>
      </p:sp>
      <p:sp>
        <p:nvSpPr>
          <p:cNvPr id="34" name="Text Placeholder 33">
            <a:extLst>
              <a:ext uri="{FF2B5EF4-FFF2-40B4-BE49-F238E27FC236}">
                <a16:creationId xmlns:a16="http://schemas.microsoft.com/office/drawing/2014/main" id="{3420E532-1B18-2061-8776-B8C5589E3665}"/>
              </a:ext>
            </a:extLst>
          </p:cNvPr>
          <p:cNvSpPr>
            <a:spLocks noGrp="1"/>
          </p:cNvSpPr>
          <p:nvPr>
            <p:ph type="body" sz="quarter" idx="35"/>
          </p:nvPr>
        </p:nvSpPr>
        <p:spPr/>
        <p:txBody>
          <a:bodyPr/>
          <a:lstStyle/>
          <a:p>
            <a:endParaRPr lang="en-US"/>
          </a:p>
        </p:txBody>
      </p:sp>
      <p:sp>
        <p:nvSpPr>
          <p:cNvPr id="35" name="Text Placeholder 34">
            <a:extLst>
              <a:ext uri="{FF2B5EF4-FFF2-40B4-BE49-F238E27FC236}">
                <a16:creationId xmlns:a16="http://schemas.microsoft.com/office/drawing/2014/main" id="{DDA3C263-231C-BDBC-0070-26A87561EC14}"/>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319461406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95AF0-B45F-675D-BF46-9C75F303039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D9BC710-08CA-53A6-ECFF-2C220F3C8981}"/>
              </a:ext>
            </a:extLst>
          </p:cNvPr>
          <p:cNvSpPr>
            <a:spLocks noGrp="1"/>
          </p:cNvSpPr>
          <p:nvPr>
            <p:ph type="body" sz="quarter" idx="29"/>
          </p:nvPr>
        </p:nvSpPr>
        <p:spPr/>
        <p:txBody>
          <a:bodyPr>
            <a:normAutofit/>
          </a:bodyPr>
          <a:lstStyle/>
          <a:p>
            <a:r>
              <a:rPr lang="en-US" dirty="0"/>
              <a:t>09</a:t>
            </a:r>
          </a:p>
        </p:txBody>
      </p:sp>
      <p:sp>
        <p:nvSpPr>
          <p:cNvPr id="3" name="Title 2">
            <a:extLst>
              <a:ext uri="{FF2B5EF4-FFF2-40B4-BE49-F238E27FC236}">
                <a16:creationId xmlns:a16="http://schemas.microsoft.com/office/drawing/2014/main" id="{5FD47B3D-421C-E667-F9B5-69028770272E}"/>
              </a:ext>
            </a:extLst>
          </p:cNvPr>
          <p:cNvSpPr>
            <a:spLocks noGrp="1"/>
          </p:cNvSpPr>
          <p:nvPr>
            <p:ph type="ctrTitle"/>
          </p:nvPr>
        </p:nvSpPr>
        <p:spPr/>
        <p:txBody>
          <a:bodyPr/>
          <a:lstStyle/>
          <a:p>
            <a:r>
              <a:rPr lang="en-US"/>
              <a:t>MEDIA LAYOUT </a:t>
            </a:r>
            <a:br>
              <a:rPr lang="en-US"/>
            </a:br>
            <a:r>
              <a:rPr lang="en-US"/>
              <a:t>SLIDES</a:t>
            </a:r>
          </a:p>
        </p:txBody>
      </p:sp>
    </p:spTree>
    <p:extLst>
      <p:ext uri="{BB962C8B-B14F-4D97-AF65-F5344CB8AC3E}">
        <p14:creationId xmlns:p14="http://schemas.microsoft.com/office/powerpoint/2010/main" val="208800407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591BF-9B36-3B4B-4C52-83E1720B2470}"/>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BBC837A4-FC57-30D9-0298-7D2CD99886E7}"/>
              </a:ext>
            </a:extLst>
          </p:cNvPr>
          <p:cNvSpPr>
            <a:spLocks noGrp="1"/>
          </p:cNvSpPr>
          <p:nvPr>
            <p:ph sz="quarter" idx="24"/>
          </p:nvPr>
        </p:nvSpPr>
        <p:spPr/>
        <p:txBody>
          <a:bodyPr/>
          <a:lstStyle/>
          <a:p>
            <a:endParaRPr lang="en-US"/>
          </a:p>
        </p:txBody>
      </p:sp>
      <p:sp>
        <p:nvSpPr>
          <p:cNvPr id="3" name="Text Placeholder 2">
            <a:extLst>
              <a:ext uri="{FF2B5EF4-FFF2-40B4-BE49-F238E27FC236}">
                <a16:creationId xmlns:a16="http://schemas.microsoft.com/office/drawing/2014/main" id="{6BF4F6F4-F4E0-A36A-1BF4-0FF2243591A0}"/>
              </a:ext>
            </a:extLst>
          </p:cNvPr>
          <p:cNvSpPr>
            <a:spLocks noGrp="1"/>
          </p:cNvSpPr>
          <p:nvPr>
            <p:ph type="body" sz="quarter" idx="20"/>
          </p:nvPr>
        </p:nvSpPr>
        <p:spPr/>
        <p:txBody>
          <a:bodyPr/>
          <a:lstStyle/>
          <a:p>
            <a:endParaRPr lang="en-US"/>
          </a:p>
        </p:txBody>
      </p:sp>
      <p:sp>
        <p:nvSpPr>
          <p:cNvPr id="5" name="Text Placeholder 4">
            <a:extLst>
              <a:ext uri="{FF2B5EF4-FFF2-40B4-BE49-F238E27FC236}">
                <a16:creationId xmlns:a16="http://schemas.microsoft.com/office/drawing/2014/main" id="{5785827A-57D0-F357-F5A3-DB5A1B6A82EA}"/>
              </a:ext>
            </a:extLst>
          </p:cNvPr>
          <p:cNvSpPr>
            <a:spLocks noGrp="1"/>
          </p:cNvSpPr>
          <p:nvPr>
            <p:ph type="body" sz="quarter" idx="25"/>
          </p:nvPr>
        </p:nvSpPr>
        <p:spPr/>
        <p:txBody>
          <a:bodyPr/>
          <a:lstStyle/>
          <a:p>
            <a:endParaRPr lang="en-US"/>
          </a:p>
        </p:txBody>
      </p:sp>
      <p:sp>
        <p:nvSpPr>
          <p:cNvPr id="6" name="Text Placeholder 5">
            <a:extLst>
              <a:ext uri="{FF2B5EF4-FFF2-40B4-BE49-F238E27FC236}">
                <a16:creationId xmlns:a16="http://schemas.microsoft.com/office/drawing/2014/main" id="{A5890E63-6F0B-44F0-3CAF-C517C25D0C5B}"/>
              </a:ext>
            </a:extLst>
          </p:cNvPr>
          <p:cNvSpPr>
            <a:spLocks noGrp="1"/>
          </p:cNvSpPr>
          <p:nvPr>
            <p:ph type="body" sz="quarter" idx="26"/>
          </p:nvPr>
        </p:nvSpPr>
        <p:spPr/>
        <p:txBody>
          <a:bodyPr/>
          <a:lstStyle/>
          <a:p>
            <a:endParaRPr lang="en-US"/>
          </a:p>
        </p:txBody>
      </p:sp>
      <p:sp>
        <p:nvSpPr>
          <p:cNvPr id="7" name="Text Placeholder 6">
            <a:extLst>
              <a:ext uri="{FF2B5EF4-FFF2-40B4-BE49-F238E27FC236}">
                <a16:creationId xmlns:a16="http://schemas.microsoft.com/office/drawing/2014/main" id="{D695A497-535B-8778-0B8F-F6FCA1F9572A}"/>
              </a:ext>
            </a:extLst>
          </p:cNvPr>
          <p:cNvSpPr>
            <a:spLocks noGrp="1"/>
          </p:cNvSpPr>
          <p:nvPr>
            <p:ph type="body" sz="quarter" idx="27"/>
          </p:nvPr>
        </p:nvSpPr>
        <p:spPr/>
        <p:txBody>
          <a:bodyPr/>
          <a:lstStyle/>
          <a:p>
            <a:endParaRPr lang="en-US"/>
          </a:p>
        </p:txBody>
      </p:sp>
      <p:sp>
        <p:nvSpPr>
          <p:cNvPr id="8" name="Text Placeholder 7">
            <a:extLst>
              <a:ext uri="{FF2B5EF4-FFF2-40B4-BE49-F238E27FC236}">
                <a16:creationId xmlns:a16="http://schemas.microsoft.com/office/drawing/2014/main" id="{0C272A1B-4AC4-EF33-4FB6-F166852295D0}"/>
              </a:ext>
            </a:extLst>
          </p:cNvPr>
          <p:cNvSpPr>
            <a:spLocks noGrp="1"/>
          </p:cNvSpPr>
          <p:nvPr>
            <p:ph type="body" sz="quarter" idx="28"/>
          </p:nvPr>
        </p:nvSpPr>
        <p:spPr/>
        <p:txBody>
          <a:bodyPr/>
          <a:lstStyle/>
          <a:p>
            <a:endParaRPr lang="en-US"/>
          </a:p>
        </p:txBody>
      </p:sp>
      <p:sp>
        <p:nvSpPr>
          <p:cNvPr id="17" name="Text Placeholder 16">
            <a:extLst>
              <a:ext uri="{FF2B5EF4-FFF2-40B4-BE49-F238E27FC236}">
                <a16:creationId xmlns:a16="http://schemas.microsoft.com/office/drawing/2014/main" id="{2A7F183A-5791-E904-2052-61F0AF69DFEB}"/>
              </a:ext>
            </a:extLst>
          </p:cNvPr>
          <p:cNvSpPr>
            <a:spLocks noGrp="1"/>
          </p:cNvSpPr>
          <p:nvPr>
            <p:ph type="body" sz="quarter" idx="29"/>
          </p:nvPr>
        </p:nvSpPr>
        <p:spPr/>
        <p:txBody>
          <a:bodyPr/>
          <a:lstStyle/>
          <a:p>
            <a:endParaRPr lang="en-US"/>
          </a:p>
        </p:txBody>
      </p:sp>
    </p:spTree>
    <p:extLst>
      <p:ext uri="{BB962C8B-B14F-4D97-AF65-F5344CB8AC3E}">
        <p14:creationId xmlns:p14="http://schemas.microsoft.com/office/powerpoint/2010/main" val="311750982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60859-F3C6-360D-C926-13745044AD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B1FB39-EBE2-36E0-D3F7-3238B83F9F40}"/>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C0EDECB-7388-4E6B-0E00-2ACD1DD6BBB3}"/>
              </a:ext>
            </a:extLst>
          </p:cNvPr>
          <p:cNvSpPr>
            <a:spLocks noGrp="1"/>
          </p:cNvSpPr>
          <p:nvPr>
            <p:ph type="body" sz="quarter" idx="18"/>
          </p:nvPr>
        </p:nvSpPr>
        <p:spPr/>
        <p:txBody>
          <a:bodyPr/>
          <a:lstStyle/>
          <a:p>
            <a:endParaRPr lang="en-US"/>
          </a:p>
        </p:txBody>
      </p:sp>
      <p:sp>
        <p:nvSpPr>
          <p:cNvPr id="4" name="Content Placeholder 3">
            <a:extLst>
              <a:ext uri="{FF2B5EF4-FFF2-40B4-BE49-F238E27FC236}">
                <a16:creationId xmlns:a16="http://schemas.microsoft.com/office/drawing/2014/main" id="{458DE89C-A781-EACB-894B-59A4DFDF26C5}"/>
              </a:ext>
            </a:extLst>
          </p:cNvPr>
          <p:cNvSpPr>
            <a:spLocks noGrp="1"/>
          </p:cNvSpPr>
          <p:nvPr>
            <p:ph sz="quarter" idx="24"/>
          </p:nvPr>
        </p:nvSpPr>
        <p:spPr/>
        <p:txBody>
          <a:bodyPr/>
          <a:lstStyle/>
          <a:p>
            <a:endParaRPr lang="en-US"/>
          </a:p>
        </p:txBody>
      </p:sp>
    </p:spTree>
    <p:extLst>
      <p:ext uri="{BB962C8B-B14F-4D97-AF65-F5344CB8AC3E}">
        <p14:creationId xmlns:p14="http://schemas.microsoft.com/office/powerpoint/2010/main" val="134959554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750D1-78E6-A8DF-F401-A9A5D98CD271}"/>
              </a:ext>
            </a:extLst>
          </p:cNvPr>
          <p:cNvSpPr>
            <a:spLocks noGrp="1"/>
          </p:cNvSpPr>
          <p:nvPr>
            <p:ph type="title"/>
          </p:nvPr>
        </p:nvSpPr>
        <p:spPr/>
        <p:txBody>
          <a:bodyPr/>
          <a:lstStyle/>
          <a:p>
            <a:endParaRPr lang="en-US"/>
          </a:p>
        </p:txBody>
      </p:sp>
      <p:sp>
        <p:nvSpPr>
          <p:cNvPr id="3" name="Picture Placeholder 2">
            <a:extLst>
              <a:ext uri="{FF2B5EF4-FFF2-40B4-BE49-F238E27FC236}">
                <a16:creationId xmlns:a16="http://schemas.microsoft.com/office/drawing/2014/main" id="{ED4DCB64-7BF0-8896-B7AA-E69B1CAC50C7}"/>
              </a:ext>
            </a:extLst>
          </p:cNvPr>
          <p:cNvSpPr>
            <a:spLocks noGrp="1"/>
          </p:cNvSpPr>
          <p:nvPr>
            <p:ph type="pic" sz="quarter" idx="13"/>
          </p:nvPr>
        </p:nvSpPr>
        <p:spPr/>
        <p:txBody>
          <a:bodyPr/>
          <a:lstStyle/>
          <a:p>
            <a:endParaRPr lang="en-US"/>
          </a:p>
        </p:txBody>
      </p:sp>
      <p:sp>
        <p:nvSpPr>
          <p:cNvPr id="4" name="Text Placeholder 3">
            <a:extLst>
              <a:ext uri="{FF2B5EF4-FFF2-40B4-BE49-F238E27FC236}">
                <a16:creationId xmlns:a16="http://schemas.microsoft.com/office/drawing/2014/main" id="{0EBE8253-8B16-A3DF-3812-031E7ACBF12A}"/>
              </a:ext>
            </a:extLst>
          </p:cNvPr>
          <p:cNvSpPr>
            <a:spLocks noGrp="1"/>
          </p:cNvSpPr>
          <p:nvPr>
            <p:ph type="body" sz="quarter" idx="20"/>
          </p:nvPr>
        </p:nvSpPr>
        <p:spPr/>
        <p:txBody>
          <a:bodyPr/>
          <a:lstStyle/>
          <a:p>
            <a:endParaRPr lang="en-US"/>
          </a:p>
        </p:txBody>
      </p:sp>
      <p:sp>
        <p:nvSpPr>
          <p:cNvPr id="5" name="Text Placeholder 4">
            <a:extLst>
              <a:ext uri="{FF2B5EF4-FFF2-40B4-BE49-F238E27FC236}">
                <a16:creationId xmlns:a16="http://schemas.microsoft.com/office/drawing/2014/main" id="{1C8CD50E-C5E9-1142-DF5C-82CF6073FB8C}"/>
              </a:ext>
            </a:extLst>
          </p:cNvPr>
          <p:cNvSpPr>
            <a:spLocks noGrp="1"/>
          </p:cNvSpPr>
          <p:nvPr>
            <p:ph type="body" sz="quarter" idx="24"/>
          </p:nvPr>
        </p:nvSpPr>
        <p:spPr/>
        <p:txBody>
          <a:bodyPr/>
          <a:lstStyle/>
          <a:p>
            <a:endParaRPr lang="en-US"/>
          </a:p>
        </p:txBody>
      </p:sp>
      <p:sp>
        <p:nvSpPr>
          <p:cNvPr id="6" name="Text Placeholder 5">
            <a:extLst>
              <a:ext uri="{FF2B5EF4-FFF2-40B4-BE49-F238E27FC236}">
                <a16:creationId xmlns:a16="http://schemas.microsoft.com/office/drawing/2014/main" id="{856AE0CA-F251-97C7-A10F-C573124F66EE}"/>
              </a:ext>
            </a:extLst>
          </p:cNvPr>
          <p:cNvSpPr>
            <a:spLocks noGrp="1"/>
          </p:cNvSpPr>
          <p:nvPr>
            <p:ph type="body" sz="quarter" idx="26"/>
          </p:nvPr>
        </p:nvSpPr>
        <p:spPr/>
        <p:txBody>
          <a:bodyPr/>
          <a:lstStyle/>
          <a:p>
            <a:endParaRPr lang="en-US"/>
          </a:p>
        </p:txBody>
      </p:sp>
      <p:sp>
        <p:nvSpPr>
          <p:cNvPr id="7" name="Text Placeholder 6">
            <a:extLst>
              <a:ext uri="{FF2B5EF4-FFF2-40B4-BE49-F238E27FC236}">
                <a16:creationId xmlns:a16="http://schemas.microsoft.com/office/drawing/2014/main" id="{285C8445-3E64-5C49-C8E1-66CA42930CC5}"/>
              </a:ext>
            </a:extLst>
          </p:cNvPr>
          <p:cNvSpPr>
            <a:spLocks noGrp="1"/>
          </p:cNvSpPr>
          <p:nvPr>
            <p:ph type="body" sz="quarter" idx="27"/>
          </p:nvPr>
        </p:nvSpPr>
        <p:spPr/>
        <p:txBody>
          <a:bodyPr/>
          <a:lstStyle/>
          <a:p>
            <a:endParaRPr lang="en-US"/>
          </a:p>
        </p:txBody>
      </p:sp>
      <p:sp>
        <p:nvSpPr>
          <p:cNvPr id="8" name="Text Placeholder 7">
            <a:extLst>
              <a:ext uri="{FF2B5EF4-FFF2-40B4-BE49-F238E27FC236}">
                <a16:creationId xmlns:a16="http://schemas.microsoft.com/office/drawing/2014/main" id="{1EF22E38-0A91-1264-1B76-99BFE2425168}"/>
              </a:ext>
            </a:extLst>
          </p:cNvPr>
          <p:cNvSpPr>
            <a:spLocks noGrp="1"/>
          </p:cNvSpPr>
          <p:nvPr>
            <p:ph type="body" sz="quarter" idx="28"/>
          </p:nvPr>
        </p:nvSpPr>
        <p:spPr/>
        <p:txBody>
          <a:bodyPr/>
          <a:lstStyle/>
          <a:p>
            <a:endParaRPr lang="en-US"/>
          </a:p>
        </p:txBody>
      </p:sp>
      <p:sp>
        <p:nvSpPr>
          <p:cNvPr id="9" name="Text Placeholder 8">
            <a:extLst>
              <a:ext uri="{FF2B5EF4-FFF2-40B4-BE49-F238E27FC236}">
                <a16:creationId xmlns:a16="http://schemas.microsoft.com/office/drawing/2014/main" id="{6C9E093F-F275-1B5E-8FAD-A9650E389E89}"/>
              </a:ext>
            </a:extLst>
          </p:cNvPr>
          <p:cNvSpPr>
            <a:spLocks noGrp="1"/>
          </p:cNvSpPr>
          <p:nvPr>
            <p:ph type="body" sz="quarter" idx="29"/>
          </p:nvPr>
        </p:nvSpPr>
        <p:spPr/>
        <p:txBody>
          <a:bodyPr/>
          <a:lstStyle/>
          <a:p>
            <a:endParaRPr lang="en-US"/>
          </a:p>
        </p:txBody>
      </p:sp>
    </p:spTree>
    <p:extLst>
      <p:ext uri="{BB962C8B-B14F-4D97-AF65-F5344CB8AC3E}">
        <p14:creationId xmlns:p14="http://schemas.microsoft.com/office/powerpoint/2010/main" val="262141281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7D9BD-15BC-9D9D-1A09-099108BD8BB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76725EC-7336-F3C7-0BF8-2FF476EFC573}"/>
              </a:ext>
            </a:extLst>
          </p:cNvPr>
          <p:cNvSpPr>
            <a:spLocks noGrp="1"/>
          </p:cNvSpPr>
          <p:nvPr>
            <p:ph type="body" sz="quarter" idx="18"/>
          </p:nvPr>
        </p:nvSpPr>
        <p:spPr/>
        <p:txBody>
          <a:bodyPr/>
          <a:lstStyle/>
          <a:p>
            <a:endParaRPr lang="en-US"/>
          </a:p>
        </p:txBody>
      </p:sp>
      <p:sp>
        <p:nvSpPr>
          <p:cNvPr id="4" name="Content Placeholder 3">
            <a:extLst>
              <a:ext uri="{FF2B5EF4-FFF2-40B4-BE49-F238E27FC236}">
                <a16:creationId xmlns:a16="http://schemas.microsoft.com/office/drawing/2014/main" id="{9E442FF1-CE82-1DAA-DCCA-72BC9248DF0D}"/>
              </a:ext>
            </a:extLst>
          </p:cNvPr>
          <p:cNvSpPr>
            <a:spLocks noGrp="1"/>
          </p:cNvSpPr>
          <p:nvPr>
            <p:ph sz="quarter" idx="28"/>
          </p:nvPr>
        </p:nvSpPr>
        <p:spPr/>
        <p:txBody>
          <a:bodyPr/>
          <a:lstStyle/>
          <a:p>
            <a:endParaRPr lang="en-US"/>
          </a:p>
        </p:txBody>
      </p:sp>
    </p:spTree>
    <p:extLst>
      <p:ext uri="{BB962C8B-B14F-4D97-AF65-F5344CB8AC3E}">
        <p14:creationId xmlns:p14="http://schemas.microsoft.com/office/powerpoint/2010/main" val="164943962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61F45-2472-7C4E-2411-922E80AA296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6973CBC-C1E8-467B-3BF5-EC5A7B7233FA}"/>
              </a:ext>
            </a:extLst>
          </p:cNvPr>
          <p:cNvSpPr>
            <a:spLocks noGrp="1"/>
          </p:cNvSpPr>
          <p:nvPr>
            <p:ph type="title"/>
          </p:nvPr>
        </p:nvSpPr>
        <p:spPr/>
        <p:txBody>
          <a:bodyPr/>
          <a:lstStyle/>
          <a:p>
            <a:endParaRPr lang="en-US"/>
          </a:p>
        </p:txBody>
      </p:sp>
      <p:sp>
        <p:nvSpPr>
          <p:cNvPr id="6" name="Picture Placeholder 5">
            <a:extLst>
              <a:ext uri="{FF2B5EF4-FFF2-40B4-BE49-F238E27FC236}">
                <a16:creationId xmlns:a16="http://schemas.microsoft.com/office/drawing/2014/main" id="{9DE57762-821D-422F-752E-FF10EB34100C}"/>
              </a:ext>
            </a:extLst>
          </p:cNvPr>
          <p:cNvSpPr>
            <a:spLocks noGrp="1"/>
          </p:cNvSpPr>
          <p:nvPr>
            <p:ph type="pic" sz="quarter" idx="10"/>
          </p:nvPr>
        </p:nvSpPr>
        <p:spPr/>
        <p:txBody>
          <a:bodyPr/>
          <a:lstStyle/>
          <a:p>
            <a:endParaRPr lang="en-US"/>
          </a:p>
        </p:txBody>
      </p:sp>
      <p:sp>
        <p:nvSpPr>
          <p:cNvPr id="8" name="Text Placeholder 7">
            <a:extLst>
              <a:ext uri="{FF2B5EF4-FFF2-40B4-BE49-F238E27FC236}">
                <a16:creationId xmlns:a16="http://schemas.microsoft.com/office/drawing/2014/main" id="{22A03D98-96FB-2C54-45BC-2D66BD822255}"/>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88941001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F907D-3927-CB9C-CD53-98FE78E5C6E5}"/>
              </a:ext>
            </a:extLst>
          </p:cNvPr>
          <p:cNvSpPr>
            <a:spLocks noGrp="1"/>
          </p:cNvSpPr>
          <p:nvPr>
            <p:ph type="title"/>
          </p:nvPr>
        </p:nvSpPr>
        <p:spPr/>
        <p:txBody>
          <a:bodyPr/>
          <a:lstStyle/>
          <a:p>
            <a:endParaRPr lang="en-US"/>
          </a:p>
        </p:txBody>
      </p:sp>
      <p:sp>
        <p:nvSpPr>
          <p:cNvPr id="3" name="Media Placeholder 2">
            <a:extLst>
              <a:ext uri="{FF2B5EF4-FFF2-40B4-BE49-F238E27FC236}">
                <a16:creationId xmlns:a16="http://schemas.microsoft.com/office/drawing/2014/main" id="{E8A98B84-F7CF-13AA-5697-EC8DD9C79E96}"/>
              </a:ext>
            </a:extLst>
          </p:cNvPr>
          <p:cNvSpPr>
            <a:spLocks noGrp="1"/>
          </p:cNvSpPr>
          <p:nvPr>
            <p:ph type="media" sz="quarter" idx="10"/>
          </p:nvPr>
        </p:nvSpPr>
        <p:spPr/>
        <p:txBody>
          <a:bodyPr/>
          <a:lstStyle/>
          <a:p>
            <a:endParaRPr lang="en-US"/>
          </a:p>
        </p:txBody>
      </p:sp>
    </p:spTree>
    <p:extLst>
      <p:ext uri="{BB962C8B-B14F-4D97-AF65-F5344CB8AC3E}">
        <p14:creationId xmlns:p14="http://schemas.microsoft.com/office/powerpoint/2010/main" val="200055575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D1596-D462-592B-C333-0CA1E4BEE21F}"/>
              </a:ext>
            </a:extLst>
          </p:cNvPr>
          <p:cNvSpPr>
            <a:spLocks noGrp="1"/>
          </p:cNvSpPr>
          <p:nvPr>
            <p:ph type="title"/>
          </p:nvPr>
        </p:nvSpPr>
        <p:spPr/>
        <p:txBody>
          <a:bodyPr/>
          <a:lstStyle/>
          <a:p>
            <a:endParaRPr lang="en-US"/>
          </a:p>
        </p:txBody>
      </p:sp>
      <p:sp>
        <p:nvSpPr>
          <p:cNvPr id="3" name="Media Placeholder 2">
            <a:extLst>
              <a:ext uri="{FF2B5EF4-FFF2-40B4-BE49-F238E27FC236}">
                <a16:creationId xmlns:a16="http://schemas.microsoft.com/office/drawing/2014/main" id="{5FEDBBAC-6535-3DB9-6491-36BDB24B1D88}"/>
              </a:ext>
            </a:extLst>
          </p:cNvPr>
          <p:cNvSpPr>
            <a:spLocks noGrp="1"/>
          </p:cNvSpPr>
          <p:nvPr>
            <p:ph type="media" sz="quarter" idx="10"/>
          </p:nvPr>
        </p:nvSpPr>
        <p:spPr/>
        <p:txBody>
          <a:bodyPr/>
          <a:lstStyle/>
          <a:p>
            <a:endParaRPr lang="en-US"/>
          </a:p>
        </p:txBody>
      </p:sp>
      <p:sp>
        <p:nvSpPr>
          <p:cNvPr id="4" name="Text Placeholder 3">
            <a:extLst>
              <a:ext uri="{FF2B5EF4-FFF2-40B4-BE49-F238E27FC236}">
                <a16:creationId xmlns:a16="http://schemas.microsoft.com/office/drawing/2014/main" id="{5ECFF938-86AB-1A73-500B-D914061328B4}"/>
              </a:ext>
            </a:extLst>
          </p:cNvPr>
          <p:cNvSpPr>
            <a:spLocks noGrp="1"/>
          </p:cNvSpPr>
          <p:nvPr>
            <p:ph type="body" sz="quarter" idx="16"/>
          </p:nvPr>
        </p:nvSpPr>
        <p:spPr/>
        <p:txBody>
          <a:bodyPr/>
          <a:lstStyle/>
          <a:p>
            <a:endParaRPr lang="en-US"/>
          </a:p>
        </p:txBody>
      </p:sp>
    </p:spTree>
    <p:extLst>
      <p:ext uri="{BB962C8B-B14F-4D97-AF65-F5344CB8AC3E}">
        <p14:creationId xmlns:p14="http://schemas.microsoft.com/office/powerpoint/2010/main" val="341875590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9E78AC-C06D-78A3-056C-EF0C0C4C5C56}"/>
              </a:ext>
            </a:extLst>
          </p:cNvPr>
          <p:cNvSpPr>
            <a:spLocks noGrp="1"/>
          </p:cNvSpPr>
          <p:nvPr>
            <p:ph type="title"/>
          </p:nvPr>
        </p:nvSpPr>
        <p:spPr/>
        <p:txBody>
          <a:bodyPr/>
          <a:lstStyle/>
          <a:p>
            <a:endParaRPr lang="en-US"/>
          </a:p>
        </p:txBody>
      </p:sp>
      <p:sp>
        <p:nvSpPr>
          <p:cNvPr id="5" name="Picture Placeholder 4">
            <a:extLst>
              <a:ext uri="{FF2B5EF4-FFF2-40B4-BE49-F238E27FC236}">
                <a16:creationId xmlns:a16="http://schemas.microsoft.com/office/drawing/2014/main" id="{46732F20-CE38-C681-F3A7-C923DAF951E4}"/>
              </a:ext>
            </a:extLst>
          </p:cNvPr>
          <p:cNvSpPr>
            <a:spLocks noGrp="1"/>
          </p:cNvSpPr>
          <p:nvPr>
            <p:ph type="pic" sz="quarter" idx="11"/>
          </p:nvPr>
        </p:nvSpPr>
        <p:spPr/>
        <p:txBody>
          <a:bodyPr/>
          <a:lstStyle/>
          <a:p>
            <a:endParaRPr lang="en-US"/>
          </a:p>
        </p:txBody>
      </p:sp>
      <p:sp>
        <p:nvSpPr>
          <p:cNvPr id="6" name="Text Placeholder 5">
            <a:extLst>
              <a:ext uri="{FF2B5EF4-FFF2-40B4-BE49-F238E27FC236}">
                <a16:creationId xmlns:a16="http://schemas.microsoft.com/office/drawing/2014/main" id="{724D6CD5-098A-60A8-60EF-6835A375DF5C}"/>
              </a:ext>
            </a:extLst>
          </p:cNvPr>
          <p:cNvSpPr>
            <a:spLocks noGrp="1"/>
          </p:cNvSpPr>
          <p:nvPr>
            <p:ph type="body" sz="quarter" idx="16"/>
          </p:nvPr>
        </p:nvSpPr>
        <p:spPr/>
        <p:txBody>
          <a:bodyPr/>
          <a:lstStyle/>
          <a:p>
            <a:endParaRPr lang="en-US"/>
          </a:p>
        </p:txBody>
      </p:sp>
    </p:spTree>
    <p:extLst>
      <p:ext uri="{BB962C8B-B14F-4D97-AF65-F5344CB8AC3E}">
        <p14:creationId xmlns:p14="http://schemas.microsoft.com/office/powerpoint/2010/main" val="405280791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704589-9C18-8007-6D48-D63A746F6B5F}"/>
              </a:ext>
            </a:extLst>
          </p:cNvPr>
          <p:cNvSpPr>
            <a:spLocks noGrp="1"/>
          </p:cNvSpPr>
          <p:nvPr>
            <p:ph type="title"/>
          </p:nvPr>
        </p:nvSpPr>
        <p:spPr/>
        <p:txBody>
          <a:bodyPr/>
          <a:lstStyle/>
          <a:p>
            <a:endParaRPr lang="en-US"/>
          </a:p>
        </p:txBody>
      </p:sp>
      <p:sp>
        <p:nvSpPr>
          <p:cNvPr id="4" name="Media Placeholder 3">
            <a:extLst>
              <a:ext uri="{FF2B5EF4-FFF2-40B4-BE49-F238E27FC236}">
                <a16:creationId xmlns:a16="http://schemas.microsoft.com/office/drawing/2014/main" id="{B7A34527-CDB6-B44A-42BE-3ADA9CBC36DD}"/>
              </a:ext>
            </a:extLst>
          </p:cNvPr>
          <p:cNvSpPr>
            <a:spLocks noGrp="1"/>
          </p:cNvSpPr>
          <p:nvPr>
            <p:ph type="media" sz="quarter" idx="13"/>
          </p:nvPr>
        </p:nvSpPr>
        <p:spPr/>
        <p:txBody>
          <a:bodyPr/>
          <a:lstStyle/>
          <a:p>
            <a:endParaRPr lang="en-US"/>
          </a:p>
        </p:txBody>
      </p:sp>
    </p:spTree>
    <p:extLst>
      <p:ext uri="{BB962C8B-B14F-4D97-AF65-F5344CB8AC3E}">
        <p14:creationId xmlns:p14="http://schemas.microsoft.com/office/powerpoint/2010/main" val="414270493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B2450-E346-9E67-E925-9FC3923995E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CE4BD6C-ED54-B70D-7782-6F0AAD426C81}"/>
              </a:ext>
            </a:extLst>
          </p:cNvPr>
          <p:cNvSpPr>
            <a:spLocks noGrp="1"/>
          </p:cNvSpPr>
          <p:nvPr>
            <p:ph type="body" sz="quarter" idx="29"/>
          </p:nvPr>
        </p:nvSpPr>
        <p:spPr/>
        <p:txBody>
          <a:bodyPr/>
          <a:lstStyle/>
          <a:p>
            <a:r>
              <a:rPr lang="en-US"/>
              <a:t>10</a:t>
            </a:r>
          </a:p>
        </p:txBody>
      </p:sp>
      <p:sp>
        <p:nvSpPr>
          <p:cNvPr id="3" name="Title 2">
            <a:extLst>
              <a:ext uri="{FF2B5EF4-FFF2-40B4-BE49-F238E27FC236}">
                <a16:creationId xmlns:a16="http://schemas.microsoft.com/office/drawing/2014/main" id="{45FFD78D-CBC0-DDE1-E9A7-3DE477A5C049}"/>
              </a:ext>
            </a:extLst>
          </p:cNvPr>
          <p:cNvSpPr>
            <a:spLocks noGrp="1"/>
          </p:cNvSpPr>
          <p:nvPr>
            <p:ph type="ctrTitle"/>
          </p:nvPr>
        </p:nvSpPr>
        <p:spPr/>
        <p:txBody>
          <a:bodyPr/>
          <a:lstStyle/>
          <a:p>
            <a:r>
              <a:rPr lang="en-US"/>
              <a:t>THANK YOU &amp; </a:t>
            </a:r>
            <a:br>
              <a:rPr lang="en-US"/>
            </a:br>
            <a:r>
              <a:rPr lang="en-US"/>
              <a:t>CONTACT SLIDES</a:t>
            </a:r>
          </a:p>
        </p:txBody>
      </p:sp>
    </p:spTree>
    <p:extLst>
      <p:ext uri="{BB962C8B-B14F-4D97-AF65-F5344CB8AC3E}">
        <p14:creationId xmlns:p14="http://schemas.microsoft.com/office/powerpoint/2010/main" val="194179253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7CDE82A-DD57-6CB9-1BC3-D62967EED66A}"/>
              </a:ext>
            </a:extLst>
          </p:cNvPr>
          <p:cNvSpPr>
            <a:spLocks noGrp="1"/>
          </p:cNvSpPr>
          <p:nvPr>
            <p:ph type="title"/>
          </p:nvPr>
        </p:nvSpPr>
        <p:spPr/>
        <p:txBody>
          <a:bodyPr/>
          <a:lstStyle/>
          <a:p>
            <a:endParaRPr lang="en-US"/>
          </a:p>
        </p:txBody>
      </p:sp>
      <p:sp>
        <p:nvSpPr>
          <p:cNvPr id="7" name="Text Placeholder 6">
            <a:extLst>
              <a:ext uri="{FF2B5EF4-FFF2-40B4-BE49-F238E27FC236}">
                <a16:creationId xmlns:a16="http://schemas.microsoft.com/office/drawing/2014/main" id="{88141185-2151-5461-1B27-F3EF7F88705A}"/>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40F58F35-BAC0-302D-AAE8-4F47358AB22D}"/>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24751098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DD9CF-D039-BB5A-E0AF-0A3076970224}"/>
              </a:ext>
            </a:extLst>
          </p:cNvPr>
          <p:cNvSpPr>
            <a:spLocks noGrp="1"/>
          </p:cNvSpPr>
          <p:nvPr>
            <p:ph type="title"/>
          </p:nvPr>
        </p:nvSpPr>
        <p:spPr/>
        <p:txBody>
          <a:bodyPr>
            <a:normAutofit fontScale="90000"/>
          </a:bodyPr>
          <a:lstStyle/>
          <a:p>
            <a:endParaRPr lang="en-US"/>
          </a:p>
        </p:txBody>
      </p:sp>
    </p:spTree>
    <p:extLst>
      <p:ext uri="{BB962C8B-B14F-4D97-AF65-F5344CB8AC3E}">
        <p14:creationId xmlns:p14="http://schemas.microsoft.com/office/powerpoint/2010/main" val="325983410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02755A3-78C2-9B1D-680E-DDAF476A85A9}"/>
              </a:ext>
            </a:extLst>
          </p:cNvPr>
          <p:cNvSpPr>
            <a:spLocks noGrp="1"/>
          </p:cNvSpPr>
          <p:nvPr>
            <p:ph type="title"/>
          </p:nvPr>
        </p:nvSpPr>
        <p:spPr/>
        <p:txBody>
          <a:bodyPr/>
          <a:lstStyle/>
          <a:p>
            <a:endParaRPr lang="en-US"/>
          </a:p>
        </p:txBody>
      </p:sp>
      <p:sp>
        <p:nvSpPr>
          <p:cNvPr id="12" name="Text Placeholder 11">
            <a:extLst>
              <a:ext uri="{FF2B5EF4-FFF2-40B4-BE49-F238E27FC236}">
                <a16:creationId xmlns:a16="http://schemas.microsoft.com/office/drawing/2014/main" id="{51A53237-FCC1-A785-2842-5F500493F854}"/>
              </a:ext>
            </a:extLst>
          </p:cNvPr>
          <p:cNvSpPr>
            <a:spLocks noGrp="1"/>
          </p:cNvSpPr>
          <p:nvPr>
            <p:ph type="body" sz="quarter" idx="23"/>
          </p:nvPr>
        </p:nvSpPr>
        <p:spPr/>
        <p:txBody>
          <a:bodyPr/>
          <a:lstStyle/>
          <a:p>
            <a:endParaRPr lang="en-US"/>
          </a:p>
        </p:txBody>
      </p:sp>
      <p:sp>
        <p:nvSpPr>
          <p:cNvPr id="11" name="Text Placeholder 10">
            <a:extLst>
              <a:ext uri="{FF2B5EF4-FFF2-40B4-BE49-F238E27FC236}">
                <a16:creationId xmlns:a16="http://schemas.microsoft.com/office/drawing/2014/main" id="{5C2FFEEC-4026-C475-6954-07D6548EAF36}"/>
              </a:ext>
            </a:extLst>
          </p:cNvPr>
          <p:cNvSpPr>
            <a:spLocks noGrp="1"/>
          </p:cNvSpPr>
          <p:nvPr>
            <p:ph type="body" sz="quarter" idx="11"/>
          </p:nvPr>
        </p:nvSpPr>
        <p:spPr/>
        <p:txBody>
          <a:bodyPr/>
          <a:lstStyle/>
          <a:p>
            <a:pPr marL="137160" indent="-137160"/>
            <a:endParaRPr lang="en-US" dirty="0"/>
          </a:p>
        </p:txBody>
      </p:sp>
      <p:sp>
        <p:nvSpPr>
          <p:cNvPr id="13" name="Text Placeholder 12">
            <a:extLst>
              <a:ext uri="{FF2B5EF4-FFF2-40B4-BE49-F238E27FC236}">
                <a16:creationId xmlns:a16="http://schemas.microsoft.com/office/drawing/2014/main" id="{3BEFAC45-9224-CD77-6EF9-273297FB2E83}"/>
              </a:ext>
            </a:extLst>
          </p:cNvPr>
          <p:cNvSpPr>
            <a:spLocks noGrp="1"/>
          </p:cNvSpPr>
          <p:nvPr>
            <p:ph type="body" sz="quarter" idx="24"/>
          </p:nvPr>
        </p:nvSpPr>
        <p:spPr/>
        <p:txBody>
          <a:bodyPr/>
          <a:lstStyle/>
          <a:p>
            <a:endParaRPr lang="en-US"/>
          </a:p>
        </p:txBody>
      </p:sp>
      <p:sp>
        <p:nvSpPr>
          <p:cNvPr id="14" name="Text Placeholder 13">
            <a:extLst>
              <a:ext uri="{FF2B5EF4-FFF2-40B4-BE49-F238E27FC236}">
                <a16:creationId xmlns:a16="http://schemas.microsoft.com/office/drawing/2014/main" id="{2E80CF8B-21CF-DD5D-43ED-5643423318E8}"/>
              </a:ext>
            </a:extLst>
          </p:cNvPr>
          <p:cNvSpPr>
            <a:spLocks noGrp="1"/>
          </p:cNvSpPr>
          <p:nvPr>
            <p:ph type="body" sz="quarter" idx="25"/>
          </p:nvPr>
        </p:nvSpPr>
        <p:spPr/>
        <p:txBody>
          <a:bodyPr/>
          <a:lstStyle/>
          <a:p>
            <a:endParaRPr lang="en-US"/>
          </a:p>
        </p:txBody>
      </p:sp>
      <p:sp>
        <p:nvSpPr>
          <p:cNvPr id="15" name="Text Placeholder 14">
            <a:extLst>
              <a:ext uri="{FF2B5EF4-FFF2-40B4-BE49-F238E27FC236}">
                <a16:creationId xmlns:a16="http://schemas.microsoft.com/office/drawing/2014/main" id="{6129A4CE-C34D-E402-2983-5E8D0BD95260}"/>
              </a:ext>
            </a:extLst>
          </p:cNvPr>
          <p:cNvSpPr>
            <a:spLocks noGrp="1"/>
          </p:cNvSpPr>
          <p:nvPr>
            <p:ph type="body" sz="quarter" idx="33"/>
          </p:nvPr>
        </p:nvSpPr>
        <p:spPr/>
        <p:txBody>
          <a:bodyPr/>
          <a:lstStyle/>
          <a:p>
            <a:endParaRPr lang="en-US"/>
          </a:p>
        </p:txBody>
      </p:sp>
      <p:sp>
        <p:nvSpPr>
          <p:cNvPr id="17" name="Text Placeholder 16">
            <a:extLst>
              <a:ext uri="{FF2B5EF4-FFF2-40B4-BE49-F238E27FC236}">
                <a16:creationId xmlns:a16="http://schemas.microsoft.com/office/drawing/2014/main" id="{C4CFFAE2-9882-8A42-72D2-3BFA65D26F08}"/>
              </a:ext>
            </a:extLst>
          </p:cNvPr>
          <p:cNvSpPr>
            <a:spLocks noGrp="1"/>
          </p:cNvSpPr>
          <p:nvPr>
            <p:ph type="body" sz="quarter" idx="37"/>
          </p:nvPr>
        </p:nvSpPr>
        <p:spPr/>
        <p:txBody>
          <a:bodyPr/>
          <a:lstStyle/>
          <a:p>
            <a:endParaRPr lang="en-US"/>
          </a:p>
        </p:txBody>
      </p:sp>
      <p:sp>
        <p:nvSpPr>
          <p:cNvPr id="16" name="Text Placeholder 15">
            <a:extLst>
              <a:ext uri="{FF2B5EF4-FFF2-40B4-BE49-F238E27FC236}">
                <a16:creationId xmlns:a16="http://schemas.microsoft.com/office/drawing/2014/main" id="{B73EA3E2-6C40-71FE-B6A5-CE541482E509}"/>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83022346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4EDD00C-E332-D019-646A-626ECD75DE88}"/>
              </a:ext>
            </a:extLst>
          </p:cNvPr>
          <p:cNvSpPr>
            <a:spLocks noGrp="1"/>
          </p:cNvSpPr>
          <p:nvPr>
            <p:ph type="pic" sz="quarter" idx="10"/>
          </p:nvPr>
        </p:nvSpPr>
        <p:spPr/>
        <p:txBody>
          <a:bodyPr/>
          <a:lstStyle/>
          <a:p>
            <a:endParaRPr lang="en-US"/>
          </a:p>
        </p:txBody>
      </p:sp>
      <p:sp>
        <p:nvSpPr>
          <p:cNvPr id="7" name="Title 6">
            <a:extLst>
              <a:ext uri="{FF2B5EF4-FFF2-40B4-BE49-F238E27FC236}">
                <a16:creationId xmlns:a16="http://schemas.microsoft.com/office/drawing/2014/main" id="{5A6A6BDA-72F3-6085-DCC7-A1335AEA2347}"/>
              </a:ext>
            </a:extLst>
          </p:cNvPr>
          <p:cNvSpPr>
            <a:spLocks noGrp="1"/>
          </p:cNvSpPr>
          <p:nvPr>
            <p:ph type="title"/>
          </p:nvPr>
        </p:nvSpPr>
        <p:spPr/>
        <p:txBody>
          <a:bodyPr/>
          <a:lstStyle/>
          <a:p>
            <a:endParaRPr lang="en-US"/>
          </a:p>
        </p:txBody>
      </p:sp>
      <p:sp>
        <p:nvSpPr>
          <p:cNvPr id="9" name="Text Placeholder 8">
            <a:extLst>
              <a:ext uri="{FF2B5EF4-FFF2-40B4-BE49-F238E27FC236}">
                <a16:creationId xmlns:a16="http://schemas.microsoft.com/office/drawing/2014/main" id="{BA2A2A24-3449-7E3E-F23D-C37FB291527F}"/>
              </a:ext>
            </a:extLst>
          </p:cNvPr>
          <p:cNvSpPr>
            <a:spLocks noGrp="1"/>
          </p:cNvSpPr>
          <p:nvPr>
            <p:ph type="body" sz="quarter" idx="23"/>
          </p:nvPr>
        </p:nvSpPr>
        <p:spPr/>
        <p:txBody>
          <a:bodyPr/>
          <a:lstStyle/>
          <a:p>
            <a:endParaRPr lang="en-US"/>
          </a:p>
        </p:txBody>
      </p:sp>
      <p:sp>
        <p:nvSpPr>
          <p:cNvPr id="11" name="Text Placeholder 10">
            <a:extLst>
              <a:ext uri="{FF2B5EF4-FFF2-40B4-BE49-F238E27FC236}">
                <a16:creationId xmlns:a16="http://schemas.microsoft.com/office/drawing/2014/main" id="{F9CED530-DE11-2B3D-F4E7-973910F1A8EF}"/>
              </a:ext>
            </a:extLst>
          </p:cNvPr>
          <p:cNvSpPr>
            <a:spLocks noGrp="1"/>
          </p:cNvSpPr>
          <p:nvPr>
            <p:ph type="body" sz="quarter" idx="25"/>
          </p:nvPr>
        </p:nvSpPr>
        <p:spPr/>
        <p:txBody>
          <a:bodyPr/>
          <a:lstStyle/>
          <a:p>
            <a:endParaRPr lang="en-US"/>
          </a:p>
        </p:txBody>
      </p:sp>
      <p:sp>
        <p:nvSpPr>
          <p:cNvPr id="10" name="Text Placeholder 9">
            <a:extLst>
              <a:ext uri="{FF2B5EF4-FFF2-40B4-BE49-F238E27FC236}">
                <a16:creationId xmlns:a16="http://schemas.microsoft.com/office/drawing/2014/main" id="{4849CB00-6650-4DDD-B352-419C18824AB6}"/>
              </a:ext>
            </a:extLst>
          </p:cNvPr>
          <p:cNvSpPr>
            <a:spLocks noGrp="1"/>
          </p:cNvSpPr>
          <p:nvPr>
            <p:ph type="body" sz="quarter" idx="24"/>
          </p:nvPr>
        </p:nvSpPr>
        <p:spPr/>
        <p:txBody>
          <a:bodyPr/>
          <a:lstStyle/>
          <a:p>
            <a:endParaRPr lang="en-US"/>
          </a:p>
        </p:txBody>
      </p:sp>
    </p:spTree>
    <p:extLst>
      <p:ext uri="{BB962C8B-B14F-4D97-AF65-F5344CB8AC3E}">
        <p14:creationId xmlns:p14="http://schemas.microsoft.com/office/powerpoint/2010/main" val="151295887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CFA20-25C8-F399-7E95-863D6267A502}"/>
              </a:ext>
            </a:extLst>
          </p:cNvPr>
          <p:cNvSpPr>
            <a:spLocks noGrp="1"/>
          </p:cNvSpPr>
          <p:nvPr>
            <p:ph type="title"/>
          </p:nvPr>
        </p:nvSpPr>
        <p:spPr/>
        <p:txBody>
          <a:bodyPr/>
          <a:lstStyle/>
          <a:p>
            <a:endParaRPr lang="en-US"/>
          </a:p>
        </p:txBody>
      </p:sp>
      <p:sp>
        <p:nvSpPr>
          <p:cNvPr id="3" name="Picture Placeholder 2">
            <a:extLst>
              <a:ext uri="{FF2B5EF4-FFF2-40B4-BE49-F238E27FC236}">
                <a16:creationId xmlns:a16="http://schemas.microsoft.com/office/drawing/2014/main" id="{5930B491-FAF3-AB6D-3556-708CFCA842FC}"/>
              </a:ext>
            </a:extLst>
          </p:cNvPr>
          <p:cNvSpPr>
            <a:spLocks noGrp="1"/>
          </p:cNvSpPr>
          <p:nvPr>
            <p:ph type="pic" sz="quarter" idx="10"/>
          </p:nvPr>
        </p:nvSpPr>
        <p:spPr/>
        <p:txBody>
          <a:bodyPr/>
          <a:lstStyle/>
          <a:p>
            <a:endParaRPr lang="en-US"/>
          </a:p>
        </p:txBody>
      </p:sp>
      <p:sp>
        <p:nvSpPr>
          <p:cNvPr id="4" name="Text Placeholder 3">
            <a:extLst>
              <a:ext uri="{FF2B5EF4-FFF2-40B4-BE49-F238E27FC236}">
                <a16:creationId xmlns:a16="http://schemas.microsoft.com/office/drawing/2014/main" id="{CB6DFC20-60F5-772F-BCBF-54ABA9967964}"/>
              </a:ext>
            </a:extLst>
          </p:cNvPr>
          <p:cNvSpPr>
            <a:spLocks noGrp="1"/>
          </p:cNvSpPr>
          <p:nvPr>
            <p:ph type="body" sz="quarter" idx="24"/>
          </p:nvPr>
        </p:nvSpPr>
        <p:spPr/>
        <p:txBody>
          <a:bodyPr/>
          <a:lstStyle/>
          <a:p>
            <a:endParaRPr lang="en-US"/>
          </a:p>
        </p:txBody>
      </p:sp>
      <p:sp>
        <p:nvSpPr>
          <p:cNvPr id="5" name="Text Placeholder 4">
            <a:extLst>
              <a:ext uri="{FF2B5EF4-FFF2-40B4-BE49-F238E27FC236}">
                <a16:creationId xmlns:a16="http://schemas.microsoft.com/office/drawing/2014/main" id="{192F8283-FB76-7897-079E-5FCABCE10B48}"/>
              </a:ext>
            </a:extLst>
          </p:cNvPr>
          <p:cNvSpPr>
            <a:spLocks noGrp="1"/>
          </p:cNvSpPr>
          <p:nvPr>
            <p:ph type="body" sz="quarter" idx="25"/>
          </p:nvPr>
        </p:nvSpPr>
        <p:spPr/>
        <p:txBody>
          <a:bodyPr/>
          <a:lstStyle/>
          <a:p>
            <a:endParaRPr lang="en-US"/>
          </a:p>
        </p:txBody>
      </p:sp>
      <p:sp>
        <p:nvSpPr>
          <p:cNvPr id="6" name="Text Placeholder 5">
            <a:extLst>
              <a:ext uri="{FF2B5EF4-FFF2-40B4-BE49-F238E27FC236}">
                <a16:creationId xmlns:a16="http://schemas.microsoft.com/office/drawing/2014/main" id="{F3B5E3A5-8687-327D-4635-7EC3DF847A65}"/>
              </a:ext>
            </a:extLst>
          </p:cNvPr>
          <p:cNvSpPr>
            <a:spLocks noGrp="1"/>
          </p:cNvSpPr>
          <p:nvPr>
            <p:ph type="body" sz="quarter" idx="33"/>
          </p:nvPr>
        </p:nvSpPr>
        <p:spPr/>
        <p:txBody>
          <a:bodyPr/>
          <a:lstStyle/>
          <a:p>
            <a:endParaRPr lang="en-US"/>
          </a:p>
        </p:txBody>
      </p:sp>
      <p:sp>
        <p:nvSpPr>
          <p:cNvPr id="8" name="Text Placeholder 7">
            <a:extLst>
              <a:ext uri="{FF2B5EF4-FFF2-40B4-BE49-F238E27FC236}">
                <a16:creationId xmlns:a16="http://schemas.microsoft.com/office/drawing/2014/main" id="{700B03A8-0252-0041-15EE-92E0D21C5653}"/>
              </a:ext>
            </a:extLst>
          </p:cNvPr>
          <p:cNvSpPr>
            <a:spLocks noGrp="1"/>
          </p:cNvSpPr>
          <p:nvPr>
            <p:ph type="body" sz="quarter" idx="37"/>
          </p:nvPr>
        </p:nvSpPr>
        <p:spPr/>
        <p:txBody>
          <a:bodyPr/>
          <a:lstStyle/>
          <a:p>
            <a:endParaRPr lang="en-US"/>
          </a:p>
        </p:txBody>
      </p:sp>
      <p:sp>
        <p:nvSpPr>
          <p:cNvPr id="7" name="Text Placeholder 6">
            <a:extLst>
              <a:ext uri="{FF2B5EF4-FFF2-40B4-BE49-F238E27FC236}">
                <a16:creationId xmlns:a16="http://schemas.microsoft.com/office/drawing/2014/main" id="{05102162-E024-EDFC-F4C3-E2CDF86A987A}"/>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81393511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4D875-F7FB-5677-6FBA-90FFEF13564B}"/>
              </a:ext>
            </a:extLst>
          </p:cNvPr>
          <p:cNvSpPr>
            <a:spLocks noGrp="1"/>
          </p:cNvSpPr>
          <p:nvPr>
            <p:ph type="title"/>
          </p:nvPr>
        </p:nvSpPr>
        <p:spPr>
          <a:xfrm>
            <a:off x="731520" y="2066474"/>
            <a:ext cx="10698480" cy="2141611"/>
          </a:xfrm>
        </p:spPr>
        <p:txBody>
          <a:bodyPr/>
          <a:lstStyle/>
          <a:p>
            <a:r>
              <a:rPr lang="en-US"/>
              <a:t>Thank You!</a:t>
            </a:r>
          </a:p>
        </p:txBody>
      </p:sp>
      <p:sp>
        <p:nvSpPr>
          <p:cNvPr id="10" name="Text Placeholder 9">
            <a:extLst>
              <a:ext uri="{FF2B5EF4-FFF2-40B4-BE49-F238E27FC236}">
                <a16:creationId xmlns:a16="http://schemas.microsoft.com/office/drawing/2014/main" id="{BC3DAF54-8661-9A50-F83F-FFC050D67A0B}"/>
              </a:ext>
            </a:extLst>
          </p:cNvPr>
          <p:cNvSpPr>
            <a:spLocks noGrp="1"/>
          </p:cNvSpPr>
          <p:nvPr>
            <p:ph type="body" sz="quarter" idx="10"/>
          </p:nvPr>
        </p:nvSpPr>
        <p:spPr/>
        <p:txBody>
          <a:bodyPr/>
          <a:lstStyle/>
          <a:p>
            <a:endParaRPr lang="en-US"/>
          </a:p>
        </p:txBody>
      </p:sp>
      <p:sp>
        <p:nvSpPr>
          <p:cNvPr id="11" name="Text Placeholder 10">
            <a:extLst>
              <a:ext uri="{FF2B5EF4-FFF2-40B4-BE49-F238E27FC236}">
                <a16:creationId xmlns:a16="http://schemas.microsoft.com/office/drawing/2014/main" id="{35BF964C-8CBD-E295-8978-5B6D0560C993}"/>
              </a:ext>
            </a:extLst>
          </p:cNvPr>
          <p:cNvSpPr>
            <a:spLocks noGrp="1"/>
          </p:cNvSpPr>
          <p:nvPr>
            <p:ph type="body" sz="quarter" idx="11"/>
          </p:nvPr>
        </p:nvSpPr>
        <p:spPr/>
        <p:txBody>
          <a:bodyPr/>
          <a:lstStyle/>
          <a:p>
            <a:endParaRPr lang="en-US"/>
          </a:p>
        </p:txBody>
      </p:sp>
      <p:sp>
        <p:nvSpPr>
          <p:cNvPr id="12" name="Text Placeholder 11">
            <a:extLst>
              <a:ext uri="{FF2B5EF4-FFF2-40B4-BE49-F238E27FC236}">
                <a16:creationId xmlns:a16="http://schemas.microsoft.com/office/drawing/2014/main" id="{58444596-831F-BDFF-F96E-0E2B7FF9BCB0}"/>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228499999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79138-8527-7556-5A68-1F0BC7F7AD8D}"/>
              </a:ext>
            </a:extLst>
          </p:cNvPr>
          <p:cNvSpPr>
            <a:spLocks noGrp="1"/>
          </p:cNvSpPr>
          <p:nvPr>
            <p:ph type="title"/>
          </p:nvPr>
        </p:nvSpPr>
        <p:spPr>
          <a:xfrm>
            <a:off x="731520" y="1912468"/>
            <a:ext cx="10698480" cy="2141611"/>
          </a:xfrm>
        </p:spPr>
        <p:txBody>
          <a:bodyPr/>
          <a:lstStyle/>
          <a:p>
            <a:r>
              <a:rPr lang="en-US"/>
              <a:t>Questions?</a:t>
            </a:r>
          </a:p>
        </p:txBody>
      </p:sp>
      <p:sp>
        <p:nvSpPr>
          <p:cNvPr id="10" name="Text Placeholder 9">
            <a:extLst>
              <a:ext uri="{FF2B5EF4-FFF2-40B4-BE49-F238E27FC236}">
                <a16:creationId xmlns:a16="http://schemas.microsoft.com/office/drawing/2014/main" id="{B060CBA7-322E-8A4C-FA6D-49EF1949FE7F}"/>
              </a:ext>
            </a:extLst>
          </p:cNvPr>
          <p:cNvSpPr>
            <a:spLocks noGrp="1"/>
          </p:cNvSpPr>
          <p:nvPr>
            <p:ph type="body" sz="quarter" idx="10"/>
          </p:nvPr>
        </p:nvSpPr>
        <p:spPr/>
        <p:txBody>
          <a:bodyPr/>
          <a:lstStyle/>
          <a:p>
            <a:endParaRPr lang="en-US"/>
          </a:p>
        </p:txBody>
      </p:sp>
      <p:sp>
        <p:nvSpPr>
          <p:cNvPr id="11" name="Text Placeholder 10">
            <a:extLst>
              <a:ext uri="{FF2B5EF4-FFF2-40B4-BE49-F238E27FC236}">
                <a16:creationId xmlns:a16="http://schemas.microsoft.com/office/drawing/2014/main" id="{93567636-9A49-960F-A7B0-BC814AC088C0}"/>
              </a:ext>
            </a:extLst>
          </p:cNvPr>
          <p:cNvSpPr>
            <a:spLocks noGrp="1"/>
          </p:cNvSpPr>
          <p:nvPr>
            <p:ph type="body" sz="quarter" idx="11"/>
          </p:nvPr>
        </p:nvSpPr>
        <p:spPr/>
        <p:txBody>
          <a:bodyPr/>
          <a:lstStyle/>
          <a:p>
            <a:endParaRPr lang="en-US"/>
          </a:p>
        </p:txBody>
      </p:sp>
      <p:sp>
        <p:nvSpPr>
          <p:cNvPr id="12" name="Text Placeholder 11">
            <a:extLst>
              <a:ext uri="{FF2B5EF4-FFF2-40B4-BE49-F238E27FC236}">
                <a16:creationId xmlns:a16="http://schemas.microsoft.com/office/drawing/2014/main" id="{DAF8D9D9-5BFE-28EF-616E-8163185A8875}"/>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10705090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8BC54-09AE-2BFD-C9B2-2D242214DFEF}"/>
              </a:ext>
            </a:extLst>
          </p:cNvPr>
          <p:cNvSpPr>
            <a:spLocks noGrp="1"/>
          </p:cNvSpPr>
          <p:nvPr>
            <p:ph type="title"/>
          </p:nvPr>
        </p:nvSpPr>
        <p:spPr>
          <a:xfrm>
            <a:off x="731520" y="-731520"/>
            <a:ext cx="10698480" cy="731520"/>
          </a:xfrm>
        </p:spPr>
        <p:txBody>
          <a:bodyPr/>
          <a:lstStyle/>
          <a:p>
            <a:endParaRPr lang="en-US"/>
          </a:p>
        </p:txBody>
      </p:sp>
      <p:pic>
        <p:nvPicPr>
          <p:cNvPr id="3" name="Picture 2" descr="Central Piedmont Community College logo icon">
            <a:extLst>
              <a:ext uri="{FF2B5EF4-FFF2-40B4-BE49-F238E27FC236}">
                <a16:creationId xmlns:a16="http://schemas.microsoft.com/office/drawing/2014/main" id="{9941BF6B-A205-763C-8ACA-105DB8933921}"/>
              </a:ext>
            </a:extLst>
          </p:cNvPr>
          <p:cNvPicPr>
            <a:picLocks noChangeAspect="1"/>
          </p:cNvPicPr>
          <p:nvPr/>
        </p:nvPicPr>
        <p:blipFill>
          <a:blip r:embed="rId2"/>
          <a:stretch>
            <a:fillRect/>
          </a:stretch>
        </p:blipFill>
        <p:spPr>
          <a:xfrm>
            <a:off x="2048044" y="2377797"/>
            <a:ext cx="2137753" cy="2149782"/>
          </a:xfrm>
          <a:prstGeom prst="rect">
            <a:avLst/>
          </a:prstGeom>
        </p:spPr>
      </p:pic>
      <p:pic>
        <p:nvPicPr>
          <p:cNvPr id="4" name="Graphic 3" descr="Telephone icon">
            <a:extLst>
              <a:ext uri="{FF2B5EF4-FFF2-40B4-BE49-F238E27FC236}">
                <a16:creationId xmlns:a16="http://schemas.microsoft.com/office/drawing/2014/main" id="{C069788C-C763-1AA2-3114-D3E0A1D41F20}"/>
              </a:ext>
            </a:extLst>
          </p:cNvPr>
          <p:cNvPicPr>
            <a:picLocks noChangeAspect="1"/>
          </p:cNvPicPr>
          <p:nvPr/>
        </p:nvPicPr>
        <p:blipFill>
          <a:blip r:embed="rId3">
            <a:extLst>
              <a:ext uri="{96DAC541-7B7A-43D3-8B79-37D633B846F1}">
                <asvg:svgBlip xmlns:asvg="http://schemas.microsoft.com/office/drawing/2016/SVG/main" r:embed="rId4"/>
              </a:ext>
            </a:extLst>
          </a:blip>
          <a:srcRect l="-7538" t="-4892" r="-5837" b="-6700"/>
          <a:stretch>
            <a:fillRect/>
          </a:stretch>
        </p:blipFill>
        <p:spPr>
          <a:xfrm>
            <a:off x="5389714" y="2266731"/>
            <a:ext cx="669158" cy="658648"/>
          </a:xfrm>
          <a:prstGeom prst="rect">
            <a:avLst/>
          </a:prstGeom>
        </p:spPr>
      </p:pic>
      <p:sp>
        <p:nvSpPr>
          <p:cNvPr id="5" name="TextBox 4">
            <a:extLst>
              <a:ext uri="{FF2B5EF4-FFF2-40B4-BE49-F238E27FC236}">
                <a16:creationId xmlns:a16="http://schemas.microsoft.com/office/drawing/2014/main" id="{7D256EDC-73ED-9A8F-7E8C-26D63D136860}"/>
              </a:ext>
            </a:extLst>
          </p:cNvPr>
          <p:cNvSpPr txBox="1"/>
          <p:nvPr/>
        </p:nvSpPr>
        <p:spPr>
          <a:xfrm>
            <a:off x="6150496" y="2377797"/>
            <a:ext cx="2268940" cy="400110"/>
          </a:xfrm>
          <a:prstGeom prst="rect">
            <a:avLst/>
          </a:prstGeom>
          <a:noFill/>
        </p:spPr>
        <p:txBody>
          <a:bodyPr wrap="square" lIns="0" rtlCol="0">
            <a:spAutoFit/>
          </a:bodyPr>
          <a:lstStyle/>
          <a:p>
            <a:r>
              <a:rPr lang="en-US" sz="2000" b="0" i="0">
                <a:solidFill>
                  <a:schemeClr val="tx2"/>
                </a:solidFill>
                <a:latin typeface="Franklin Gothic Book" panose="020B0503020102020204" pitchFamily="34" charset="0"/>
                <a:cs typeface="Arial" panose="020B0604020202020204" pitchFamily="34" charset="0"/>
              </a:rPr>
              <a:t>704-330-2722</a:t>
            </a:r>
          </a:p>
        </p:txBody>
      </p:sp>
      <p:pic>
        <p:nvPicPr>
          <p:cNvPr id="6" name="Graphic 5" descr="Globe and magnifying glass icons">
            <a:extLst>
              <a:ext uri="{FF2B5EF4-FFF2-40B4-BE49-F238E27FC236}">
                <a16:creationId xmlns:a16="http://schemas.microsoft.com/office/drawing/2014/main" id="{F6146C5E-3E6F-1036-7192-89C190FD9E7A}"/>
              </a:ext>
            </a:extLst>
          </p:cNvPr>
          <p:cNvPicPr>
            <a:picLocks noChangeAspect="1"/>
          </p:cNvPicPr>
          <p:nvPr/>
        </p:nvPicPr>
        <p:blipFill>
          <a:blip r:embed="rId5">
            <a:extLst>
              <a:ext uri="{96DAC541-7B7A-43D3-8B79-37D633B846F1}">
                <asvg:svgBlip xmlns:asvg="http://schemas.microsoft.com/office/drawing/2016/SVG/main" r:embed="rId6"/>
              </a:ext>
            </a:extLst>
          </a:blip>
          <a:srcRect l="-7537" t="-11593" r="-11064" b="-12474"/>
          <a:stretch>
            <a:fillRect/>
          </a:stretch>
        </p:blipFill>
        <p:spPr>
          <a:xfrm>
            <a:off x="5374290" y="3065467"/>
            <a:ext cx="700006" cy="732271"/>
          </a:xfrm>
          <a:prstGeom prst="rect">
            <a:avLst/>
          </a:prstGeom>
        </p:spPr>
      </p:pic>
      <p:sp>
        <p:nvSpPr>
          <p:cNvPr id="7" name="TextBox 6">
            <a:extLst>
              <a:ext uri="{FF2B5EF4-FFF2-40B4-BE49-F238E27FC236}">
                <a16:creationId xmlns:a16="http://schemas.microsoft.com/office/drawing/2014/main" id="{6CBB333A-8F35-A653-DC56-9E99CDCA6C09}"/>
              </a:ext>
            </a:extLst>
          </p:cNvPr>
          <p:cNvSpPr txBox="1"/>
          <p:nvPr/>
        </p:nvSpPr>
        <p:spPr>
          <a:xfrm>
            <a:off x="6150496" y="3221953"/>
            <a:ext cx="3333741" cy="400110"/>
          </a:xfrm>
          <a:prstGeom prst="rect">
            <a:avLst/>
          </a:prstGeom>
          <a:noFill/>
        </p:spPr>
        <p:txBody>
          <a:bodyPr wrap="square" lIns="0" rtlCol="0">
            <a:spAutoFit/>
          </a:bodyPr>
          <a:lstStyle/>
          <a:p>
            <a:r>
              <a:rPr lang="en-US" sz="2000" b="0" i="0">
                <a:solidFill>
                  <a:schemeClr val="tx2"/>
                </a:solidFill>
                <a:latin typeface="Franklin Gothic Book" panose="020B0503020102020204" pitchFamily="34" charset="0"/>
                <a:cs typeface="Arial" panose="020B0604020202020204" pitchFamily="34" charset="0"/>
                <a:hlinkClick r:id="rId7"/>
              </a:rPr>
              <a:t>cpcc.edu</a:t>
            </a:r>
            <a:endParaRPr lang="en-US" sz="2000" b="0" i="0">
              <a:solidFill>
                <a:schemeClr val="tx2"/>
              </a:solidFill>
              <a:latin typeface="Franklin Gothic Book" panose="020B0503020102020204" pitchFamily="34" charset="0"/>
              <a:cs typeface="Arial" panose="020B0604020202020204" pitchFamily="34" charset="0"/>
            </a:endParaRPr>
          </a:p>
        </p:txBody>
      </p:sp>
      <p:pic>
        <p:nvPicPr>
          <p:cNvPr id="8" name="Graphic 7" descr="location indicator icon">
            <a:extLst>
              <a:ext uri="{FF2B5EF4-FFF2-40B4-BE49-F238E27FC236}">
                <a16:creationId xmlns:a16="http://schemas.microsoft.com/office/drawing/2014/main" id="{CAC9202B-F714-F3DF-3631-BF038098B0C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38481" y="3972170"/>
            <a:ext cx="371624" cy="590226"/>
          </a:xfrm>
          <a:prstGeom prst="rect">
            <a:avLst/>
          </a:prstGeom>
        </p:spPr>
      </p:pic>
      <p:sp>
        <p:nvSpPr>
          <p:cNvPr id="9" name="TextBox 8">
            <a:extLst>
              <a:ext uri="{FF2B5EF4-FFF2-40B4-BE49-F238E27FC236}">
                <a16:creationId xmlns:a16="http://schemas.microsoft.com/office/drawing/2014/main" id="{076525FB-05FA-222A-08EE-27BB822EC32B}"/>
              </a:ext>
            </a:extLst>
          </p:cNvPr>
          <p:cNvSpPr txBox="1"/>
          <p:nvPr/>
        </p:nvSpPr>
        <p:spPr>
          <a:xfrm>
            <a:off x="6150496" y="4066109"/>
            <a:ext cx="5473857" cy="400110"/>
          </a:xfrm>
          <a:prstGeom prst="rect">
            <a:avLst/>
          </a:prstGeom>
          <a:noFill/>
        </p:spPr>
        <p:txBody>
          <a:bodyPr wrap="square" lIns="0" rtlCol="0">
            <a:spAutoFit/>
          </a:bodyPr>
          <a:lstStyle/>
          <a:p>
            <a:r>
              <a:rPr lang="en-US" sz="2000" b="0" i="0">
                <a:solidFill>
                  <a:schemeClr val="tx2"/>
                </a:solidFill>
                <a:latin typeface="Franklin Gothic Book" panose="020B0503020102020204" pitchFamily="34" charset="0"/>
                <a:cs typeface="Arial" panose="020B0604020202020204" pitchFamily="34" charset="0"/>
              </a:rPr>
              <a:t>1201 Elizabeth Ave, Charlotte, NC 28204</a:t>
            </a:r>
          </a:p>
        </p:txBody>
      </p:sp>
    </p:spTree>
    <p:extLst>
      <p:ext uri="{BB962C8B-B14F-4D97-AF65-F5344CB8AC3E}">
        <p14:creationId xmlns:p14="http://schemas.microsoft.com/office/powerpoint/2010/main" val="273050185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BF105-74CC-D6B0-F41E-F765FB330959}"/>
              </a:ext>
            </a:extLst>
          </p:cNvPr>
          <p:cNvSpPr>
            <a:spLocks noGrp="1"/>
          </p:cNvSpPr>
          <p:nvPr>
            <p:ph type="title"/>
          </p:nvPr>
        </p:nvSpPr>
        <p:spPr>
          <a:xfrm>
            <a:off x="731520" y="-731520"/>
            <a:ext cx="10698480" cy="731520"/>
          </a:xfrm>
        </p:spPr>
        <p:txBody>
          <a:bodyPr/>
          <a:lstStyle/>
          <a:p>
            <a:endParaRPr lang="en-US"/>
          </a:p>
        </p:txBody>
      </p:sp>
      <p:pic>
        <p:nvPicPr>
          <p:cNvPr id="3" name="Picture 2" descr="Central Piedmont Community College logo icon">
            <a:extLst>
              <a:ext uri="{FF2B5EF4-FFF2-40B4-BE49-F238E27FC236}">
                <a16:creationId xmlns:a16="http://schemas.microsoft.com/office/drawing/2014/main" id="{5B8FC3B5-30C5-5602-67FA-0CB728B0CFF3}"/>
              </a:ext>
            </a:extLst>
          </p:cNvPr>
          <p:cNvPicPr>
            <a:picLocks noChangeAspect="1"/>
          </p:cNvPicPr>
          <p:nvPr/>
        </p:nvPicPr>
        <p:blipFill>
          <a:blip r:embed="rId3"/>
          <a:stretch>
            <a:fillRect/>
          </a:stretch>
        </p:blipFill>
        <p:spPr>
          <a:xfrm>
            <a:off x="2048044" y="2377797"/>
            <a:ext cx="2137753" cy="2149782"/>
          </a:xfrm>
          <a:prstGeom prst="rect">
            <a:avLst/>
          </a:prstGeom>
        </p:spPr>
      </p:pic>
      <p:pic>
        <p:nvPicPr>
          <p:cNvPr id="4" name="Graphic 3" descr="Telephone icon">
            <a:extLst>
              <a:ext uri="{FF2B5EF4-FFF2-40B4-BE49-F238E27FC236}">
                <a16:creationId xmlns:a16="http://schemas.microsoft.com/office/drawing/2014/main" id="{A59CFC41-D3BB-832F-BA9C-1F71CAC83FBE}"/>
              </a:ext>
            </a:extLst>
          </p:cNvPr>
          <p:cNvPicPr>
            <a:picLocks noChangeAspect="1"/>
          </p:cNvPicPr>
          <p:nvPr/>
        </p:nvPicPr>
        <p:blipFill>
          <a:blip r:embed="rId4">
            <a:extLst>
              <a:ext uri="{96DAC541-7B7A-43D3-8B79-37D633B846F1}">
                <asvg:svgBlip xmlns:asvg="http://schemas.microsoft.com/office/drawing/2016/SVG/main" r:embed="rId5"/>
              </a:ext>
            </a:extLst>
          </a:blip>
          <a:srcRect l="-7538" t="-4892" r="-5837" b="-6700"/>
          <a:stretch>
            <a:fillRect/>
          </a:stretch>
        </p:blipFill>
        <p:spPr>
          <a:xfrm>
            <a:off x="5389714" y="2266731"/>
            <a:ext cx="669158" cy="658648"/>
          </a:xfrm>
          <a:prstGeom prst="rect">
            <a:avLst/>
          </a:prstGeom>
        </p:spPr>
      </p:pic>
      <p:sp>
        <p:nvSpPr>
          <p:cNvPr id="5" name="TextBox 4">
            <a:extLst>
              <a:ext uri="{FF2B5EF4-FFF2-40B4-BE49-F238E27FC236}">
                <a16:creationId xmlns:a16="http://schemas.microsoft.com/office/drawing/2014/main" id="{CF83B8CA-E435-15A4-2C37-4BE15DA9CA33}"/>
              </a:ext>
            </a:extLst>
          </p:cNvPr>
          <p:cNvSpPr txBox="1"/>
          <p:nvPr/>
        </p:nvSpPr>
        <p:spPr>
          <a:xfrm>
            <a:off x="6150496" y="2377797"/>
            <a:ext cx="2268940" cy="400110"/>
          </a:xfrm>
          <a:prstGeom prst="rect">
            <a:avLst/>
          </a:prstGeom>
          <a:noFill/>
        </p:spPr>
        <p:txBody>
          <a:bodyPr wrap="square" lIns="0" rtlCol="0">
            <a:spAutoFit/>
          </a:bodyPr>
          <a:lstStyle/>
          <a:p>
            <a:r>
              <a:rPr lang="en-US" sz="2000" b="0" i="0">
                <a:solidFill>
                  <a:schemeClr val="bg1"/>
                </a:solidFill>
                <a:latin typeface="Franklin Gothic Book" panose="020B0503020102020204" pitchFamily="34" charset="0"/>
                <a:cs typeface="Arial" panose="020B0604020202020204" pitchFamily="34" charset="0"/>
              </a:rPr>
              <a:t>704-330-2722</a:t>
            </a:r>
          </a:p>
        </p:txBody>
      </p:sp>
      <p:pic>
        <p:nvPicPr>
          <p:cNvPr id="6" name="Graphic 5" descr="Globe and magnifying glass icons">
            <a:extLst>
              <a:ext uri="{FF2B5EF4-FFF2-40B4-BE49-F238E27FC236}">
                <a16:creationId xmlns:a16="http://schemas.microsoft.com/office/drawing/2014/main" id="{46D9DB7C-932D-34B3-95EF-AA0C35D738E4}"/>
              </a:ext>
            </a:extLst>
          </p:cNvPr>
          <p:cNvPicPr>
            <a:picLocks noChangeAspect="1"/>
          </p:cNvPicPr>
          <p:nvPr/>
        </p:nvPicPr>
        <p:blipFill>
          <a:blip r:embed="rId6">
            <a:extLst>
              <a:ext uri="{96DAC541-7B7A-43D3-8B79-37D633B846F1}">
                <asvg:svgBlip xmlns:asvg="http://schemas.microsoft.com/office/drawing/2016/SVG/main" r:embed="rId7"/>
              </a:ext>
            </a:extLst>
          </a:blip>
          <a:srcRect l="-7537" t="-11593" r="-11064" b="-12474"/>
          <a:stretch>
            <a:fillRect/>
          </a:stretch>
        </p:blipFill>
        <p:spPr>
          <a:xfrm>
            <a:off x="5374290" y="3065467"/>
            <a:ext cx="700006" cy="732271"/>
          </a:xfrm>
          <a:prstGeom prst="rect">
            <a:avLst/>
          </a:prstGeom>
        </p:spPr>
      </p:pic>
      <p:sp>
        <p:nvSpPr>
          <p:cNvPr id="7" name="TextBox 6">
            <a:extLst>
              <a:ext uri="{FF2B5EF4-FFF2-40B4-BE49-F238E27FC236}">
                <a16:creationId xmlns:a16="http://schemas.microsoft.com/office/drawing/2014/main" id="{0B19ABCC-A97A-BEB2-C0E3-3BDEC7BC87F3}"/>
              </a:ext>
            </a:extLst>
          </p:cNvPr>
          <p:cNvSpPr txBox="1"/>
          <p:nvPr/>
        </p:nvSpPr>
        <p:spPr>
          <a:xfrm>
            <a:off x="6150496" y="3221953"/>
            <a:ext cx="3333741" cy="400110"/>
          </a:xfrm>
          <a:prstGeom prst="rect">
            <a:avLst/>
          </a:prstGeom>
          <a:noFill/>
        </p:spPr>
        <p:txBody>
          <a:bodyPr wrap="square" lIns="0" rtlCol="0">
            <a:spAutoFit/>
          </a:bodyPr>
          <a:lstStyle/>
          <a:p>
            <a:r>
              <a:rPr lang="en-US" sz="2000" b="0" i="0">
                <a:solidFill>
                  <a:schemeClr val="bg2"/>
                </a:solidFill>
                <a:latin typeface="Franklin Gothic Book" panose="020B0503020102020204" pitchFamily="34" charset="0"/>
                <a:cs typeface="Arial" panose="020B0604020202020204" pitchFamily="34" charset="0"/>
                <a:hlinkClick r:id="rId8">
                  <a:extLst>
                    <a:ext uri="{A12FA001-AC4F-418D-AE19-62706E023703}">
                      <ahyp:hlinkClr xmlns:ahyp="http://schemas.microsoft.com/office/drawing/2018/hyperlinkcolor" val="tx"/>
                    </a:ext>
                  </a:extLst>
                </a:hlinkClick>
              </a:rPr>
              <a:t>cpcc.edu</a:t>
            </a:r>
            <a:endParaRPr lang="en-US" sz="2000" b="0" i="0">
              <a:solidFill>
                <a:schemeClr val="bg2"/>
              </a:solidFill>
              <a:latin typeface="Franklin Gothic Book" panose="020B0503020102020204" pitchFamily="34" charset="0"/>
              <a:cs typeface="Arial" panose="020B0604020202020204" pitchFamily="34" charset="0"/>
            </a:endParaRPr>
          </a:p>
        </p:txBody>
      </p:sp>
      <p:pic>
        <p:nvPicPr>
          <p:cNvPr id="8" name="Graphic 7" descr="location indicator icon">
            <a:extLst>
              <a:ext uri="{FF2B5EF4-FFF2-40B4-BE49-F238E27FC236}">
                <a16:creationId xmlns:a16="http://schemas.microsoft.com/office/drawing/2014/main" id="{8BD59A87-CA8E-E724-7AAB-9C7C49B4AC4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538481" y="3972170"/>
            <a:ext cx="371624" cy="590226"/>
          </a:xfrm>
          <a:prstGeom prst="rect">
            <a:avLst/>
          </a:prstGeom>
        </p:spPr>
      </p:pic>
      <p:sp>
        <p:nvSpPr>
          <p:cNvPr id="9" name="TextBox 8">
            <a:extLst>
              <a:ext uri="{FF2B5EF4-FFF2-40B4-BE49-F238E27FC236}">
                <a16:creationId xmlns:a16="http://schemas.microsoft.com/office/drawing/2014/main" id="{B0E305F1-9114-21CB-9E83-720AA69DDD67}"/>
              </a:ext>
            </a:extLst>
          </p:cNvPr>
          <p:cNvSpPr txBox="1"/>
          <p:nvPr/>
        </p:nvSpPr>
        <p:spPr>
          <a:xfrm>
            <a:off x="6150496" y="4066109"/>
            <a:ext cx="5473857" cy="400110"/>
          </a:xfrm>
          <a:prstGeom prst="rect">
            <a:avLst/>
          </a:prstGeom>
          <a:noFill/>
        </p:spPr>
        <p:txBody>
          <a:bodyPr wrap="square" lIns="0" rtlCol="0">
            <a:spAutoFit/>
          </a:bodyPr>
          <a:lstStyle/>
          <a:p>
            <a:r>
              <a:rPr lang="en-US" sz="2000" b="0" i="0">
                <a:solidFill>
                  <a:schemeClr val="bg1"/>
                </a:solidFill>
                <a:latin typeface="Franklin Gothic Book" panose="020B0503020102020204" pitchFamily="34" charset="0"/>
                <a:cs typeface="Arial" panose="020B0604020202020204" pitchFamily="34" charset="0"/>
              </a:rPr>
              <a:t>1201 Elizabeth Ave, Charlotte, NC 28204</a:t>
            </a:r>
          </a:p>
        </p:txBody>
      </p:sp>
    </p:spTree>
    <p:extLst>
      <p:ext uri="{BB962C8B-B14F-4D97-AF65-F5344CB8AC3E}">
        <p14:creationId xmlns:p14="http://schemas.microsoft.com/office/powerpoint/2010/main" val="347890379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F5AC0-DA44-988E-A7CB-2194910B8967}"/>
              </a:ext>
            </a:extLst>
          </p:cNvPr>
          <p:cNvSpPr>
            <a:spLocks noGrp="1"/>
          </p:cNvSpPr>
          <p:nvPr>
            <p:ph type="title"/>
          </p:nvPr>
        </p:nvSpPr>
        <p:spPr>
          <a:xfrm>
            <a:off x="731520" y="-731520"/>
            <a:ext cx="10698480" cy="731520"/>
          </a:xfrm>
        </p:spPr>
        <p:txBody>
          <a:bodyPr/>
          <a:lstStyle/>
          <a:p>
            <a:r>
              <a:rPr lang="en-US" dirty="0"/>
              <a:t>Add a title for </a:t>
            </a:r>
            <a:r>
              <a:rPr lang="en-US"/>
              <a:t>a screen reader</a:t>
            </a:r>
            <a:endParaRPr lang="en-US" dirty="0"/>
          </a:p>
        </p:txBody>
      </p:sp>
      <p:pic>
        <p:nvPicPr>
          <p:cNvPr id="3" name="Graphic 2" descr="Central Piedmont Community College logo">
            <a:extLst>
              <a:ext uri="{FF2B5EF4-FFF2-40B4-BE49-F238E27FC236}">
                <a16:creationId xmlns:a16="http://schemas.microsoft.com/office/drawing/2014/main" id="{3DA4B6A8-9F57-C434-DBA9-B355F8BA83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09799" y="2584173"/>
            <a:ext cx="7772395" cy="1689651"/>
          </a:xfrm>
          <a:prstGeom prst="rect">
            <a:avLst/>
          </a:prstGeom>
        </p:spPr>
      </p:pic>
    </p:spTree>
    <p:extLst>
      <p:ext uri="{BB962C8B-B14F-4D97-AF65-F5344CB8AC3E}">
        <p14:creationId xmlns:p14="http://schemas.microsoft.com/office/powerpoint/2010/main" val="44416938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6F504-A6DE-7F13-D391-77A98A5C44DD}"/>
              </a:ext>
            </a:extLst>
          </p:cNvPr>
          <p:cNvSpPr>
            <a:spLocks noGrp="1"/>
          </p:cNvSpPr>
          <p:nvPr>
            <p:ph type="title"/>
          </p:nvPr>
        </p:nvSpPr>
        <p:spPr>
          <a:xfrm>
            <a:off x="731520" y="-755151"/>
            <a:ext cx="10698480" cy="731520"/>
          </a:xfrm>
        </p:spPr>
        <p:txBody>
          <a:bodyPr/>
          <a:lstStyle/>
          <a:p>
            <a:r>
              <a:rPr lang="en-US" dirty="0">
                <a:solidFill>
                  <a:schemeClr val="tx2"/>
                </a:solidFill>
              </a:rPr>
              <a:t>Add a title for a screen reader</a:t>
            </a:r>
          </a:p>
        </p:txBody>
      </p:sp>
      <p:pic>
        <p:nvPicPr>
          <p:cNvPr id="3" name="Graphic 2" descr="Central Piedmont Community College logo">
            <a:extLst>
              <a:ext uri="{FF2B5EF4-FFF2-40B4-BE49-F238E27FC236}">
                <a16:creationId xmlns:a16="http://schemas.microsoft.com/office/drawing/2014/main" id="{A69A2A4A-F643-D53D-7949-8383876990A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09798" y="2584172"/>
            <a:ext cx="7772395" cy="1689651"/>
          </a:xfrm>
          <a:prstGeom prst="rect">
            <a:avLst/>
          </a:prstGeom>
        </p:spPr>
      </p:pic>
    </p:spTree>
    <p:extLst>
      <p:ext uri="{BB962C8B-B14F-4D97-AF65-F5344CB8AC3E}">
        <p14:creationId xmlns:p14="http://schemas.microsoft.com/office/powerpoint/2010/main" val="3944848857"/>
      </p:ext>
    </p:extLst>
  </p:cSld>
  <p:clrMapOvr>
    <a:masterClrMapping/>
  </p:clrMapOvr>
</p:sld>
</file>

<file path=ppt/theme/theme1.xml><?xml version="1.0" encoding="utf-8"?>
<a:theme xmlns:a="http://schemas.openxmlformats.org/drawingml/2006/main" name="Title, Section Divider, TOC, Agenda">
  <a:themeElements>
    <a:clrScheme name="CPCC 2025-07">
      <a:dk1>
        <a:srgbClr val="000000"/>
      </a:dk1>
      <a:lt1>
        <a:srgbClr val="FFFFFF"/>
      </a:lt1>
      <a:dk2>
        <a:srgbClr val="545659"/>
      </a:dk2>
      <a:lt2>
        <a:srgbClr val="F0F0F0"/>
      </a:lt2>
      <a:accent1>
        <a:srgbClr val="B3A269"/>
      </a:accent1>
      <a:accent2>
        <a:srgbClr val="005D83"/>
      </a:accent2>
      <a:accent3>
        <a:srgbClr val="D65F00"/>
      </a:accent3>
      <a:accent4>
        <a:srgbClr val="F3C300"/>
      </a:accent4>
      <a:accent5>
        <a:srgbClr val="672666"/>
      </a:accent5>
      <a:accent6>
        <a:srgbClr val="4EA72E"/>
      </a:accent6>
      <a:hlink>
        <a:srgbClr val="00306F"/>
      </a:hlink>
      <a:folHlink>
        <a:srgbClr val="96607D"/>
      </a:folHlink>
    </a:clrScheme>
    <a:fontScheme name="Central Piedmont Power Point">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entralPiedmont_Presentation Template_2025-11-20" id="{D5238206-D340-E44E-9F83-78CCA3268D0F}" vid="{00350F70-52CC-E542-B0A8-84BE19C04E0F}"/>
    </a:ext>
  </a:extLst>
</a:theme>
</file>

<file path=ppt/theme/theme2.xml><?xml version="1.0" encoding="utf-8"?>
<a:theme xmlns:a="http://schemas.openxmlformats.org/drawingml/2006/main" name="Text, Image, Team, Graphics">
  <a:themeElements>
    <a:clrScheme name="CPCC 2025-07">
      <a:dk1>
        <a:srgbClr val="000000"/>
      </a:dk1>
      <a:lt1>
        <a:srgbClr val="FFFFFF"/>
      </a:lt1>
      <a:dk2>
        <a:srgbClr val="545659"/>
      </a:dk2>
      <a:lt2>
        <a:srgbClr val="F0F0F0"/>
      </a:lt2>
      <a:accent1>
        <a:srgbClr val="B3A269"/>
      </a:accent1>
      <a:accent2>
        <a:srgbClr val="005D83"/>
      </a:accent2>
      <a:accent3>
        <a:srgbClr val="D65F00"/>
      </a:accent3>
      <a:accent4>
        <a:srgbClr val="F3C300"/>
      </a:accent4>
      <a:accent5>
        <a:srgbClr val="672666"/>
      </a:accent5>
      <a:accent6>
        <a:srgbClr val="4EA72E"/>
      </a:accent6>
      <a:hlink>
        <a:srgbClr val="00306F"/>
      </a:hlink>
      <a:folHlink>
        <a:srgbClr val="96607D"/>
      </a:folHlink>
    </a:clrScheme>
    <a:fontScheme name="Central Piedmont Power Point">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B3A269"/>
        </a:solidFill>
        <a:ln w="12700" cap="flat">
          <a:noFill/>
          <a:prstDash val="solid"/>
          <a:miter/>
        </a:ln>
      </a:spPr>
      <a:bodyPr lIns="365760" tIns="0" rIns="0" bIns="0" rtlCol="0" anchor="ctr"/>
      <a:lstStyle>
        <a:defPPr marL="0" marR="0" indent="0" algn="l" defTabSz="914400" rtl="0" eaLnBrk="1" fontAlgn="auto" latinLnBrk="0" hangingPunct="1">
          <a:lnSpc>
            <a:spcPct val="100000"/>
          </a:lnSpc>
          <a:spcBef>
            <a:spcPts val="0"/>
          </a:spcBef>
          <a:spcAft>
            <a:spcPts val="0"/>
          </a:spcAft>
          <a:buClrTx/>
          <a:buSzTx/>
          <a:buFontTx/>
          <a:buNone/>
          <a:tabLst/>
          <a:defRPr sz="1800" dirty="0" smtClean="0">
            <a:solidFill>
              <a:schemeClr val="tx1"/>
            </a:solidFill>
            <a:latin typeface="Franklin Gothic Medium" panose="020B0603020102020204" pitchFamily="34" charset="0"/>
          </a:defRPr>
        </a:defPPr>
      </a:lstStyle>
    </a:spDef>
    <a:lnDef>
      <a:spPr>
        <a:ln>
          <a:solidFill>
            <a:schemeClr val="accent1"/>
          </a:solidFill>
        </a:ln>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entralPiedmont_Presentation Template_2025-11-20" id="{D5238206-D340-E44E-9F83-78CCA3268D0F}" vid="{2331EF6C-3C58-824F-B171-3671F2D20703}"/>
    </a:ext>
  </a:extLst>
</a:theme>
</file>

<file path=ppt/theme/theme3.xml><?xml version="1.0" encoding="utf-8"?>
<a:theme xmlns:a="http://schemas.openxmlformats.org/drawingml/2006/main" name="Executive Summary">
  <a:themeElements>
    <a:clrScheme name="CPCC 2025-07">
      <a:dk1>
        <a:srgbClr val="000000"/>
      </a:dk1>
      <a:lt1>
        <a:srgbClr val="FFFFFF"/>
      </a:lt1>
      <a:dk2>
        <a:srgbClr val="545659"/>
      </a:dk2>
      <a:lt2>
        <a:srgbClr val="F0F0F0"/>
      </a:lt2>
      <a:accent1>
        <a:srgbClr val="B3A269"/>
      </a:accent1>
      <a:accent2>
        <a:srgbClr val="005D83"/>
      </a:accent2>
      <a:accent3>
        <a:srgbClr val="D65F00"/>
      </a:accent3>
      <a:accent4>
        <a:srgbClr val="F3C300"/>
      </a:accent4>
      <a:accent5>
        <a:srgbClr val="672666"/>
      </a:accent5>
      <a:accent6>
        <a:srgbClr val="4EA72E"/>
      </a:accent6>
      <a:hlink>
        <a:srgbClr val="00306F"/>
      </a:hlink>
      <a:folHlink>
        <a:srgbClr val="96607D"/>
      </a:folHlink>
    </a:clrScheme>
    <a:fontScheme name="Central Piedmont Power Point">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entralPiedmont_Presentation Template_2025-11-20" id="{D5238206-D340-E44E-9F83-78CCA3268D0F}" vid="{255D51CC-CAE8-584F-AC11-D6C032C96B64}"/>
    </a:ext>
  </a:extLst>
</a:theme>
</file>

<file path=ppt/theme/theme4.xml><?xml version="1.0" encoding="utf-8"?>
<a:theme xmlns:a="http://schemas.openxmlformats.org/drawingml/2006/main" name="Quotes">
  <a:themeElements>
    <a:clrScheme name="Central Piedmont Community College">
      <a:dk1>
        <a:srgbClr val="000000"/>
      </a:dk1>
      <a:lt1>
        <a:sysClr val="window" lastClr="FFFFFF"/>
      </a:lt1>
      <a:dk2>
        <a:srgbClr val="54565B"/>
      </a:dk2>
      <a:lt2>
        <a:srgbClr val="F0F0F0"/>
      </a:lt2>
      <a:accent1>
        <a:srgbClr val="B6A269"/>
      </a:accent1>
      <a:accent2>
        <a:srgbClr val="005F80"/>
      </a:accent2>
      <a:accent3>
        <a:srgbClr val="642667"/>
      </a:accent3>
      <a:accent4>
        <a:srgbClr val="F1C400"/>
      </a:accent4>
      <a:accent5>
        <a:srgbClr val="D45D00"/>
      </a:accent5>
      <a:accent6>
        <a:srgbClr val="9A9CA0"/>
      </a:accent6>
      <a:hlink>
        <a:srgbClr val="00316F"/>
      </a:hlink>
      <a:folHlink>
        <a:srgbClr val="853A84"/>
      </a:folHlink>
    </a:clrScheme>
    <a:fontScheme name="Central Piedmont">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entralPiedmont_Presentation Template_2025-11-20" id="{D5238206-D340-E44E-9F83-78CCA3268D0F}" vid="{7C888C4D-FD38-604C-9426-B050F7829DB5}"/>
    </a:ext>
  </a:extLst>
</a:theme>
</file>

<file path=ppt/theme/theme5.xml><?xml version="1.0" encoding="utf-8"?>
<a:theme xmlns:a="http://schemas.openxmlformats.org/drawingml/2006/main" name="Questions, Thank You, Contact">
  <a:themeElements>
    <a:clrScheme name="CPCC 2025-07">
      <a:dk1>
        <a:srgbClr val="000000"/>
      </a:dk1>
      <a:lt1>
        <a:srgbClr val="FFFFFF"/>
      </a:lt1>
      <a:dk2>
        <a:srgbClr val="545659"/>
      </a:dk2>
      <a:lt2>
        <a:srgbClr val="F0F0F0"/>
      </a:lt2>
      <a:accent1>
        <a:srgbClr val="B3A269"/>
      </a:accent1>
      <a:accent2>
        <a:srgbClr val="005D83"/>
      </a:accent2>
      <a:accent3>
        <a:srgbClr val="D65F00"/>
      </a:accent3>
      <a:accent4>
        <a:srgbClr val="F3C300"/>
      </a:accent4>
      <a:accent5>
        <a:srgbClr val="672666"/>
      </a:accent5>
      <a:accent6>
        <a:srgbClr val="4EA72E"/>
      </a:accent6>
      <a:hlink>
        <a:srgbClr val="00306F"/>
      </a:hlink>
      <a:folHlink>
        <a:srgbClr val="96607D"/>
      </a:folHlink>
    </a:clrScheme>
    <a:fontScheme name="Central Piedmont Power Point">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entralPiedmont_Presentation Template_2025-11-20" id="{D5238206-D340-E44E-9F83-78CCA3268D0F}" vid="{64B219C2-EF45-444C-BA1F-52EEAD8A1985}"/>
    </a:ext>
  </a:extLst>
</a:theme>
</file>

<file path=ppt/theme/theme6.xml><?xml version="1.0" encoding="utf-8"?>
<a:theme xmlns:a="http://schemas.openxmlformats.org/drawingml/2006/main" name="Icons">
  <a:themeElements>
    <a:clrScheme name="CPCC 2025-07">
      <a:dk1>
        <a:srgbClr val="000000"/>
      </a:dk1>
      <a:lt1>
        <a:srgbClr val="FFFFFF"/>
      </a:lt1>
      <a:dk2>
        <a:srgbClr val="545659"/>
      </a:dk2>
      <a:lt2>
        <a:srgbClr val="F0F0F0"/>
      </a:lt2>
      <a:accent1>
        <a:srgbClr val="B3A269"/>
      </a:accent1>
      <a:accent2>
        <a:srgbClr val="005D83"/>
      </a:accent2>
      <a:accent3>
        <a:srgbClr val="D65F00"/>
      </a:accent3>
      <a:accent4>
        <a:srgbClr val="F3C300"/>
      </a:accent4>
      <a:accent5>
        <a:srgbClr val="672666"/>
      </a:accent5>
      <a:accent6>
        <a:srgbClr val="4EA72E"/>
      </a:accent6>
      <a:hlink>
        <a:srgbClr val="00306F"/>
      </a:hlink>
      <a:folHlink>
        <a:srgbClr val="96607D"/>
      </a:folHlink>
    </a:clrScheme>
    <a:fontScheme name="Central Piedmont Power Point">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entralPiedmont_Presentation Template_2025-11-20" id="{D5238206-D340-E44E-9F83-78CCA3268D0F}" vid="{C99DB327-DC22-CA48-90AA-6F1C645A8095}"/>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ustom 1">
    <a:dk1>
      <a:srgbClr val="636466"/>
    </a:dk1>
    <a:lt1>
      <a:srgbClr val="FFFFFF"/>
    </a:lt1>
    <a:dk2>
      <a:srgbClr val="636466"/>
    </a:dk2>
    <a:lt2>
      <a:srgbClr val="FFFFFF"/>
    </a:lt2>
    <a:accent1>
      <a:srgbClr val="007396"/>
    </a:accent1>
    <a:accent2>
      <a:srgbClr val="632566"/>
    </a:accent2>
    <a:accent3>
      <a:srgbClr val="83BD00"/>
    </a:accent3>
    <a:accent4>
      <a:srgbClr val="B6A169"/>
    </a:accent4>
    <a:accent5>
      <a:srgbClr val="862533"/>
    </a:accent5>
    <a:accent6>
      <a:srgbClr val="D35D00"/>
    </a:accent6>
    <a:hlink>
      <a:srgbClr val="0563C1"/>
    </a:hlink>
    <a:folHlink>
      <a:srgbClr val="954F72"/>
    </a:folHlink>
  </a:clrScheme>
  <a:fontScheme name="Central Piedmont">
    <a:majorFont>
      <a:latin typeface="Franklin Gothic Medium"/>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Custom 1">
    <a:dk1>
      <a:srgbClr val="636466"/>
    </a:dk1>
    <a:lt1>
      <a:srgbClr val="FFFFFF"/>
    </a:lt1>
    <a:dk2>
      <a:srgbClr val="636466"/>
    </a:dk2>
    <a:lt2>
      <a:srgbClr val="FFFFFF"/>
    </a:lt2>
    <a:accent1>
      <a:srgbClr val="007396"/>
    </a:accent1>
    <a:accent2>
      <a:srgbClr val="632566"/>
    </a:accent2>
    <a:accent3>
      <a:srgbClr val="83BD00"/>
    </a:accent3>
    <a:accent4>
      <a:srgbClr val="B6A169"/>
    </a:accent4>
    <a:accent5>
      <a:srgbClr val="862533"/>
    </a:accent5>
    <a:accent6>
      <a:srgbClr val="D35D00"/>
    </a:accent6>
    <a:hlink>
      <a:srgbClr val="0563C1"/>
    </a:hlink>
    <a:folHlink>
      <a:srgbClr val="954F72"/>
    </a:folHlink>
  </a:clrScheme>
  <a:fontScheme name="Central Piedmont">
    <a:majorFont>
      <a:latin typeface="Franklin Gothic Medium"/>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Custom 1">
    <a:dk1>
      <a:srgbClr val="636466"/>
    </a:dk1>
    <a:lt1>
      <a:srgbClr val="FFFFFF"/>
    </a:lt1>
    <a:dk2>
      <a:srgbClr val="636466"/>
    </a:dk2>
    <a:lt2>
      <a:srgbClr val="FFFFFF"/>
    </a:lt2>
    <a:accent1>
      <a:srgbClr val="007396"/>
    </a:accent1>
    <a:accent2>
      <a:srgbClr val="632566"/>
    </a:accent2>
    <a:accent3>
      <a:srgbClr val="83BD00"/>
    </a:accent3>
    <a:accent4>
      <a:srgbClr val="B6A169"/>
    </a:accent4>
    <a:accent5>
      <a:srgbClr val="862533"/>
    </a:accent5>
    <a:accent6>
      <a:srgbClr val="D35D00"/>
    </a:accent6>
    <a:hlink>
      <a:srgbClr val="0563C1"/>
    </a:hlink>
    <a:folHlink>
      <a:srgbClr val="954F72"/>
    </a:folHlink>
  </a:clrScheme>
  <a:fontScheme name="Central Piedmont">
    <a:majorFont>
      <a:latin typeface="Franklin Gothic Medium"/>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Custom 1">
    <a:dk1>
      <a:srgbClr val="636466"/>
    </a:dk1>
    <a:lt1>
      <a:srgbClr val="FFFFFF"/>
    </a:lt1>
    <a:dk2>
      <a:srgbClr val="636466"/>
    </a:dk2>
    <a:lt2>
      <a:srgbClr val="FFFFFF"/>
    </a:lt2>
    <a:accent1>
      <a:srgbClr val="007396"/>
    </a:accent1>
    <a:accent2>
      <a:srgbClr val="632566"/>
    </a:accent2>
    <a:accent3>
      <a:srgbClr val="83BD00"/>
    </a:accent3>
    <a:accent4>
      <a:srgbClr val="B6A169"/>
    </a:accent4>
    <a:accent5>
      <a:srgbClr val="862533"/>
    </a:accent5>
    <a:accent6>
      <a:srgbClr val="D35D00"/>
    </a:accent6>
    <a:hlink>
      <a:srgbClr val="0563C1"/>
    </a:hlink>
    <a:folHlink>
      <a:srgbClr val="954F72"/>
    </a:folHlink>
  </a:clrScheme>
  <a:fontScheme name="Central Piedmont">
    <a:majorFont>
      <a:latin typeface="Franklin Gothic Medium"/>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2B2792F386B4A42B4EA49C75A5922CF" ma:contentTypeVersion="4" ma:contentTypeDescription="Create a new document." ma:contentTypeScope="" ma:versionID="0b8bc7b67123cfc1f147ba3a46571d4f">
  <xsd:schema xmlns:xsd="http://www.w3.org/2001/XMLSchema" xmlns:xs="http://www.w3.org/2001/XMLSchema" xmlns:p="http://schemas.microsoft.com/office/2006/metadata/properties" xmlns:ns2="6f688bf4-d508-4724-8783-6bb3b9d45fa2" targetNamespace="http://schemas.microsoft.com/office/2006/metadata/properties" ma:root="true" ma:fieldsID="509d2c6dc273de05c087224e5c11a782" ns2:_="">
    <xsd:import namespace="6f688bf4-d508-4724-8783-6bb3b9d45fa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688bf4-d508-4724-8783-6bb3b9d45f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FB8316F-EEFD-4D9E-A048-D30FD08B676B}">
  <ds:schemaRefs>
    <ds:schemaRef ds:uri="http://schemas.microsoft.com/sharepoint/v3/contenttype/forms"/>
  </ds:schemaRefs>
</ds:datastoreItem>
</file>

<file path=customXml/itemProps2.xml><?xml version="1.0" encoding="utf-8"?>
<ds:datastoreItem xmlns:ds="http://schemas.openxmlformats.org/officeDocument/2006/customXml" ds:itemID="{F3561321-6A76-4F79-B7DC-0A62956F90C9}">
  <ds:schemaRefs>
    <ds:schemaRef ds:uri="http://www.w3.org/XML/1998/namespace"/>
    <ds:schemaRef ds:uri="http://schemas.openxmlformats.org/package/2006/metadata/core-properties"/>
    <ds:schemaRef ds:uri="http://purl.org/dc/terms/"/>
    <ds:schemaRef ds:uri="http://purl.org/dc/dcmitype/"/>
    <ds:schemaRef ds:uri="http://purl.org/dc/elements/1.1/"/>
    <ds:schemaRef ds:uri="http://schemas.microsoft.com/office/2006/documentManagement/types"/>
    <ds:schemaRef ds:uri="http://schemas.microsoft.com/office/2006/metadata/properties"/>
    <ds:schemaRef ds:uri="http://schemas.microsoft.com/office/infopath/2007/PartnerControls"/>
    <ds:schemaRef ds:uri="6f688bf4-d508-4724-8783-6bb3b9d45fa2"/>
  </ds:schemaRefs>
</ds:datastoreItem>
</file>

<file path=customXml/itemProps3.xml><?xml version="1.0" encoding="utf-8"?>
<ds:datastoreItem xmlns:ds="http://schemas.openxmlformats.org/officeDocument/2006/customXml" ds:itemID="{A4DCFADA-3877-4624-BB55-BFFE59E2A6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f688bf4-d508-4724-8783-6bb3b9d45f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64cfb91-e8ad-4001-a8b5-638f67299435}" enabled="0" method="" siteId="{464cfb91-e8ad-4001-a8b5-638f67299435}" removed="1"/>
</clbl:labelList>
</file>

<file path=docProps/app.xml><?xml version="1.0" encoding="utf-8"?>
<Properties xmlns="http://schemas.openxmlformats.org/officeDocument/2006/extended-properties" xmlns:vt="http://schemas.openxmlformats.org/officeDocument/2006/docPropsVTypes">
  <Template>Central-Piedmont-Presentation-template</Template>
  <TotalTime>7909</TotalTime>
  <Words>2235</Words>
  <Application>Microsoft Office PowerPoint</Application>
  <PresentationFormat>Widescreen</PresentationFormat>
  <Paragraphs>303</Paragraphs>
  <Slides>161</Slides>
  <Notes>9</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161</vt:i4>
      </vt:variant>
    </vt:vector>
  </HeadingPairs>
  <TitlesOfParts>
    <vt:vector size="173" baseType="lpstr">
      <vt:lpstr>Arial</vt:lpstr>
      <vt:lpstr>Baskerville Old Face</vt:lpstr>
      <vt:lpstr>Franklin Gothic Book</vt:lpstr>
      <vt:lpstr>Franklin Gothic Demi</vt:lpstr>
      <vt:lpstr>Franklin Gothic Heavy</vt:lpstr>
      <vt:lpstr>Franklin Gothic Medium</vt:lpstr>
      <vt:lpstr>Title, Section Divider, TOC, Agenda</vt:lpstr>
      <vt:lpstr>Text, Image, Team, Graphics</vt:lpstr>
      <vt:lpstr>Executive Summary</vt:lpstr>
      <vt:lpstr>Quotes</vt:lpstr>
      <vt:lpstr>Questions, Thank You, Contact</vt:lpstr>
      <vt:lpstr>Icons</vt:lpstr>
      <vt:lpstr>grantMaster Unlocking Billions in Unclaimed Student Grants   Bank of America Code-A-Thon 2026   Code Miners Team:  Jaime Delgado-Guzman | Maura Carter | David Diza | Zoe Ramirez  </vt:lpstr>
      <vt:lpstr>📋Table of Contents </vt:lpstr>
      <vt:lpstr>👥Who We Are: Code Miners Team Members</vt:lpstr>
      <vt:lpstr>The Problem: Billions in Student Grant Money Go Unclaimed</vt:lpstr>
      <vt:lpstr>PowerPoint Presentation</vt:lpstr>
      <vt:lpstr>The Solution: grantMaster – Automated Grant Matching</vt:lpstr>
      <vt:lpstr>How It Works: Simple, End-to-End Automation</vt:lpstr>
      <vt:lpstr>Backend: Technical Engine Behind grantMaster Pipeline</vt:lpstr>
      <vt:lpstr>Backend Diagram 1</vt:lpstr>
      <vt:lpstr>Backend Diagram 2</vt:lpstr>
      <vt:lpstr>Frontend Demo – For Testers To See our Concept – this is Not the prototype.</vt:lpstr>
      <vt:lpstr>Student Experience: No Login, No Portal, No Extra Steps</vt:lpstr>
      <vt:lpstr>Why It Matters: Real Impact</vt:lpstr>
      <vt:lpstr>Security &amp; Trust: Secure. Opt-In. Student-Controlled.</vt:lpstr>
      <vt:lpstr>Closing: grantMaster Unlocks Opportunity</vt:lpstr>
      <vt:lpstr>END/STOP HERE//</vt:lpstr>
      <vt:lpstr>PowerPoint Presentation</vt:lpstr>
      <vt:lpstr>(other version) grantMaster Unlocking Billions in Unclaimed Student Grants   Bank of America Code-A-Thon 2026   Code Miners Team:  Jaime Delgado-Guzman | Maura Carter | David Diza | Zoe Ramirez  </vt:lpstr>
      <vt:lpstr>(0a) - Table of Contents</vt:lpstr>
      <vt:lpstr>(1a) - Code Miners Team Members and Leadership</vt:lpstr>
      <vt:lpstr>(2a) - Executive Summary &amp; Problem</vt:lpstr>
      <vt:lpstr>(3a) - Solution: An application that automatically notifies of grants.</vt:lpstr>
      <vt:lpstr>(4a) - Process for Colleges and Students</vt:lpstr>
      <vt:lpstr>(5a) Backend</vt:lpstr>
      <vt:lpstr>(6a) - Output</vt:lpstr>
      <vt:lpstr>(7a) - </vt:lpstr>
      <vt:lpstr>(8a) – Security &amp; Trust: Secure. Opt-In. Student-Controlled</vt:lpstr>
      <vt:lpstr>(9a) - Summary</vt:lpstr>
      <vt:lpstr>Thank you &amp; Contact Information</vt:lpstr>
      <vt:lpstr>PowerPoint Presentation</vt:lpstr>
      <vt:lpstr>Presentation</vt:lpstr>
      <vt:lpstr>END//// START OF GENERAL CPCC SLIDE TEMPALTES</vt:lpstr>
      <vt:lpstr>PowerPoint Presentation</vt:lpstr>
      <vt:lpstr>PowerPoint Presentation</vt:lpstr>
      <vt:lpstr>PowerPoint Presentation</vt:lpstr>
      <vt:lpstr>PowerPoint Presentation</vt:lpstr>
      <vt:lpstr>PowerPoint Presentation</vt:lpstr>
      <vt:lpstr>Slide Template Categories at a Glance</vt:lpstr>
      <vt:lpstr>SAFETY MOMENT</vt:lpstr>
      <vt:lpstr>TITLE SLIDES &amp;  SECTION DIVIDERS</vt:lpstr>
      <vt:lpstr>Title Slide  with Central Piedmont Logo</vt:lpstr>
      <vt:lpstr>Title Slide Gray Background Plus Logo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TABLE OF CONTENTS, AGENDA, AND  OBJECTIVE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TEXT &amp; IMAGE LAYOUT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TEAM &amp; LEADERSHIP  LAYOUT SLIDES</vt:lpstr>
      <vt:lpstr>PowerPoint Presentation</vt:lpstr>
      <vt:lpstr>PowerPoint Presentation</vt:lpstr>
      <vt:lpstr>PowerPoint Presentation</vt:lpstr>
      <vt:lpstr>PowerPoint Presentation</vt:lpstr>
      <vt:lpstr>PowerPoint Presentation</vt:lpstr>
      <vt:lpstr>EXECUTIVE SUMMARY &amp;  BY THE NUMBERS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QUOTE  LAYOUT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CHARTS, TABLES,  &amp; STAT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TIMELINE &amp; INFOGRAPHIC SLIDE LAYOUTS</vt:lpstr>
      <vt:lpstr>PowerPoint Presentation</vt:lpstr>
      <vt:lpstr>PowerPoint Presentation</vt:lpstr>
      <vt:lpstr>PowerPoint Presentation</vt:lpstr>
      <vt:lpstr>PowerPoint Presentation</vt:lpstr>
      <vt:lpstr>MEDIA LAYOUT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&amp;  CONTACT SLIDES</vt:lpstr>
      <vt:lpstr>PowerPoint Presentation</vt:lpstr>
      <vt:lpstr>PowerPoint Presentation</vt:lpstr>
      <vt:lpstr>PowerPoint Presentation</vt:lpstr>
      <vt:lpstr>PowerPoint Presentation</vt:lpstr>
      <vt:lpstr>PowerPoint Presentation</vt:lpstr>
      <vt:lpstr>Thank You!</vt:lpstr>
      <vt:lpstr>Questions?</vt:lpstr>
      <vt:lpstr>PowerPoint Presentation</vt:lpstr>
      <vt:lpstr>PowerPoint Presentation</vt:lpstr>
      <vt:lpstr>Add a title for a screen reader</vt:lpstr>
      <vt:lpstr>Add a title for a screen reader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Maura Carter</dc:creator>
  <cp:keywords/>
  <dc:description/>
  <cp:lastModifiedBy>Maura Carter</cp:lastModifiedBy>
  <cp:revision>48</cp:revision>
  <dcterms:created xsi:type="dcterms:W3CDTF">2026-03-16T22:27:22Z</dcterms:created>
  <dcterms:modified xsi:type="dcterms:W3CDTF">2026-03-22T10:23:04Z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0x010100B2B2792F386B4A42B4EA49C75A5922CF</vt:lpwstr>
  </property>
</Properties>
</file>